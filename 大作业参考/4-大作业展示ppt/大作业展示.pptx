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6" r:id="rId2"/>
    <p:sldId id="257" r:id="rId3"/>
    <p:sldId id="258" r:id="rId4"/>
    <p:sldId id="259" r:id="rId5"/>
    <p:sldId id="264" r:id="rId6"/>
    <p:sldId id="267" r:id="rId7"/>
    <p:sldId id="268" r:id="rId8"/>
    <p:sldId id="261" r:id="rId9"/>
    <p:sldId id="265" r:id="rId10"/>
    <p:sldId id="266" r:id="rId11"/>
    <p:sldId id="262"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16" autoAdjust="0"/>
    <p:restoredTop sz="79276" autoAdjust="0"/>
  </p:normalViewPr>
  <p:slideViewPr>
    <p:cSldViewPr snapToGrid="0">
      <p:cViewPr varScale="1">
        <p:scale>
          <a:sx n="96" d="100"/>
          <a:sy n="96" d="100"/>
        </p:scale>
        <p:origin x="135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37256A-F790-4B5C-BEF1-668C9FA6D183}" type="datetimeFigureOut">
              <a:rPr lang="zh-CN" altLang="en-US" smtClean="0"/>
              <a:t>2025/6/4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4F98C5-104A-4306-A391-25ED065B3097}" type="slidenum">
              <a:rPr lang="zh-CN" altLang="en-US" smtClean="0"/>
              <a:t>‹#›</a:t>
            </a:fld>
            <a:endParaRPr lang="zh-CN" altLang="en-US"/>
          </a:p>
        </p:txBody>
      </p:sp>
    </p:spTree>
    <p:extLst>
      <p:ext uri="{BB962C8B-B14F-4D97-AF65-F5344CB8AC3E}">
        <p14:creationId xmlns:p14="http://schemas.microsoft.com/office/powerpoint/2010/main" val="3413270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a:solidFill>
                  <a:srgbClr val="D4D4D4"/>
                </a:solidFill>
                <a:effectLst/>
                <a:latin typeface="Consolas" panose="020B0609020204030204" pitchFamily="49" charset="0"/>
              </a:rPr>
              <a:t>大家好，今天我要向大家介绍的是</a:t>
            </a:r>
            <a:r>
              <a:rPr lang="en-US" altLang="zh-CN" b="0">
                <a:solidFill>
                  <a:srgbClr val="D4D4D4"/>
                </a:solidFill>
                <a:effectLst/>
                <a:latin typeface="Consolas" panose="020B0609020204030204" pitchFamily="49" charset="0"/>
              </a:rPr>
              <a:t>"</a:t>
            </a:r>
            <a:r>
              <a:rPr lang="zh-CN" altLang="en-US" b="0">
                <a:solidFill>
                  <a:srgbClr val="D4D4D4"/>
                </a:solidFill>
                <a:effectLst/>
                <a:latin typeface="Consolas" panose="020B0609020204030204" pitchFamily="49" charset="0"/>
              </a:rPr>
              <a:t>基于</a:t>
            </a:r>
            <a:r>
              <a:rPr lang="en-US" altLang="zh-CN" b="0">
                <a:solidFill>
                  <a:srgbClr val="D4D4D4"/>
                </a:solidFill>
                <a:effectLst/>
                <a:latin typeface="Consolas" panose="020B0609020204030204" pitchFamily="49" charset="0"/>
              </a:rPr>
              <a:t>Matrix Profile</a:t>
            </a:r>
            <a:r>
              <a:rPr lang="zh-CN" altLang="en-US" b="0">
                <a:solidFill>
                  <a:srgbClr val="D4D4D4"/>
                </a:solidFill>
                <a:effectLst/>
                <a:latin typeface="Consolas" panose="020B0609020204030204" pitchFamily="49" charset="0"/>
              </a:rPr>
              <a:t>的时间序列异常检测在</a:t>
            </a:r>
            <a:r>
              <a:rPr lang="en-US" altLang="zh-CN" b="0">
                <a:solidFill>
                  <a:srgbClr val="D4D4D4"/>
                </a:solidFill>
                <a:effectLst/>
                <a:latin typeface="Consolas" panose="020B0609020204030204" pitchFamily="49" charset="0"/>
              </a:rPr>
              <a:t>IoTDB</a:t>
            </a:r>
            <a:r>
              <a:rPr lang="zh-CN" altLang="en-US" b="0">
                <a:solidFill>
                  <a:srgbClr val="D4D4D4"/>
                </a:solidFill>
                <a:effectLst/>
                <a:latin typeface="Consolas" panose="020B0609020204030204" pitchFamily="49" charset="0"/>
              </a:rPr>
              <a:t>中的</a:t>
            </a:r>
            <a:r>
              <a:rPr lang="en-US" altLang="zh-CN" b="0">
                <a:solidFill>
                  <a:srgbClr val="D4D4D4"/>
                </a:solidFill>
                <a:effectLst/>
                <a:latin typeface="Consolas" panose="020B0609020204030204" pitchFamily="49" charset="0"/>
              </a:rPr>
              <a:t>UDF</a:t>
            </a:r>
            <a:r>
              <a:rPr lang="zh-CN" altLang="en-US" b="0">
                <a:solidFill>
                  <a:srgbClr val="D4D4D4"/>
                </a:solidFill>
                <a:effectLst/>
                <a:latin typeface="Consolas" panose="020B0609020204030204" pitchFamily="49" charset="0"/>
              </a:rPr>
              <a:t>函数库实现</a:t>
            </a:r>
            <a:r>
              <a:rPr lang="en-US" altLang="zh-CN" b="0">
                <a:solidFill>
                  <a:srgbClr val="D4D4D4"/>
                </a:solidFill>
                <a:effectLst/>
                <a:latin typeface="Consolas" panose="020B0609020204030204" pitchFamily="49" charset="0"/>
              </a:rPr>
              <a:t>"</a:t>
            </a:r>
            <a:r>
              <a:rPr lang="zh-CN" altLang="en-US" b="0">
                <a:solidFill>
                  <a:srgbClr val="D4D4D4"/>
                </a:solidFill>
                <a:effectLst/>
                <a:latin typeface="Consolas" panose="020B0609020204030204" pitchFamily="49" charset="0"/>
              </a:rPr>
              <a:t>。</a:t>
            </a:r>
          </a:p>
          <a:p>
            <a:endParaRPr lang="zh-CN" altLang="en-US"/>
          </a:p>
        </p:txBody>
      </p:sp>
      <p:sp>
        <p:nvSpPr>
          <p:cNvPr id="4" name="灯片编号占位符 3"/>
          <p:cNvSpPr>
            <a:spLocks noGrp="1"/>
          </p:cNvSpPr>
          <p:nvPr>
            <p:ph type="sldNum" sz="quarter" idx="5"/>
          </p:nvPr>
        </p:nvSpPr>
        <p:spPr/>
        <p:txBody>
          <a:bodyPr/>
          <a:lstStyle/>
          <a:p>
            <a:fld id="{714F98C5-104A-4306-A391-25ED065B3097}" type="slidenum">
              <a:rPr lang="zh-CN" altLang="en-US" smtClean="0"/>
              <a:t>1</a:t>
            </a:fld>
            <a:endParaRPr lang="zh-CN" altLang="en-US"/>
          </a:p>
        </p:txBody>
      </p:sp>
    </p:spTree>
    <p:extLst>
      <p:ext uri="{BB962C8B-B14F-4D97-AF65-F5344CB8AC3E}">
        <p14:creationId xmlns:p14="http://schemas.microsoft.com/office/powerpoint/2010/main" val="30902436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ts val="1425"/>
              </a:lnSpc>
              <a:buNone/>
            </a:pPr>
            <a:r>
              <a:rPr lang="zh-CN" altLang="en-US" b="0" dirty="0">
                <a:solidFill>
                  <a:srgbClr val="D4D4D4"/>
                </a:solidFill>
                <a:effectLst/>
                <a:latin typeface="Consolas" panose="020B0609020204030204" pitchFamily="49" charset="0"/>
              </a:rPr>
              <a:t>在物联网时代，各种设备产生了海量的时间序列数据。在这些数据中进行异常检测，对于故障预警、监控和质量控制至关重要。</a:t>
            </a:r>
          </a:p>
          <a:p>
            <a:pPr>
              <a:lnSpc>
                <a:spcPts val="1425"/>
              </a:lnSpc>
              <a:buNone/>
            </a:pPr>
            <a:br>
              <a:rPr lang="zh-CN" altLang="en-US" b="0" dirty="0">
                <a:solidFill>
                  <a:srgbClr val="D4D4D4"/>
                </a:solidFill>
                <a:effectLst/>
                <a:latin typeface="Consolas" panose="020B0609020204030204" pitchFamily="49" charset="0"/>
              </a:rPr>
            </a:br>
            <a:r>
              <a:rPr lang="zh-CN" altLang="en-US" b="0" dirty="0">
                <a:solidFill>
                  <a:srgbClr val="D4D4D4"/>
                </a:solidFill>
                <a:effectLst/>
                <a:latin typeface="Consolas" panose="020B0609020204030204" pitchFamily="49" charset="0"/>
              </a:rPr>
              <a:t>我们选择</a:t>
            </a:r>
            <a:r>
              <a:rPr lang="en-US" altLang="zh-CN" b="0" dirty="0">
                <a:solidFill>
                  <a:srgbClr val="D4D4D4"/>
                </a:solidFill>
                <a:effectLst/>
                <a:latin typeface="Consolas" panose="020B0609020204030204" pitchFamily="49" charset="0"/>
              </a:rPr>
              <a:t>Matrix Profile</a:t>
            </a:r>
            <a:r>
              <a:rPr lang="zh-CN" altLang="en-US" b="0" dirty="0">
                <a:solidFill>
                  <a:srgbClr val="D4D4D4"/>
                </a:solidFill>
                <a:effectLst/>
                <a:latin typeface="Consolas" panose="020B0609020204030204" pitchFamily="49" charset="0"/>
              </a:rPr>
              <a:t>算法，主要因为它不需要标注数据，参数少且适应性强，具有良好可解释性。这些特性使得它非常适合</a:t>
            </a:r>
            <a:r>
              <a:rPr lang="en-US" altLang="zh-CN" b="0" dirty="0">
                <a:solidFill>
                  <a:srgbClr val="D4D4D4"/>
                </a:solidFill>
                <a:effectLst/>
                <a:latin typeface="Consolas" panose="020B0609020204030204" pitchFamily="49" charset="0"/>
              </a:rPr>
              <a:t>IoT</a:t>
            </a:r>
            <a:r>
              <a:rPr lang="zh-CN" altLang="en-US" b="0" dirty="0">
                <a:solidFill>
                  <a:srgbClr val="D4D4D4"/>
                </a:solidFill>
                <a:effectLst/>
                <a:latin typeface="Consolas" panose="020B0609020204030204" pitchFamily="49" charset="0"/>
              </a:rPr>
              <a:t>场景中的异常检测任务。将这一算法集成到</a:t>
            </a:r>
            <a:r>
              <a:rPr lang="en-US" altLang="zh-CN" b="0" dirty="0" err="1">
                <a:solidFill>
                  <a:srgbClr val="D4D4D4"/>
                </a:solidFill>
                <a:effectLst/>
                <a:latin typeface="Consolas" panose="020B0609020204030204" pitchFamily="49" charset="0"/>
              </a:rPr>
              <a:t>IoTDB</a:t>
            </a:r>
            <a:r>
              <a:rPr lang="zh-CN" altLang="en-US" b="0" dirty="0">
                <a:solidFill>
                  <a:srgbClr val="D4D4D4"/>
                </a:solidFill>
                <a:effectLst/>
                <a:latin typeface="Consolas" panose="020B0609020204030204" pitchFamily="49" charset="0"/>
              </a:rPr>
              <a:t>作为</a:t>
            </a:r>
            <a:r>
              <a:rPr lang="en-US" altLang="zh-CN" b="0" dirty="0">
                <a:solidFill>
                  <a:srgbClr val="D4D4D4"/>
                </a:solidFill>
                <a:effectLst/>
                <a:latin typeface="Consolas" panose="020B0609020204030204" pitchFamily="49" charset="0"/>
              </a:rPr>
              <a:t>UDF</a:t>
            </a:r>
            <a:r>
              <a:rPr lang="zh-CN" altLang="en-US" b="0" dirty="0">
                <a:solidFill>
                  <a:srgbClr val="D4D4D4"/>
                </a:solidFill>
                <a:effectLst/>
                <a:latin typeface="Consolas" panose="020B0609020204030204" pitchFamily="49" charset="0"/>
              </a:rPr>
              <a:t>函数，可以实现数据的近源处理，提高整体效率。</a:t>
            </a:r>
          </a:p>
          <a:p>
            <a:pPr>
              <a:lnSpc>
                <a:spcPts val="1425"/>
              </a:lnSpc>
            </a:pPr>
            <a:br>
              <a:rPr lang="zh-CN" altLang="en-US" b="0" dirty="0">
                <a:solidFill>
                  <a:srgbClr val="D4D4D4"/>
                </a:solidFill>
                <a:effectLst/>
                <a:latin typeface="Consolas" panose="020B0609020204030204" pitchFamily="49" charset="0"/>
              </a:rPr>
            </a:br>
            <a:r>
              <a:rPr lang="zh-CN" altLang="en-US" b="0" dirty="0">
                <a:solidFill>
                  <a:srgbClr val="D4D4D4"/>
                </a:solidFill>
                <a:effectLst/>
                <a:latin typeface="Consolas" panose="020B0609020204030204" pitchFamily="49" charset="0"/>
              </a:rPr>
              <a:t>展示的这张图来自</a:t>
            </a:r>
            <a:r>
              <a:rPr lang="en-US" altLang="zh-CN" b="0" dirty="0">
                <a:solidFill>
                  <a:srgbClr val="D4D4D4"/>
                </a:solidFill>
                <a:effectLst/>
                <a:latin typeface="Consolas" panose="020B0609020204030204" pitchFamily="49" charset="0"/>
              </a:rPr>
              <a:t>Matrix Profile</a:t>
            </a:r>
            <a:r>
              <a:rPr lang="zh-CN" altLang="en-US" b="0" dirty="0">
                <a:solidFill>
                  <a:srgbClr val="D4D4D4"/>
                </a:solidFill>
                <a:effectLst/>
                <a:latin typeface="Consolas" panose="020B0609020204030204" pitchFamily="49" charset="0"/>
              </a:rPr>
              <a:t>原始报告，直观展示了如何通过</a:t>
            </a:r>
            <a:r>
              <a:rPr lang="en-US" altLang="zh-CN" b="0" dirty="0">
                <a:solidFill>
                  <a:srgbClr val="D4D4D4"/>
                </a:solidFill>
                <a:effectLst/>
                <a:latin typeface="Consolas" panose="020B0609020204030204" pitchFamily="49" charset="0"/>
              </a:rPr>
              <a:t>Matrix Profile</a:t>
            </a:r>
            <a:r>
              <a:rPr lang="zh-CN" altLang="en-US" b="0" dirty="0">
                <a:solidFill>
                  <a:srgbClr val="D4D4D4"/>
                </a:solidFill>
                <a:effectLst/>
                <a:latin typeface="Consolas" panose="020B0609020204030204" pitchFamily="49" charset="0"/>
              </a:rPr>
              <a:t>检测时间序列中的异常模式。</a:t>
            </a:r>
          </a:p>
          <a:p>
            <a:endParaRPr lang="zh-CN" altLang="en-US" dirty="0"/>
          </a:p>
        </p:txBody>
      </p:sp>
      <p:sp>
        <p:nvSpPr>
          <p:cNvPr id="4" name="灯片编号占位符 3"/>
          <p:cNvSpPr>
            <a:spLocks noGrp="1"/>
          </p:cNvSpPr>
          <p:nvPr>
            <p:ph type="sldNum" sz="quarter" idx="5"/>
          </p:nvPr>
        </p:nvSpPr>
        <p:spPr/>
        <p:txBody>
          <a:bodyPr/>
          <a:lstStyle/>
          <a:p>
            <a:fld id="{714F98C5-104A-4306-A391-25ED065B3097}" type="slidenum">
              <a:rPr lang="zh-CN" altLang="en-US" smtClean="0"/>
              <a:t>2</a:t>
            </a:fld>
            <a:endParaRPr lang="zh-CN" altLang="en-US"/>
          </a:p>
        </p:txBody>
      </p:sp>
    </p:spTree>
    <p:extLst>
      <p:ext uri="{BB962C8B-B14F-4D97-AF65-F5344CB8AC3E}">
        <p14:creationId xmlns:p14="http://schemas.microsoft.com/office/powerpoint/2010/main" val="35400952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131313"/>
                </a:solidFill>
                <a:effectLst/>
                <a:latin typeface="-apple-system"/>
              </a:rPr>
              <a:t>数据中心冷水机组的输出规模与阈值的关系 </a:t>
            </a:r>
            <a:r>
              <a:rPr lang="en-US" altLang="zh-CN" b="0" i="0" dirty="0">
                <a:solidFill>
                  <a:srgbClr val="131313"/>
                </a:solidFill>
                <a:effectLst/>
                <a:latin typeface="-apple-system"/>
              </a:rPr>
              <a:t>[104]</a:t>
            </a:r>
            <a:r>
              <a:rPr lang="zh-CN" altLang="en-US" b="0" i="0" dirty="0">
                <a:solidFill>
                  <a:srgbClr val="131313"/>
                </a:solidFill>
                <a:effectLst/>
                <a:latin typeface="-apple-system"/>
              </a:rPr>
              <a:t>。为清晰起见，超过 </a:t>
            </a:r>
            <a:r>
              <a:rPr lang="en-US" altLang="zh-CN" b="0" i="0" dirty="0">
                <a:solidFill>
                  <a:srgbClr val="131313"/>
                </a:solidFill>
                <a:effectLst/>
                <a:latin typeface="-apple-system"/>
              </a:rPr>
              <a:t>2.0 </a:t>
            </a:r>
            <a:r>
              <a:rPr lang="zh-CN" altLang="en-US" b="0" i="0" dirty="0">
                <a:solidFill>
                  <a:srgbClr val="131313"/>
                </a:solidFill>
                <a:effectLst/>
                <a:latin typeface="-apple-system"/>
              </a:rPr>
              <a:t>的值被截断（完整数据见 </a:t>
            </a:r>
            <a:r>
              <a:rPr lang="en-US" altLang="zh-CN" b="0" i="0" dirty="0">
                <a:solidFill>
                  <a:srgbClr val="131313"/>
                </a:solidFill>
                <a:effectLst/>
                <a:latin typeface="-apple-system"/>
              </a:rPr>
              <a:t>[159]</a:t>
            </a:r>
            <a:r>
              <a:rPr lang="zh-CN" altLang="en-US" b="0" i="0" dirty="0">
                <a:solidFill>
                  <a:srgbClr val="131313"/>
                </a:solidFill>
                <a:effectLst/>
                <a:latin typeface="-apple-system"/>
              </a:rPr>
              <a:t>）。在很大的阈值范围（从 </a:t>
            </a:r>
            <a:r>
              <a:rPr lang="en-US" altLang="zh-CN" b="0" i="0" dirty="0">
                <a:solidFill>
                  <a:srgbClr val="131313"/>
                </a:solidFill>
                <a:effectLst/>
                <a:latin typeface="-apple-system"/>
              </a:rPr>
              <a:t>0 </a:t>
            </a:r>
            <a:r>
              <a:rPr lang="zh-CN" altLang="en-US" b="0" i="0" dirty="0">
                <a:solidFill>
                  <a:srgbClr val="131313"/>
                </a:solidFill>
                <a:effectLst/>
                <a:latin typeface="-apple-system"/>
              </a:rPr>
              <a:t>到 </a:t>
            </a:r>
            <a:r>
              <a:rPr lang="en-US" altLang="zh-CN" b="0" i="0" dirty="0">
                <a:solidFill>
                  <a:srgbClr val="131313"/>
                </a:solidFill>
                <a:effectLst/>
                <a:latin typeface="-apple-system"/>
              </a:rPr>
              <a:t>0.65</a:t>
            </a:r>
            <a:r>
              <a:rPr lang="zh-CN" altLang="en-US" b="0" i="0" dirty="0">
                <a:solidFill>
                  <a:srgbClr val="131313"/>
                </a:solidFill>
                <a:effectLst/>
                <a:latin typeface="-apple-system"/>
              </a:rPr>
              <a:t>）内，选择性的差异非常大，从 </a:t>
            </a:r>
            <a:r>
              <a:rPr lang="en-US" altLang="zh-CN" b="0" i="0" dirty="0">
                <a:solidFill>
                  <a:srgbClr val="131313"/>
                </a:solidFill>
                <a:effectLst/>
                <a:latin typeface="-apple-system"/>
              </a:rPr>
              <a:t>0 </a:t>
            </a:r>
            <a:r>
              <a:rPr lang="zh-CN" altLang="en-US" b="0" i="0" dirty="0">
                <a:solidFill>
                  <a:srgbClr val="131313"/>
                </a:solidFill>
                <a:effectLst/>
                <a:latin typeface="-apple-system"/>
              </a:rPr>
              <a:t>到 </a:t>
            </a:r>
            <a:r>
              <a:rPr lang="en-US" altLang="zh-CN" b="0" i="0" dirty="0">
                <a:solidFill>
                  <a:srgbClr val="131313"/>
                </a:solidFill>
                <a:effectLst/>
                <a:latin typeface="-apple-system"/>
              </a:rPr>
              <a:t>108</a:t>
            </a:r>
            <a:r>
              <a:rPr lang="zh-CN" altLang="en-US" b="0" i="0" dirty="0">
                <a:solidFill>
                  <a:srgbClr val="131313"/>
                </a:solidFill>
                <a:effectLst/>
                <a:latin typeface="-apple-system"/>
              </a:rPr>
              <a:t>。</a:t>
            </a:r>
            <a:endParaRPr lang="en-US" altLang="zh-CN" b="0" i="0" dirty="0">
              <a:solidFill>
                <a:srgbClr val="131313"/>
              </a:solidFill>
              <a:effectLst/>
              <a:latin typeface="-apple-system"/>
            </a:endParaRPr>
          </a:p>
          <a:p>
            <a:r>
              <a:rPr lang="zh-CN" altLang="en-US" b="0" i="0" dirty="0">
                <a:solidFill>
                  <a:srgbClr val="131313"/>
                </a:solidFill>
                <a:effectLst/>
                <a:latin typeface="-apple-system"/>
              </a:rPr>
              <a:t>考虑图</a:t>
            </a:r>
            <a:r>
              <a:rPr lang="en-US" altLang="zh-CN" b="0" i="0" dirty="0">
                <a:solidFill>
                  <a:srgbClr val="131313"/>
                </a:solidFill>
                <a:effectLst/>
                <a:latin typeface="-apple-system"/>
              </a:rPr>
              <a:t>2.1</a:t>
            </a:r>
            <a:r>
              <a:rPr lang="zh-CN" altLang="en-US" b="0" i="0" dirty="0">
                <a:solidFill>
                  <a:srgbClr val="131313"/>
                </a:solidFill>
                <a:effectLst/>
                <a:latin typeface="-apple-system"/>
              </a:rPr>
              <a:t>，它展示了一个为期十天的监控数据中心冷水机组的前半段和后半段时间内，输出规模与阈值设置的关系 </a:t>
            </a:r>
            <a:r>
              <a:rPr lang="en-US" altLang="zh-CN" b="0" i="0" dirty="0">
                <a:solidFill>
                  <a:srgbClr val="131313"/>
                </a:solidFill>
                <a:effectLst/>
                <a:latin typeface="-apple-system"/>
              </a:rPr>
              <a:t>[104]</a:t>
            </a:r>
            <a:r>
              <a:rPr lang="zh-CN" altLang="en-US" b="0" i="0" dirty="0">
                <a:solidFill>
                  <a:srgbClr val="131313"/>
                </a:solidFill>
                <a:effectLst/>
                <a:latin typeface="-apple-system"/>
              </a:rPr>
              <a:t>。在前五天，阈值设为</a:t>
            </a:r>
            <a:r>
              <a:rPr lang="en-US" altLang="zh-CN" b="0" i="0" dirty="0">
                <a:solidFill>
                  <a:srgbClr val="131313"/>
                </a:solidFill>
                <a:effectLst/>
                <a:latin typeface="-apple-system"/>
              </a:rPr>
              <a:t>0.6</a:t>
            </a:r>
            <a:r>
              <a:rPr lang="zh-CN" altLang="en-US" b="0" i="0" dirty="0">
                <a:solidFill>
                  <a:srgbClr val="131313"/>
                </a:solidFill>
                <a:effectLst/>
                <a:latin typeface="-apple-system"/>
              </a:rPr>
              <a:t>时返回的项目数为零，但在后五天，同样的阈值设置会返回</a:t>
            </a:r>
            <a:r>
              <a:rPr lang="en-US" altLang="zh-CN" b="0" i="0" dirty="0">
                <a:solidFill>
                  <a:srgbClr val="131313"/>
                </a:solidFill>
                <a:effectLst/>
                <a:latin typeface="-apple-system"/>
              </a:rPr>
              <a:t>108</a:t>
            </a:r>
            <a:r>
              <a:rPr lang="zh-CN" altLang="en-US" b="0" i="0" dirty="0">
                <a:solidFill>
                  <a:srgbClr val="131313"/>
                </a:solidFill>
                <a:effectLst/>
                <a:latin typeface="-apple-system"/>
              </a:rPr>
              <a:t>个项目。这表明选择合适的阈值存在困难。</a:t>
            </a:r>
            <a:endParaRPr lang="zh-CN" altLang="en-US" dirty="0"/>
          </a:p>
        </p:txBody>
      </p:sp>
      <p:sp>
        <p:nvSpPr>
          <p:cNvPr id="4" name="灯片编号占位符 3"/>
          <p:cNvSpPr>
            <a:spLocks noGrp="1"/>
          </p:cNvSpPr>
          <p:nvPr>
            <p:ph type="sldNum" sz="quarter" idx="5"/>
          </p:nvPr>
        </p:nvSpPr>
        <p:spPr/>
        <p:txBody>
          <a:bodyPr/>
          <a:lstStyle/>
          <a:p>
            <a:fld id="{714F98C5-104A-4306-A391-25ED065B3097}" type="slidenum">
              <a:rPr lang="zh-CN" altLang="en-US" smtClean="0"/>
              <a:t>3</a:t>
            </a:fld>
            <a:endParaRPr lang="zh-CN" altLang="en-US"/>
          </a:p>
        </p:txBody>
      </p:sp>
    </p:spTree>
    <p:extLst>
      <p:ext uri="{BB962C8B-B14F-4D97-AF65-F5344CB8AC3E}">
        <p14:creationId xmlns:p14="http://schemas.microsoft.com/office/powerpoint/2010/main" val="10550778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ts val="1425"/>
              </a:lnSpc>
              <a:buNone/>
            </a:pPr>
            <a:r>
              <a:rPr lang="zh-CN" altLang="en-US" b="0">
                <a:solidFill>
                  <a:srgbClr val="D4D4D4"/>
                </a:solidFill>
                <a:effectLst/>
                <a:latin typeface="Consolas" panose="020B0609020204030204" pitchFamily="49" charset="0"/>
              </a:rPr>
              <a:t>现在我来介绍</a:t>
            </a:r>
            <a:r>
              <a:rPr lang="en-US" altLang="zh-CN" b="0">
                <a:solidFill>
                  <a:srgbClr val="D4D4D4"/>
                </a:solidFill>
                <a:effectLst/>
                <a:latin typeface="Consolas" panose="020B0609020204030204" pitchFamily="49" charset="0"/>
              </a:rPr>
              <a:t>Matrix Profile</a:t>
            </a:r>
            <a:r>
              <a:rPr lang="zh-CN" altLang="en-US" b="0">
                <a:solidFill>
                  <a:srgbClr val="D4D4D4"/>
                </a:solidFill>
                <a:effectLst/>
                <a:latin typeface="Consolas" panose="020B0609020204030204" pitchFamily="49" charset="0"/>
              </a:rPr>
              <a:t>的核心原理。</a:t>
            </a:r>
            <a:r>
              <a:rPr lang="en-US" altLang="zh-CN" b="0">
                <a:solidFill>
                  <a:srgbClr val="D4D4D4"/>
                </a:solidFill>
                <a:effectLst/>
                <a:latin typeface="Consolas" panose="020B0609020204030204" pitchFamily="49" charset="0"/>
              </a:rPr>
              <a:t>Matrix Profile</a:t>
            </a:r>
            <a:r>
              <a:rPr lang="zh-CN" altLang="en-US" b="0">
                <a:solidFill>
                  <a:srgbClr val="D4D4D4"/>
                </a:solidFill>
                <a:effectLst/>
                <a:latin typeface="Consolas" panose="020B0609020204030204" pitchFamily="49" charset="0"/>
              </a:rPr>
              <a:t>的基本思想是为时间序列中的每个子序列找到其最相似的子序列。</a:t>
            </a:r>
          </a:p>
          <a:p>
            <a:pPr>
              <a:lnSpc>
                <a:spcPts val="1425"/>
              </a:lnSpc>
            </a:pPr>
            <a:br>
              <a:rPr lang="zh-CN" altLang="en-US" b="0">
                <a:solidFill>
                  <a:srgbClr val="D4D4D4"/>
                </a:solidFill>
                <a:effectLst/>
                <a:latin typeface="Consolas" panose="020B0609020204030204" pitchFamily="49" charset="0"/>
              </a:rPr>
            </a:br>
            <a:r>
              <a:rPr lang="zh-CN" altLang="en-US" b="0">
                <a:solidFill>
                  <a:srgbClr val="D4D4D4"/>
                </a:solidFill>
                <a:effectLst/>
                <a:latin typeface="Consolas" panose="020B0609020204030204" pitchFamily="49" charset="0"/>
              </a:rPr>
              <a:t>如图所示，算法首先定义子序列长度</a:t>
            </a:r>
            <a:r>
              <a:rPr lang="en-US" altLang="zh-CN" b="0">
                <a:solidFill>
                  <a:srgbClr val="D4D4D4"/>
                </a:solidFill>
                <a:effectLst/>
                <a:latin typeface="Consolas" panose="020B0609020204030204" pitchFamily="49" charset="0"/>
              </a:rPr>
              <a:t>m</a:t>
            </a:r>
            <a:r>
              <a:rPr lang="zh-CN" altLang="en-US" b="0">
                <a:solidFill>
                  <a:srgbClr val="D4D4D4"/>
                </a:solidFill>
                <a:effectLst/>
                <a:latin typeface="Consolas" panose="020B0609020204030204" pitchFamily="49" charset="0"/>
              </a:rPr>
              <a:t>，然后计算所有可能子序列对之间的距离。对于每个位置，找出最小距离值，形成</a:t>
            </a:r>
            <a:r>
              <a:rPr lang="en-US" altLang="zh-CN" b="0">
                <a:solidFill>
                  <a:srgbClr val="D4D4D4"/>
                </a:solidFill>
                <a:effectLst/>
                <a:latin typeface="Consolas" panose="020B0609020204030204" pitchFamily="49" charset="0"/>
              </a:rPr>
              <a:t>Matrix Profile</a:t>
            </a:r>
            <a:r>
              <a:rPr lang="zh-CN" altLang="en-US" b="0">
                <a:solidFill>
                  <a:srgbClr val="D4D4D4"/>
                </a:solidFill>
                <a:effectLst/>
                <a:latin typeface="Consolas" panose="020B0609020204030204" pitchFamily="49" charset="0"/>
              </a:rPr>
              <a:t>。在异常检测应用中，</a:t>
            </a:r>
            <a:r>
              <a:rPr lang="en-US" altLang="zh-CN" b="0">
                <a:solidFill>
                  <a:srgbClr val="D4D4D4"/>
                </a:solidFill>
                <a:effectLst/>
                <a:latin typeface="Consolas" panose="020B0609020204030204" pitchFamily="49" charset="0"/>
              </a:rPr>
              <a:t>Matrix Profile</a:t>
            </a:r>
            <a:r>
              <a:rPr lang="zh-CN" altLang="en-US" b="0">
                <a:solidFill>
                  <a:srgbClr val="D4D4D4"/>
                </a:solidFill>
                <a:effectLst/>
                <a:latin typeface="Consolas" panose="020B0609020204030204" pitchFamily="49" charset="0"/>
              </a:rPr>
              <a:t>值高的位置通常对应潜在异常，因为这些位置的子序列在整个时间序列中找不到类似的模式。</a:t>
            </a:r>
          </a:p>
          <a:p>
            <a:endParaRPr lang="zh-CN" altLang="en-US"/>
          </a:p>
        </p:txBody>
      </p:sp>
      <p:sp>
        <p:nvSpPr>
          <p:cNvPr id="4" name="灯片编号占位符 3"/>
          <p:cNvSpPr>
            <a:spLocks noGrp="1"/>
          </p:cNvSpPr>
          <p:nvPr>
            <p:ph type="sldNum" sz="quarter" idx="5"/>
          </p:nvPr>
        </p:nvSpPr>
        <p:spPr/>
        <p:txBody>
          <a:bodyPr/>
          <a:lstStyle/>
          <a:p>
            <a:fld id="{714F98C5-104A-4306-A391-25ED065B3097}" type="slidenum">
              <a:rPr lang="zh-CN" altLang="en-US" smtClean="0"/>
              <a:t>4</a:t>
            </a:fld>
            <a:endParaRPr lang="zh-CN" altLang="en-US"/>
          </a:p>
        </p:txBody>
      </p:sp>
    </p:spTree>
    <p:extLst>
      <p:ext uri="{BB962C8B-B14F-4D97-AF65-F5344CB8AC3E}">
        <p14:creationId xmlns:p14="http://schemas.microsoft.com/office/powerpoint/2010/main" val="3739011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37A5B-2EE2-DFD4-BCF1-6AD9E171C12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BA4EB4A-A386-ED88-2FD2-4C6CC8D9A30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70EFD97-02BA-516B-1B36-4138074C23FD}"/>
              </a:ext>
            </a:extLst>
          </p:cNvPr>
          <p:cNvSpPr>
            <a:spLocks noGrp="1"/>
          </p:cNvSpPr>
          <p:nvPr>
            <p:ph type="body" idx="1"/>
          </p:nvPr>
        </p:nvSpPr>
        <p:spPr/>
        <p:txBody>
          <a:bodyPr/>
          <a:lstStyle/>
          <a:p>
            <a:pPr>
              <a:lnSpc>
                <a:spcPts val="1425"/>
              </a:lnSpc>
              <a:buNone/>
            </a:pPr>
            <a:r>
              <a:rPr lang="zh-CN" altLang="en-US" b="0" dirty="0">
                <a:solidFill>
                  <a:srgbClr val="D4D4D4"/>
                </a:solidFill>
                <a:effectLst/>
                <a:latin typeface="Consolas" panose="020B0609020204030204" pitchFamily="49" charset="0"/>
              </a:rPr>
              <a:t>我们计划设计两个主要的</a:t>
            </a:r>
            <a:r>
              <a:rPr lang="en-US" altLang="zh-CN" b="0" dirty="0">
                <a:solidFill>
                  <a:srgbClr val="D4D4D4"/>
                </a:solidFill>
                <a:effectLst/>
                <a:latin typeface="Consolas" panose="020B0609020204030204" pitchFamily="49" charset="0"/>
              </a:rPr>
              <a:t>UDF</a:t>
            </a:r>
            <a:r>
              <a:rPr lang="zh-CN" altLang="en-US" b="0" dirty="0">
                <a:solidFill>
                  <a:srgbClr val="D4D4D4"/>
                </a:solidFill>
                <a:effectLst/>
                <a:latin typeface="Consolas" panose="020B0609020204030204" pitchFamily="49" charset="0"/>
              </a:rPr>
              <a:t>函数：</a:t>
            </a:r>
            <a:r>
              <a:rPr lang="en-US" altLang="zh-CN" b="0" dirty="0">
                <a:solidFill>
                  <a:srgbClr val="CE9178"/>
                </a:solidFill>
                <a:effectLst/>
                <a:latin typeface="Consolas" panose="020B0609020204030204" pitchFamily="49" charset="0"/>
              </a:rPr>
              <a:t>`</a:t>
            </a:r>
            <a:r>
              <a:rPr lang="en-US" altLang="zh-CN" b="0" dirty="0" err="1">
                <a:solidFill>
                  <a:srgbClr val="CE9178"/>
                </a:solidFill>
                <a:effectLst/>
                <a:latin typeface="Consolas" panose="020B0609020204030204" pitchFamily="49" charset="0"/>
              </a:rPr>
              <a:t>calculate_mp</a:t>
            </a:r>
            <a:r>
              <a:rPr lang="en-US" altLang="zh-CN" b="0" dirty="0">
                <a:solidFill>
                  <a:srgbClr val="CE9178"/>
                </a:solidFill>
                <a:effectLst/>
                <a:latin typeface="Consolas" panose="020B0609020204030204" pitchFamily="49" charset="0"/>
              </a:rPr>
              <a:t>`</a:t>
            </a:r>
            <a:r>
              <a:rPr lang="zh-CN" altLang="en-US" b="0" dirty="0">
                <a:solidFill>
                  <a:srgbClr val="D4D4D4"/>
                </a:solidFill>
                <a:effectLst/>
                <a:latin typeface="Consolas" panose="020B0609020204030204" pitchFamily="49" charset="0"/>
              </a:rPr>
              <a:t>用于计算</a:t>
            </a:r>
            <a:r>
              <a:rPr lang="en-US" altLang="zh-CN" b="0" dirty="0">
                <a:solidFill>
                  <a:srgbClr val="D4D4D4"/>
                </a:solidFill>
                <a:effectLst/>
                <a:latin typeface="Consolas" panose="020B0609020204030204" pitchFamily="49" charset="0"/>
              </a:rPr>
              <a:t>Matrix Profile</a:t>
            </a:r>
            <a:r>
              <a:rPr lang="zh-CN" altLang="en-US" b="0" dirty="0">
                <a:solidFill>
                  <a:srgbClr val="D4D4D4"/>
                </a:solidFill>
                <a:effectLst/>
                <a:latin typeface="Consolas" panose="020B0609020204030204" pitchFamily="49" charset="0"/>
              </a:rPr>
              <a:t>，</a:t>
            </a:r>
            <a:r>
              <a:rPr lang="en-US" altLang="zh-CN" b="0" dirty="0">
                <a:solidFill>
                  <a:srgbClr val="CE9178"/>
                </a:solidFill>
                <a:effectLst/>
                <a:latin typeface="Consolas" panose="020B0609020204030204" pitchFamily="49" charset="0"/>
              </a:rPr>
              <a:t>`</a:t>
            </a:r>
            <a:r>
              <a:rPr lang="en-US" altLang="zh-CN" b="0" dirty="0" err="1">
                <a:solidFill>
                  <a:srgbClr val="CE9178"/>
                </a:solidFill>
                <a:effectLst/>
                <a:latin typeface="Consolas" panose="020B0609020204030204" pitchFamily="49" charset="0"/>
              </a:rPr>
              <a:t>detect_anomalies</a:t>
            </a:r>
            <a:r>
              <a:rPr lang="en-US" altLang="zh-CN" b="0" dirty="0">
                <a:solidFill>
                  <a:srgbClr val="CE9178"/>
                </a:solidFill>
                <a:effectLst/>
                <a:latin typeface="Consolas" panose="020B0609020204030204" pitchFamily="49" charset="0"/>
              </a:rPr>
              <a:t>`</a:t>
            </a:r>
            <a:r>
              <a:rPr lang="zh-CN" altLang="en-US" b="0" dirty="0">
                <a:solidFill>
                  <a:srgbClr val="D4D4D4"/>
                </a:solidFill>
                <a:effectLst/>
                <a:latin typeface="Consolas" panose="020B0609020204030204" pitchFamily="49" charset="0"/>
              </a:rPr>
              <a:t>用于基于</a:t>
            </a:r>
            <a:r>
              <a:rPr lang="en-US" altLang="zh-CN" b="0" dirty="0">
                <a:solidFill>
                  <a:srgbClr val="D4D4D4"/>
                </a:solidFill>
                <a:effectLst/>
                <a:latin typeface="Consolas" panose="020B0609020204030204" pitchFamily="49" charset="0"/>
              </a:rPr>
              <a:t>Matrix Profile</a:t>
            </a:r>
            <a:r>
              <a:rPr lang="zh-CN" altLang="en-US" b="0" dirty="0">
                <a:solidFill>
                  <a:srgbClr val="D4D4D4"/>
                </a:solidFill>
                <a:effectLst/>
                <a:latin typeface="Consolas" panose="020B0609020204030204" pitchFamily="49" charset="0"/>
              </a:rPr>
              <a:t>进行异常检测。</a:t>
            </a:r>
          </a:p>
          <a:p>
            <a:pPr>
              <a:lnSpc>
                <a:spcPts val="1425"/>
              </a:lnSpc>
              <a:buNone/>
            </a:pPr>
            <a:br>
              <a:rPr lang="zh-CN" altLang="en-US" b="0" dirty="0">
                <a:solidFill>
                  <a:srgbClr val="D4D4D4"/>
                </a:solidFill>
                <a:effectLst/>
                <a:latin typeface="Consolas" panose="020B0609020204030204" pitchFamily="49" charset="0"/>
              </a:rPr>
            </a:br>
            <a:r>
              <a:rPr lang="zh-CN" altLang="en-US" b="0" dirty="0">
                <a:solidFill>
                  <a:srgbClr val="D4D4D4"/>
                </a:solidFill>
                <a:effectLst/>
                <a:latin typeface="Consolas" panose="020B0609020204030204" pitchFamily="49" charset="0"/>
              </a:rPr>
              <a:t>如架构图所示，实现将分为三层：</a:t>
            </a:r>
            <a:r>
              <a:rPr lang="en-US" altLang="zh-CN" b="0" dirty="0">
                <a:solidFill>
                  <a:srgbClr val="D4D4D4"/>
                </a:solidFill>
                <a:effectLst/>
                <a:latin typeface="Consolas" panose="020B0609020204030204" pitchFamily="49" charset="0"/>
              </a:rPr>
              <a:t>UDF</a:t>
            </a:r>
            <a:r>
              <a:rPr lang="zh-CN" altLang="en-US" b="0" dirty="0">
                <a:solidFill>
                  <a:srgbClr val="D4D4D4"/>
                </a:solidFill>
                <a:effectLst/>
                <a:latin typeface="Consolas" panose="020B0609020204030204" pitchFamily="49" charset="0"/>
              </a:rPr>
              <a:t>函数层直接与</a:t>
            </a:r>
            <a:r>
              <a:rPr lang="en-US" altLang="zh-CN" b="0" dirty="0" err="1">
                <a:solidFill>
                  <a:srgbClr val="D4D4D4"/>
                </a:solidFill>
                <a:effectLst/>
                <a:latin typeface="Consolas" panose="020B0609020204030204" pitchFamily="49" charset="0"/>
              </a:rPr>
              <a:t>IoTDB</a:t>
            </a:r>
            <a:r>
              <a:rPr lang="zh-CN" altLang="en-US" b="0" dirty="0">
                <a:solidFill>
                  <a:srgbClr val="D4D4D4"/>
                </a:solidFill>
                <a:effectLst/>
                <a:latin typeface="Consolas" panose="020B0609020204030204" pitchFamily="49" charset="0"/>
              </a:rPr>
              <a:t>交互；核心算法层实现</a:t>
            </a:r>
            <a:r>
              <a:rPr lang="en-US" altLang="zh-CN" b="0" dirty="0">
                <a:solidFill>
                  <a:srgbClr val="D4D4D4"/>
                </a:solidFill>
                <a:effectLst/>
                <a:latin typeface="Consolas" panose="020B0609020204030204" pitchFamily="49" charset="0"/>
              </a:rPr>
              <a:t>STAMP</a:t>
            </a:r>
            <a:r>
              <a:rPr lang="zh-CN" altLang="en-US" b="0" dirty="0">
                <a:solidFill>
                  <a:srgbClr val="D4D4D4"/>
                </a:solidFill>
                <a:effectLst/>
                <a:latin typeface="Consolas" panose="020B0609020204030204" pitchFamily="49" charset="0"/>
              </a:rPr>
              <a:t>算法及距离计算；工具层提供归一化、</a:t>
            </a:r>
            <a:r>
              <a:rPr lang="en-US" altLang="zh-CN" b="0" dirty="0">
                <a:solidFill>
                  <a:srgbClr val="D4D4D4"/>
                </a:solidFill>
                <a:effectLst/>
                <a:latin typeface="Consolas" panose="020B0609020204030204" pitchFamily="49" charset="0"/>
              </a:rPr>
              <a:t>FFT</a:t>
            </a:r>
            <a:r>
              <a:rPr lang="zh-CN" altLang="en-US" b="0" dirty="0">
                <a:solidFill>
                  <a:srgbClr val="D4D4D4"/>
                </a:solidFill>
                <a:effectLst/>
                <a:latin typeface="Consolas" panose="020B0609020204030204" pitchFamily="49" charset="0"/>
              </a:rPr>
              <a:t>变换等基础功能。</a:t>
            </a:r>
          </a:p>
          <a:p>
            <a:pPr>
              <a:lnSpc>
                <a:spcPts val="1425"/>
              </a:lnSpc>
            </a:pPr>
            <a:br>
              <a:rPr lang="zh-CN" altLang="en-US" b="0" dirty="0">
                <a:solidFill>
                  <a:srgbClr val="D4D4D4"/>
                </a:solidFill>
                <a:effectLst/>
                <a:latin typeface="Consolas" panose="020B0609020204030204" pitchFamily="49" charset="0"/>
              </a:rPr>
            </a:br>
            <a:r>
              <a:rPr lang="zh-CN" altLang="en-US" b="0" dirty="0">
                <a:solidFill>
                  <a:srgbClr val="D4D4D4"/>
                </a:solidFill>
                <a:effectLst/>
                <a:latin typeface="Consolas" panose="020B0609020204030204" pitchFamily="49" charset="0"/>
              </a:rPr>
              <a:t>函数接口设计保持简洁，输入包括时间序列数据和必要参数，输出为</a:t>
            </a:r>
            <a:r>
              <a:rPr lang="en-US" altLang="zh-CN" b="0" dirty="0">
                <a:solidFill>
                  <a:srgbClr val="D4D4D4"/>
                </a:solidFill>
                <a:effectLst/>
                <a:latin typeface="Consolas" panose="020B0609020204030204" pitchFamily="49" charset="0"/>
              </a:rPr>
              <a:t>Matrix Profile</a:t>
            </a:r>
            <a:r>
              <a:rPr lang="zh-CN" altLang="en-US" b="0" dirty="0">
                <a:solidFill>
                  <a:srgbClr val="D4D4D4"/>
                </a:solidFill>
                <a:effectLst/>
                <a:latin typeface="Consolas" panose="020B0609020204030204" pitchFamily="49" charset="0"/>
              </a:rPr>
              <a:t>值和检测到的异常位置。</a:t>
            </a:r>
          </a:p>
          <a:p>
            <a:endParaRPr lang="zh-CN" altLang="en-US" dirty="0"/>
          </a:p>
        </p:txBody>
      </p:sp>
      <p:sp>
        <p:nvSpPr>
          <p:cNvPr id="4" name="灯片编号占位符 3">
            <a:extLst>
              <a:ext uri="{FF2B5EF4-FFF2-40B4-BE49-F238E27FC236}">
                <a16:creationId xmlns:a16="http://schemas.microsoft.com/office/drawing/2014/main" id="{232FD5DD-AC82-62F7-0E25-A2731848781F}"/>
              </a:ext>
            </a:extLst>
          </p:cNvPr>
          <p:cNvSpPr>
            <a:spLocks noGrp="1"/>
          </p:cNvSpPr>
          <p:nvPr>
            <p:ph type="sldNum" sz="quarter" idx="5"/>
          </p:nvPr>
        </p:nvSpPr>
        <p:spPr/>
        <p:txBody>
          <a:bodyPr/>
          <a:lstStyle/>
          <a:p>
            <a:fld id="{714F98C5-104A-4306-A391-25ED065B3097}" type="slidenum">
              <a:rPr lang="zh-CN" altLang="en-US" smtClean="0"/>
              <a:t>5</a:t>
            </a:fld>
            <a:endParaRPr lang="zh-CN" altLang="en-US"/>
          </a:p>
        </p:txBody>
      </p:sp>
    </p:spTree>
    <p:extLst>
      <p:ext uri="{BB962C8B-B14F-4D97-AF65-F5344CB8AC3E}">
        <p14:creationId xmlns:p14="http://schemas.microsoft.com/office/powerpoint/2010/main" val="34276832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ts val="1425"/>
              </a:lnSpc>
              <a:buNone/>
            </a:pPr>
            <a:r>
              <a:rPr lang="zh-CN" altLang="en-US" b="0">
                <a:solidFill>
                  <a:srgbClr val="D4D4D4"/>
                </a:solidFill>
                <a:effectLst/>
                <a:latin typeface="Consolas" panose="020B0609020204030204" pitchFamily="49" charset="0"/>
              </a:rPr>
              <a:t>我们的实现计划分三个阶段：第一阶段深入研究</a:t>
            </a:r>
            <a:r>
              <a:rPr lang="en-US" altLang="zh-CN" b="0">
                <a:solidFill>
                  <a:srgbClr val="D4D4D4"/>
                </a:solidFill>
                <a:effectLst/>
                <a:latin typeface="Consolas" panose="020B0609020204030204" pitchFamily="49" charset="0"/>
              </a:rPr>
              <a:t>Matrix Profile</a:t>
            </a:r>
            <a:r>
              <a:rPr lang="zh-CN" altLang="en-US" b="0">
                <a:solidFill>
                  <a:srgbClr val="D4D4D4"/>
                </a:solidFill>
                <a:effectLst/>
                <a:latin typeface="Consolas" panose="020B0609020204030204" pitchFamily="49" charset="0"/>
              </a:rPr>
              <a:t>原理并实现基础算法；第二阶段完成异常检测功能并进行性能测试；如时间允许，第三阶段实现更高效的</a:t>
            </a:r>
            <a:r>
              <a:rPr lang="en-US" altLang="zh-CN" b="0">
                <a:solidFill>
                  <a:srgbClr val="D4D4D4"/>
                </a:solidFill>
                <a:effectLst/>
                <a:latin typeface="Consolas" panose="020B0609020204030204" pitchFamily="49" charset="0"/>
              </a:rPr>
              <a:t>STOMP</a:t>
            </a:r>
            <a:r>
              <a:rPr lang="zh-CN" altLang="en-US" b="0">
                <a:solidFill>
                  <a:srgbClr val="D4D4D4"/>
                </a:solidFill>
                <a:effectLst/>
                <a:latin typeface="Consolas" panose="020B0609020204030204" pitchFamily="49" charset="0"/>
              </a:rPr>
              <a:t>和</a:t>
            </a:r>
            <a:r>
              <a:rPr lang="en-US" altLang="zh-CN" b="0">
                <a:solidFill>
                  <a:srgbClr val="D4D4D4"/>
                </a:solidFill>
                <a:effectLst/>
                <a:latin typeface="Consolas" panose="020B0609020204030204" pitchFamily="49" charset="0"/>
              </a:rPr>
              <a:t>SCRIMP++</a:t>
            </a:r>
            <a:r>
              <a:rPr lang="zh-CN" altLang="en-US" b="0">
                <a:solidFill>
                  <a:srgbClr val="D4D4D4"/>
                </a:solidFill>
                <a:effectLst/>
                <a:latin typeface="Consolas" panose="020B0609020204030204" pitchFamily="49" charset="0"/>
              </a:rPr>
              <a:t>算法。</a:t>
            </a:r>
          </a:p>
          <a:p>
            <a:pPr>
              <a:lnSpc>
                <a:spcPts val="1425"/>
              </a:lnSpc>
            </a:pPr>
            <a:br>
              <a:rPr lang="zh-CN" altLang="en-US" b="0">
                <a:solidFill>
                  <a:srgbClr val="D4D4D4"/>
                </a:solidFill>
                <a:effectLst/>
                <a:latin typeface="Consolas" panose="020B0609020204030204" pitchFamily="49" charset="0"/>
              </a:rPr>
            </a:br>
            <a:r>
              <a:rPr lang="zh-CN" altLang="en-US" b="0">
                <a:solidFill>
                  <a:srgbClr val="D4D4D4"/>
                </a:solidFill>
                <a:effectLst/>
                <a:latin typeface="Consolas" panose="020B0609020204030204" pitchFamily="49" charset="0"/>
              </a:rPr>
              <a:t>我们将使用实际的时间序列数据集评估算法性能，确保它能在</a:t>
            </a:r>
            <a:r>
              <a:rPr lang="en-US" altLang="zh-CN" b="0">
                <a:solidFill>
                  <a:srgbClr val="D4D4D4"/>
                </a:solidFill>
                <a:effectLst/>
                <a:latin typeface="Consolas" panose="020B0609020204030204" pitchFamily="49" charset="0"/>
              </a:rPr>
              <a:t>IoTDB</a:t>
            </a:r>
            <a:r>
              <a:rPr lang="zh-CN" altLang="en-US" b="0">
                <a:solidFill>
                  <a:srgbClr val="D4D4D4"/>
                </a:solidFill>
                <a:effectLst/>
                <a:latin typeface="Consolas" panose="020B0609020204030204" pitchFamily="49" charset="0"/>
              </a:rPr>
              <a:t>环境中高效运行。</a:t>
            </a:r>
          </a:p>
          <a:p>
            <a:endParaRPr lang="zh-CN" altLang="en-US"/>
          </a:p>
        </p:txBody>
      </p:sp>
      <p:sp>
        <p:nvSpPr>
          <p:cNvPr id="4" name="灯片编号占位符 3"/>
          <p:cNvSpPr>
            <a:spLocks noGrp="1"/>
          </p:cNvSpPr>
          <p:nvPr>
            <p:ph type="sldNum" sz="quarter" idx="5"/>
          </p:nvPr>
        </p:nvSpPr>
        <p:spPr/>
        <p:txBody>
          <a:bodyPr/>
          <a:lstStyle/>
          <a:p>
            <a:fld id="{714F98C5-104A-4306-A391-25ED065B3097}" type="slidenum">
              <a:rPr lang="zh-CN" altLang="en-US" smtClean="0"/>
              <a:t>8</a:t>
            </a:fld>
            <a:endParaRPr lang="zh-CN" altLang="en-US"/>
          </a:p>
        </p:txBody>
      </p:sp>
    </p:spTree>
    <p:extLst>
      <p:ext uri="{BB962C8B-B14F-4D97-AF65-F5344CB8AC3E}">
        <p14:creationId xmlns:p14="http://schemas.microsoft.com/office/powerpoint/2010/main" val="21897045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88B5E-0C33-402C-48BA-1589D6B5F44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AC888A0-BD5D-156F-D2F8-76799443C5A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7EF33DD-35E1-DAB1-DB03-0A50585B2C01}"/>
              </a:ext>
            </a:extLst>
          </p:cNvPr>
          <p:cNvSpPr>
            <a:spLocks noGrp="1"/>
          </p:cNvSpPr>
          <p:nvPr>
            <p:ph type="body" idx="1"/>
          </p:nvPr>
        </p:nvSpPr>
        <p:spPr/>
        <p:txBody>
          <a:bodyPr/>
          <a:lstStyle/>
          <a:p>
            <a:pPr>
              <a:lnSpc>
                <a:spcPts val="1425"/>
              </a:lnSpc>
              <a:buNone/>
            </a:pPr>
            <a:r>
              <a:rPr lang="zh-CN" altLang="en-US" b="0">
                <a:solidFill>
                  <a:srgbClr val="D4D4D4"/>
                </a:solidFill>
                <a:effectLst/>
                <a:latin typeface="Consolas" panose="020B0609020204030204" pitchFamily="49" charset="0"/>
              </a:rPr>
              <a:t>我们的实现计划分三个阶段：第一阶段深入研究</a:t>
            </a:r>
            <a:r>
              <a:rPr lang="en-US" altLang="zh-CN" b="0">
                <a:solidFill>
                  <a:srgbClr val="D4D4D4"/>
                </a:solidFill>
                <a:effectLst/>
                <a:latin typeface="Consolas" panose="020B0609020204030204" pitchFamily="49" charset="0"/>
              </a:rPr>
              <a:t>Matrix Profile</a:t>
            </a:r>
            <a:r>
              <a:rPr lang="zh-CN" altLang="en-US" b="0">
                <a:solidFill>
                  <a:srgbClr val="D4D4D4"/>
                </a:solidFill>
                <a:effectLst/>
                <a:latin typeface="Consolas" panose="020B0609020204030204" pitchFamily="49" charset="0"/>
              </a:rPr>
              <a:t>原理并实现基础算法；第二阶段完成异常检测功能并进行性能测试；如时间允许，第三阶段实现更高效的</a:t>
            </a:r>
            <a:r>
              <a:rPr lang="en-US" altLang="zh-CN" b="0">
                <a:solidFill>
                  <a:srgbClr val="D4D4D4"/>
                </a:solidFill>
                <a:effectLst/>
                <a:latin typeface="Consolas" panose="020B0609020204030204" pitchFamily="49" charset="0"/>
              </a:rPr>
              <a:t>STOMP</a:t>
            </a:r>
            <a:r>
              <a:rPr lang="zh-CN" altLang="en-US" b="0">
                <a:solidFill>
                  <a:srgbClr val="D4D4D4"/>
                </a:solidFill>
                <a:effectLst/>
                <a:latin typeface="Consolas" panose="020B0609020204030204" pitchFamily="49" charset="0"/>
              </a:rPr>
              <a:t>和</a:t>
            </a:r>
            <a:r>
              <a:rPr lang="en-US" altLang="zh-CN" b="0">
                <a:solidFill>
                  <a:srgbClr val="D4D4D4"/>
                </a:solidFill>
                <a:effectLst/>
                <a:latin typeface="Consolas" panose="020B0609020204030204" pitchFamily="49" charset="0"/>
              </a:rPr>
              <a:t>SCRIMP++</a:t>
            </a:r>
            <a:r>
              <a:rPr lang="zh-CN" altLang="en-US" b="0">
                <a:solidFill>
                  <a:srgbClr val="D4D4D4"/>
                </a:solidFill>
                <a:effectLst/>
                <a:latin typeface="Consolas" panose="020B0609020204030204" pitchFamily="49" charset="0"/>
              </a:rPr>
              <a:t>算法。</a:t>
            </a:r>
          </a:p>
          <a:p>
            <a:pPr>
              <a:lnSpc>
                <a:spcPts val="1425"/>
              </a:lnSpc>
            </a:pPr>
            <a:br>
              <a:rPr lang="zh-CN" altLang="en-US" b="0">
                <a:solidFill>
                  <a:srgbClr val="D4D4D4"/>
                </a:solidFill>
                <a:effectLst/>
                <a:latin typeface="Consolas" panose="020B0609020204030204" pitchFamily="49" charset="0"/>
              </a:rPr>
            </a:br>
            <a:r>
              <a:rPr lang="zh-CN" altLang="en-US" b="0">
                <a:solidFill>
                  <a:srgbClr val="D4D4D4"/>
                </a:solidFill>
                <a:effectLst/>
                <a:latin typeface="Consolas" panose="020B0609020204030204" pitchFamily="49" charset="0"/>
              </a:rPr>
              <a:t>我们将使用实际的时间序列数据集评估算法性能，确保它能在</a:t>
            </a:r>
            <a:r>
              <a:rPr lang="en-US" altLang="zh-CN" b="0">
                <a:solidFill>
                  <a:srgbClr val="D4D4D4"/>
                </a:solidFill>
                <a:effectLst/>
                <a:latin typeface="Consolas" panose="020B0609020204030204" pitchFamily="49" charset="0"/>
              </a:rPr>
              <a:t>IoTDB</a:t>
            </a:r>
            <a:r>
              <a:rPr lang="zh-CN" altLang="en-US" b="0">
                <a:solidFill>
                  <a:srgbClr val="D4D4D4"/>
                </a:solidFill>
                <a:effectLst/>
                <a:latin typeface="Consolas" panose="020B0609020204030204" pitchFamily="49" charset="0"/>
              </a:rPr>
              <a:t>环境中高效运行。</a:t>
            </a:r>
          </a:p>
          <a:p>
            <a:endParaRPr lang="zh-CN" altLang="en-US"/>
          </a:p>
        </p:txBody>
      </p:sp>
      <p:sp>
        <p:nvSpPr>
          <p:cNvPr id="4" name="灯片编号占位符 3">
            <a:extLst>
              <a:ext uri="{FF2B5EF4-FFF2-40B4-BE49-F238E27FC236}">
                <a16:creationId xmlns:a16="http://schemas.microsoft.com/office/drawing/2014/main" id="{7EF00A9D-9B31-0954-0273-5F96BD519AB4}"/>
              </a:ext>
            </a:extLst>
          </p:cNvPr>
          <p:cNvSpPr>
            <a:spLocks noGrp="1"/>
          </p:cNvSpPr>
          <p:nvPr>
            <p:ph type="sldNum" sz="quarter" idx="5"/>
          </p:nvPr>
        </p:nvSpPr>
        <p:spPr/>
        <p:txBody>
          <a:bodyPr/>
          <a:lstStyle/>
          <a:p>
            <a:fld id="{714F98C5-104A-4306-A391-25ED065B3097}" type="slidenum">
              <a:rPr lang="zh-CN" altLang="en-US" smtClean="0"/>
              <a:t>9</a:t>
            </a:fld>
            <a:endParaRPr lang="zh-CN" altLang="en-US"/>
          </a:p>
        </p:txBody>
      </p:sp>
    </p:spTree>
    <p:extLst>
      <p:ext uri="{BB962C8B-B14F-4D97-AF65-F5344CB8AC3E}">
        <p14:creationId xmlns:p14="http://schemas.microsoft.com/office/powerpoint/2010/main" val="14631394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A2FD9-87E0-82A6-8495-C5311A938B6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4DEF59B-ED86-E1F3-DDCA-CFF6F2A1C29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58141AE-B66C-8BB3-0A8D-99B0A8282C40}"/>
              </a:ext>
            </a:extLst>
          </p:cNvPr>
          <p:cNvSpPr>
            <a:spLocks noGrp="1"/>
          </p:cNvSpPr>
          <p:nvPr>
            <p:ph type="body" idx="1"/>
          </p:nvPr>
        </p:nvSpPr>
        <p:spPr/>
        <p:txBody>
          <a:bodyPr/>
          <a:lstStyle/>
          <a:p>
            <a:pPr>
              <a:lnSpc>
                <a:spcPts val="1425"/>
              </a:lnSpc>
              <a:buNone/>
            </a:pPr>
            <a:r>
              <a:rPr lang="zh-CN" altLang="en-US" b="0">
                <a:solidFill>
                  <a:srgbClr val="D4D4D4"/>
                </a:solidFill>
                <a:effectLst/>
                <a:latin typeface="Consolas" panose="020B0609020204030204" pitchFamily="49" charset="0"/>
              </a:rPr>
              <a:t>我们的实现计划分三个阶段：第一阶段深入研究</a:t>
            </a:r>
            <a:r>
              <a:rPr lang="en-US" altLang="zh-CN" b="0">
                <a:solidFill>
                  <a:srgbClr val="D4D4D4"/>
                </a:solidFill>
                <a:effectLst/>
                <a:latin typeface="Consolas" panose="020B0609020204030204" pitchFamily="49" charset="0"/>
              </a:rPr>
              <a:t>Matrix Profile</a:t>
            </a:r>
            <a:r>
              <a:rPr lang="zh-CN" altLang="en-US" b="0">
                <a:solidFill>
                  <a:srgbClr val="D4D4D4"/>
                </a:solidFill>
                <a:effectLst/>
                <a:latin typeface="Consolas" panose="020B0609020204030204" pitchFamily="49" charset="0"/>
              </a:rPr>
              <a:t>原理并实现基础算法；第二阶段完成异常检测功能并进行性能测试；如时间允许，第三阶段实现更高效的</a:t>
            </a:r>
            <a:r>
              <a:rPr lang="en-US" altLang="zh-CN" b="0">
                <a:solidFill>
                  <a:srgbClr val="D4D4D4"/>
                </a:solidFill>
                <a:effectLst/>
                <a:latin typeface="Consolas" panose="020B0609020204030204" pitchFamily="49" charset="0"/>
              </a:rPr>
              <a:t>STOMP</a:t>
            </a:r>
            <a:r>
              <a:rPr lang="zh-CN" altLang="en-US" b="0">
                <a:solidFill>
                  <a:srgbClr val="D4D4D4"/>
                </a:solidFill>
                <a:effectLst/>
                <a:latin typeface="Consolas" panose="020B0609020204030204" pitchFamily="49" charset="0"/>
              </a:rPr>
              <a:t>和</a:t>
            </a:r>
            <a:r>
              <a:rPr lang="en-US" altLang="zh-CN" b="0">
                <a:solidFill>
                  <a:srgbClr val="D4D4D4"/>
                </a:solidFill>
                <a:effectLst/>
                <a:latin typeface="Consolas" panose="020B0609020204030204" pitchFamily="49" charset="0"/>
              </a:rPr>
              <a:t>SCRIMP++</a:t>
            </a:r>
            <a:r>
              <a:rPr lang="zh-CN" altLang="en-US" b="0">
                <a:solidFill>
                  <a:srgbClr val="D4D4D4"/>
                </a:solidFill>
                <a:effectLst/>
                <a:latin typeface="Consolas" panose="020B0609020204030204" pitchFamily="49" charset="0"/>
              </a:rPr>
              <a:t>算法。</a:t>
            </a:r>
          </a:p>
          <a:p>
            <a:pPr>
              <a:lnSpc>
                <a:spcPts val="1425"/>
              </a:lnSpc>
            </a:pPr>
            <a:br>
              <a:rPr lang="zh-CN" altLang="en-US" b="0">
                <a:solidFill>
                  <a:srgbClr val="D4D4D4"/>
                </a:solidFill>
                <a:effectLst/>
                <a:latin typeface="Consolas" panose="020B0609020204030204" pitchFamily="49" charset="0"/>
              </a:rPr>
            </a:br>
            <a:r>
              <a:rPr lang="zh-CN" altLang="en-US" b="0">
                <a:solidFill>
                  <a:srgbClr val="D4D4D4"/>
                </a:solidFill>
                <a:effectLst/>
                <a:latin typeface="Consolas" panose="020B0609020204030204" pitchFamily="49" charset="0"/>
              </a:rPr>
              <a:t>我们将使用实际的时间序列数据集评估算法性能，确保它能在</a:t>
            </a:r>
            <a:r>
              <a:rPr lang="en-US" altLang="zh-CN" b="0">
                <a:solidFill>
                  <a:srgbClr val="D4D4D4"/>
                </a:solidFill>
                <a:effectLst/>
                <a:latin typeface="Consolas" panose="020B0609020204030204" pitchFamily="49" charset="0"/>
              </a:rPr>
              <a:t>IoTDB</a:t>
            </a:r>
            <a:r>
              <a:rPr lang="zh-CN" altLang="en-US" b="0">
                <a:solidFill>
                  <a:srgbClr val="D4D4D4"/>
                </a:solidFill>
                <a:effectLst/>
                <a:latin typeface="Consolas" panose="020B0609020204030204" pitchFamily="49" charset="0"/>
              </a:rPr>
              <a:t>环境中高效运行。</a:t>
            </a:r>
          </a:p>
          <a:p>
            <a:endParaRPr lang="zh-CN" altLang="en-US"/>
          </a:p>
        </p:txBody>
      </p:sp>
      <p:sp>
        <p:nvSpPr>
          <p:cNvPr id="4" name="灯片编号占位符 3">
            <a:extLst>
              <a:ext uri="{FF2B5EF4-FFF2-40B4-BE49-F238E27FC236}">
                <a16:creationId xmlns:a16="http://schemas.microsoft.com/office/drawing/2014/main" id="{28A5908C-00DB-CA32-4298-B2E61B6429EF}"/>
              </a:ext>
            </a:extLst>
          </p:cNvPr>
          <p:cNvSpPr>
            <a:spLocks noGrp="1"/>
          </p:cNvSpPr>
          <p:nvPr>
            <p:ph type="sldNum" sz="quarter" idx="5"/>
          </p:nvPr>
        </p:nvSpPr>
        <p:spPr/>
        <p:txBody>
          <a:bodyPr/>
          <a:lstStyle/>
          <a:p>
            <a:fld id="{714F98C5-104A-4306-A391-25ED065B3097}" type="slidenum">
              <a:rPr lang="zh-CN" altLang="en-US" smtClean="0"/>
              <a:t>10</a:t>
            </a:fld>
            <a:endParaRPr lang="zh-CN" altLang="en-US"/>
          </a:p>
        </p:txBody>
      </p:sp>
    </p:spTree>
    <p:extLst>
      <p:ext uri="{BB962C8B-B14F-4D97-AF65-F5344CB8AC3E}">
        <p14:creationId xmlns:p14="http://schemas.microsoft.com/office/powerpoint/2010/main" val="2585958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ts val="1425"/>
              </a:lnSpc>
              <a:buNone/>
            </a:pPr>
            <a:r>
              <a:rPr lang="zh-CN" altLang="en-US" b="0">
                <a:solidFill>
                  <a:srgbClr val="D4D4D4"/>
                </a:solidFill>
                <a:effectLst/>
                <a:latin typeface="Consolas" panose="020B0609020204030204" pitchFamily="49" charset="0"/>
              </a:rPr>
              <a:t>总结来说，我们的工作将为</a:t>
            </a:r>
            <a:r>
              <a:rPr lang="en-US" altLang="zh-CN" b="0">
                <a:solidFill>
                  <a:srgbClr val="D4D4D4"/>
                </a:solidFill>
                <a:effectLst/>
                <a:latin typeface="Consolas" panose="020B0609020204030204" pitchFamily="49" charset="0"/>
              </a:rPr>
              <a:t>IoTDB</a:t>
            </a:r>
            <a:r>
              <a:rPr lang="zh-CN" altLang="en-US" b="0">
                <a:solidFill>
                  <a:srgbClr val="D4D4D4"/>
                </a:solidFill>
                <a:effectLst/>
                <a:latin typeface="Consolas" panose="020B0609020204030204" pitchFamily="49" charset="0"/>
              </a:rPr>
              <a:t>提供高效的异常检测能力，降低时间序列异常检测的使用门槛。未来，我们希望进一步扩展支持多维时间序列分析和实现在线流式计算。</a:t>
            </a:r>
            <a:br>
              <a:rPr lang="zh-CN" altLang="en-US" b="0">
                <a:solidFill>
                  <a:srgbClr val="D4D4D4"/>
                </a:solidFill>
                <a:effectLst/>
                <a:latin typeface="Consolas" panose="020B0609020204030204" pitchFamily="49" charset="0"/>
              </a:rPr>
            </a:br>
            <a:endParaRPr lang="en-US" altLang="zh-CN" b="0">
              <a:solidFill>
                <a:srgbClr val="D4D4D4"/>
              </a:solidFill>
              <a:effectLst/>
              <a:latin typeface="Consolas" panose="020B0609020204030204" pitchFamily="49" charset="0"/>
            </a:endParaRPr>
          </a:p>
          <a:p>
            <a:pPr>
              <a:lnSpc>
                <a:spcPts val="1425"/>
              </a:lnSpc>
              <a:buNone/>
            </a:pPr>
            <a:r>
              <a:rPr lang="zh-CN" altLang="en-US" b="0">
                <a:solidFill>
                  <a:srgbClr val="D4D4D4"/>
                </a:solidFill>
                <a:effectLst/>
                <a:latin typeface="Consolas" panose="020B0609020204030204" pitchFamily="49" charset="0"/>
              </a:rPr>
              <a:t>感谢大家的倾听，欢迎提问。</a:t>
            </a:r>
          </a:p>
          <a:p>
            <a:endParaRPr lang="zh-CN" altLang="en-US"/>
          </a:p>
        </p:txBody>
      </p:sp>
      <p:sp>
        <p:nvSpPr>
          <p:cNvPr id="4" name="灯片编号占位符 3"/>
          <p:cNvSpPr>
            <a:spLocks noGrp="1"/>
          </p:cNvSpPr>
          <p:nvPr>
            <p:ph type="sldNum" sz="quarter" idx="5"/>
          </p:nvPr>
        </p:nvSpPr>
        <p:spPr/>
        <p:txBody>
          <a:bodyPr/>
          <a:lstStyle/>
          <a:p>
            <a:fld id="{714F98C5-104A-4306-A391-25ED065B3097}" type="slidenum">
              <a:rPr lang="zh-CN" altLang="en-US" smtClean="0"/>
              <a:t>11</a:t>
            </a:fld>
            <a:endParaRPr lang="zh-CN" altLang="en-US"/>
          </a:p>
        </p:txBody>
      </p:sp>
    </p:spTree>
    <p:extLst>
      <p:ext uri="{BB962C8B-B14F-4D97-AF65-F5344CB8AC3E}">
        <p14:creationId xmlns:p14="http://schemas.microsoft.com/office/powerpoint/2010/main" val="31742996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normAutofit/>
          </a:bodyPr>
          <a:lstStyle>
            <a:lvl1pPr algn="ctr">
              <a:defRPr sz="4400" b="1"/>
            </a:lvl1pPr>
          </a:lstStyle>
          <a:p>
            <a:r>
              <a:rPr kumimoji="1" lang="zh-CN" altLang="en-US"/>
              <a:t>单击此处编辑母版标题样式</a:t>
            </a:r>
            <a:endParaRPr kumimoji="1" lang="zh-CN" altLang="en-US" dirty="0"/>
          </a:p>
        </p:txBody>
      </p:sp>
      <p:sp>
        <p:nvSpPr>
          <p:cNvPr id="3" name="副标题 2"/>
          <p:cNvSpPr>
            <a:spLocks noGrp="1"/>
          </p:cNvSpPr>
          <p:nvPr>
            <p:ph type="subTitle" idx="1"/>
          </p:nvPr>
        </p:nvSpPr>
        <p:spPr>
          <a:xfrm>
            <a:off x="1524000" y="3602038"/>
            <a:ext cx="9144000" cy="1655762"/>
          </a:xfrm>
        </p:spPr>
        <p:txBody>
          <a:bodyPr>
            <a:normAutofit/>
          </a:bodyPr>
          <a:lstStyle>
            <a:lvl1pPr marL="0" indent="0" algn="ctr">
              <a:buNone/>
              <a:defRPr sz="24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zh-CN" altLang="en-US"/>
              <a:t>单击此处编辑母版副标题样式</a:t>
            </a:r>
            <a:endParaRPr kumimoji="1" lang="zh-CN" altLang="en-US" dirty="0"/>
          </a:p>
        </p:txBody>
      </p:sp>
      <p:sp>
        <p:nvSpPr>
          <p:cNvPr id="4" name="日期占位符 3"/>
          <p:cNvSpPr>
            <a:spLocks noGrp="1"/>
          </p:cNvSpPr>
          <p:nvPr>
            <p:ph type="dt" sz="half" idx="10"/>
          </p:nvPr>
        </p:nvSpPr>
        <p:spPr/>
        <p:txBody>
          <a:bodyPr/>
          <a:lstStyle/>
          <a:p>
            <a:fld id="{350FE019-E760-3E4B-9D9A-C701DD2BAC99}" type="datetime1">
              <a:rPr lang="zh-CN" altLang="en-US" smtClean="0"/>
              <a:t>2025/6/4</a:t>
            </a:fld>
            <a:endParaRPr 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D0BA80A-DD45-4E53-A64F-B6712A67CF0B}" type="slidenum">
              <a:rPr lang="zh-CN" altLang="en-US" smtClean="0"/>
              <a:t>‹#›</a:t>
            </a:fld>
            <a:endParaRPr lang="zh-CN" altLang="en-US"/>
          </a:p>
        </p:txBody>
      </p:sp>
    </p:spTree>
    <p:extLst>
      <p:ext uri="{BB962C8B-B14F-4D97-AF65-F5344CB8AC3E}">
        <p14:creationId xmlns:p14="http://schemas.microsoft.com/office/powerpoint/2010/main" val="1047478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5999" y="360000"/>
            <a:ext cx="11279999" cy="1080000"/>
          </a:xfrm>
        </p:spPr>
        <p:txBody>
          <a:bodyPr/>
          <a:lstStyle/>
          <a:p>
            <a:r>
              <a:rPr kumimoji="1" lang="zh-CN" altLang="en-US"/>
              <a:t>单击此处编辑母版标题样式</a:t>
            </a:r>
            <a:endParaRPr kumimoji="1" lang="zh-CN" altLang="en-US" dirty="0"/>
          </a:p>
        </p:txBody>
      </p:sp>
      <p:sp>
        <p:nvSpPr>
          <p:cNvPr id="3" name="内容占位符 2"/>
          <p:cNvSpPr>
            <a:spLocks noGrp="1"/>
          </p:cNvSpPr>
          <p:nvPr>
            <p:ph idx="1"/>
          </p:nvPr>
        </p:nvSpPr>
        <p:spPr>
          <a:xfrm>
            <a:off x="455999" y="1440001"/>
            <a:ext cx="11279999" cy="4916351"/>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50977A40-7029-BA40-9ACF-36AA6A99E5C6}" type="datetime1">
              <a:rPr lang="zh-CN" altLang="en-US" smtClean="0"/>
              <a:t>2025/6/4</a:t>
            </a:fld>
            <a:endParaRPr 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D0BA80A-DD45-4E53-A64F-B6712A67CF0B}" type="slidenum">
              <a:rPr lang="zh-CN" altLang="en-US" smtClean="0"/>
              <a:t>‹#›</a:t>
            </a:fld>
            <a:endParaRPr lang="zh-CN" altLang="en-US"/>
          </a:p>
        </p:txBody>
      </p:sp>
    </p:spTree>
    <p:extLst>
      <p:ext uri="{BB962C8B-B14F-4D97-AF65-F5344CB8AC3E}">
        <p14:creationId xmlns:p14="http://schemas.microsoft.com/office/powerpoint/2010/main" val="2942047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accent1">
            <a:lumMod val="50000"/>
          </a:schemeClr>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44549" y="2569368"/>
            <a:ext cx="10515600" cy="1719261"/>
          </a:xfrm>
        </p:spPr>
        <p:txBody>
          <a:bodyPr anchor="ctr">
            <a:normAutofit/>
          </a:bodyPr>
          <a:lstStyle>
            <a:lvl1pPr>
              <a:defRPr sz="4000" b="1">
                <a:solidFill>
                  <a:schemeClr val="bg1"/>
                </a:solidFill>
              </a:defRPr>
            </a:lvl1pPr>
          </a:lstStyle>
          <a:p>
            <a:r>
              <a:rPr kumimoji="1" lang="zh-CN" altLang="en-US"/>
              <a:t>单击此处编辑母版标题样式</a:t>
            </a:r>
            <a:endParaRPr kumimoji="1" lang="zh-CN" altLang="en-US" dirty="0"/>
          </a:p>
        </p:txBody>
      </p:sp>
      <p:sp>
        <p:nvSpPr>
          <p:cNvPr id="3" name="文本占位符 2"/>
          <p:cNvSpPr>
            <a:spLocks noGrp="1"/>
          </p:cNvSpPr>
          <p:nvPr>
            <p:ph type="body" idx="1"/>
          </p:nvPr>
        </p:nvSpPr>
        <p:spPr>
          <a:xfrm>
            <a:off x="831851" y="4288629"/>
            <a:ext cx="10515600" cy="1801023"/>
          </a:xfrm>
        </p:spPr>
        <p:txBody>
          <a:bodyPr>
            <a:normAutofit/>
          </a:bodyPr>
          <a:lstStyle>
            <a:lvl1pPr marL="0" indent="0" algn="ctr">
              <a:buNone/>
              <a:defRPr sz="24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fld id="{BF53B348-4E3E-C94E-B7C9-8E2A38991980}" type="datetime1">
              <a:rPr lang="zh-CN" altLang="en-US" smtClean="0"/>
              <a:t>2025/6/4</a:t>
            </a:fld>
            <a:endParaRPr 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D0BA80A-DD45-4E53-A64F-B6712A67CF0B}" type="slidenum">
              <a:rPr lang="zh-CN" altLang="en-US" smtClean="0"/>
              <a:t>‹#›</a:t>
            </a:fld>
            <a:endParaRPr lang="zh-CN" altLang="en-US"/>
          </a:p>
        </p:txBody>
      </p:sp>
    </p:spTree>
    <p:extLst>
      <p:ext uri="{BB962C8B-B14F-4D97-AF65-F5344CB8AC3E}">
        <p14:creationId xmlns:p14="http://schemas.microsoft.com/office/powerpoint/2010/main" val="223956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456001" y="1445127"/>
            <a:ext cx="5563800" cy="4911225"/>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6172199" y="1445127"/>
            <a:ext cx="5563800" cy="4911225"/>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endParaRPr kumimoji="1" lang="zh-CN" altLang="en-US" dirty="0"/>
          </a:p>
        </p:txBody>
      </p:sp>
      <p:sp>
        <p:nvSpPr>
          <p:cNvPr id="5" name="日期占位符 4"/>
          <p:cNvSpPr>
            <a:spLocks noGrp="1"/>
          </p:cNvSpPr>
          <p:nvPr>
            <p:ph type="dt" sz="half" idx="10"/>
          </p:nvPr>
        </p:nvSpPr>
        <p:spPr/>
        <p:txBody>
          <a:bodyPr/>
          <a:lstStyle/>
          <a:p>
            <a:fld id="{BE1735C3-E151-D149-8367-52752331990A}" type="datetime1">
              <a:rPr lang="zh-CN" altLang="en-US" smtClean="0"/>
              <a:t>2025/6/4</a:t>
            </a:fld>
            <a:endParaRPr 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D0BA80A-DD45-4E53-A64F-B6712A67CF0B}" type="slidenum">
              <a:rPr lang="zh-CN" altLang="en-US" smtClean="0"/>
              <a:t>‹#›</a:t>
            </a:fld>
            <a:endParaRPr lang="zh-CN" altLang="en-US"/>
          </a:p>
        </p:txBody>
      </p:sp>
    </p:spTree>
    <p:extLst>
      <p:ext uri="{BB962C8B-B14F-4D97-AF65-F5344CB8AC3E}">
        <p14:creationId xmlns:p14="http://schemas.microsoft.com/office/powerpoint/2010/main" val="3147168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kumimoji="1"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zh-CN" altLang="en-US"/>
              <a:t>单击此处编辑母版文本样式</a:t>
            </a:r>
          </a:p>
        </p:txBody>
      </p:sp>
      <p:sp>
        <p:nvSpPr>
          <p:cNvPr id="4" name="内容占位符 3"/>
          <p:cNvSpPr>
            <a:spLocks noGrp="1"/>
          </p:cNvSpPr>
          <p:nvPr>
            <p:ph sz="half" idx="2"/>
          </p:nvPr>
        </p:nvSpPr>
        <p:spPr>
          <a:xfrm>
            <a:off x="839789"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zh-CN" altLang="en-US"/>
              <a:t>单击此处编辑母版文本样式</a:t>
            </a:r>
          </a:p>
        </p:txBody>
      </p:sp>
      <p:sp>
        <p:nvSpPr>
          <p:cNvPr id="6" name="内容占位符 5"/>
          <p:cNvSpPr>
            <a:spLocks noGrp="1"/>
          </p:cNvSpPr>
          <p:nvPr>
            <p:ph sz="quarter" idx="4"/>
          </p:nvPr>
        </p:nvSpPr>
        <p:spPr>
          <a:xfrm>
            <a:off x="6172201"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p>
            <a:fld id="{3DF0EE5E-BEC1-744F-8ED1-6F12A2E5F583}" type="datetime1">
              <a:rPr lang="zh-CN" altLang="en-US" smtClean="0"/>
              <a:t>2025/6/4</a:t>
            </a:fld>
            <a:endParaRPr 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D0BA80A-DD45-4E53-A64F-B6712A67CF0B}" type="slidenum">
              <a:rPr lang="zh-CN" altLang="en-US" smtClean="0"/>
              <a:t>‹#›</a:t>
            </a:fld>
            <a:endParaRPr lang="zh-CN" altLang="en-US"/>
          </a:p>
        </p:txBody>
      </p:sp>
    </p:spTree>
    <p:extLst>
      <p:ext uri="{BB962C8B-B14F-4D97-AF65-F5344CB8AC3E}">
        <p14:creationId xmlns:p14="http://schemas.microsoft.com/office/powerpoint/2010/main" val="2900103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02C5B7B8-B343-474E-B842-8C2C33491041}" type="datetime1">
              <a:rPr lang="zh-CN" altLang="en-US" smtClean="0"/>
              <a:t>2025/6/4</a:t>
            </a:fld>
            <a:endParaRPr 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D0BA80A-DD45-4E53-A64F-B6712A67CF0B}" type="slidenum">
              <a:rPr lang="zh-CN" altLang="en-US" smtClean="0"/>
              <a:t>‹#›</a:t>
            </a:fld>
            <a:endParaRPr lang="zh-CN" altLang="en-US"/>
          </a:p>
        </p:txBody>
      </p:sp>
    </p:spTree>
    <p:extLst>
      <p:ext uri="{BB962C8B-B14F-4D97-AF65-F5344CB8AC3E}">
        <p14:creationId xmlns:p14="http://schemas.microsoft.com/office/powerpoint/2010/main" val="3595082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DAB0B4B-2C4E-624A-9009-C313AF9F56FC}" type="datetime1">
              <a:rPr lang="zh-CN" altLang="en-US" smtClean="0"/>
              <a:t>2025/6/4</a:t>
            </a:fld>
            <a:endParaRPr lang="en-US"/>
          </a:p>
        </p:txBody>
      </p:sp>
      <p:sp>
        <p:nvSpPr>
          <p:cNvPr id="3" name="页脚占位符 2"/>
          <p:cNvSpPr>
            <a:spLocks noGrp="1"/>
          </p:cNvSpPr>
          <p:nvPr>
            <p:ph type="ftr" sz="quarter" idx="11"/>
          </p:nvPr>
        </p:nvSpPr>
        <p:spPr/>
        <p:txBody>
          <a:bodyPr/>
          <a:lstStyle/>
          <a:p>
            <a:endParaRPr lang="zh-CN" altLang="en-US" dirty="0"/>
          </a:p>
        </p:txBody>
      </p:sp>
      <p:sp>
        <p:nvSpPr>
          <p:cNvPr id="4" name="灯片编号占位符 3"/>
          <p:cNvSpPr>
            <a:spLocks noGrp="1"/>
          </p:cNvSpPr>
          <p:nvPr>
            <p:ph type="sldNum" sz="quarter" idx="12"/>
          </p:nvPr>
        </p:nvSpPr>
        <p:spPr/>
        <p:txBody>
          <a:bodyPr/>
          <a:lstStyle/>
          <a:p>
            <a:fld id="{8D0BA80A-DD45-4E53-A64F-B6712A67CF0B}" type="slidenum">
              <a:rPr lang="zh-CN" altLang="en-US" smtClean="0"/>
              <a:t>‹#›</a:t>
            </a:fld>
            <a:endParaRPr lang="zh-CN" altLang="en-US"/>
          </a:p>
        </p:txBody>
      </p:sp>
    </p:spTree>
    <p:extLst>
      <p:ext uri="{BB962C8B-B14F-4D97-AF65-F5344CB8AC3E}">
        <p14:creationId xmlns:p14="http://schemas.microsoft.com/office/powerpoint/2010/main" val="3456687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kumimoji="1" lang="zh-CN" altLang="en-US"/>
              <a:t>单击此处编辑母版标题样式</a:t>
            </a:r>
          </a:p>
        </p:txBody>
      </p:sp>
      <p:sp>
        <p:nvSpPr>
          <p:cNvPr id="3" name="内容占位符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40636B60-26D3-B248-869B-B837B972D519}" type="datetime1">
              <a:rPr lang="zh-CN" altLang="en-US" smtClean="0"/>
              <a:t>2025/6/4</a:t>
            </a:fld>
            <a:endParaRPr 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D0BA80A-DD45-4E53-A64F-B6712A67CF0B}" type="slidenum">
              <a:rPr lang="zh-CN" altLang="en-US" smtClean="0"/>
              <a:t>‹#›</a:t>
            </a:fld>
            <a:endParaRPr lang="zh-CN" altLang="en-US"/>
          </a:p>
        </p:txBody>
      </p:sp>
    </p:spTree>
    <p:extLst>
      <p:ext uri="{BB962C8B-B14F-4D97-AF65-F5344CB8AC3E}">
        <p14:creationId xmlns:p14="http://schemas.microsoft.com/office/powerpoint/2010/main" val="1970080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kumimoji="1" lang="zh-CN" altLang="en-US"/>
              <a:t>单击此处编辑母版标题样式</a:t>
            </a:r>
          </a:p>
        </p:txBody>
      </p:sp>
      <p:sp>
        <p:nvSpPr>
          <p:cNvPr id="3" name="图片占位符 2"/>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kumimoji="1" lang="zh-CN" altLang="en-US"/>
              <a:t>单击图标添加图片</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341AF7A8-EF9F-6C46-9069-FBF3597D6901}" type="datetime1">
              <a:rPr lang="zh-CN" altLang="en-US" smtClean="0"/>
              <a:t>2025/6/4</a:t>
            </a:fld>
            <a:endParaRPr 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D0BA80A-DD45-4E53-A64F-B6712A67CF0B}" type="slidenum">
              <a:rPr lang="zh-CN" altLang="en-US" smtClean="0"/>
              <a:t>‹#›</a:t>
            </a:fld>
            <a:endParaRPr lang="zh-CN" altLang="en-US"/>
          </a:p>
        </p:txBody>
      </p:sp>
    </p:spTree>
    <p:extLst>
      <p:ext uri="{BB962C8B-B14F-4D97-AF65-F5344CB8AC3E}">
        <p14:creationId xmlns:p14="http://schemas.microsoft.com/office/powerpoint/2010/main" val="2352225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字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2CE419EA-F727-F84E-B47B-86AC8905C04B}" type="datetime1">
              <a:rPr lang="zh-CN" altLang="en-US" smtClean="0"/>
              <a:t>2025/6/4</a:t>
            </a:fld>
            <a:endParaRPr 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D0BA80A-DD45-4E53-A64F-B6712A67CF0B}" type="slidenum">
              <a:rPr lang="zh-CN" altLang="en-US" smtClean="0"/>
              <a:t>‹#›</a:t>
            </a:fld>
            <a:endParaRPr lang="zh-CN" altLang="en-US"/>
          </a:p>
        </p:txBody>
      </p:sp>
    </p:spTree>
    <p:extLst>
      <p:ext uri="{BB962C8B-B14F-4D97-AF65-F5344CB8AC3E}">
        <p14:creationId xmlns:p14="http://schemas.microsoft.com/office/powerpoint/2010/main" val="343081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kumimoji="1" lang="zh-CN" altLang="en-US"/>
              <a:t>单击此处编辑母版标题样式</a:t>
            </a:r>
          </a:p>
        </p:txBody>
      </p:sp>
      <p:sp>
        <p:nvSpPr>
          <p:cNvPr id="3" name="竖排文字占位符 2"/>
          <p:cNvSpPr>
            <a:spLocks noGrp="1"/>
          </p:cNvSpPr>
          <p:nvPr>
            <p:ph type="body" orient="vert" idx="1"/>
          </p:nvPr>
        </p:nvSpPr>
        <p:spPr>
          <a:xfrm>
            <a:off x="838201"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C7CD8764-20DC-1947-AD2F-FD19EFD480B7}" type="datetime1">
              <a:rPr lang="zh-CN" altLang="en-US" smtClean="0"/>
              <a:t>2025/6/4</a:t>
            </a:fld>
            <a:endParaRPr 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D0BA80A-DD45-4E53-A64F-B6712A67CF0B}" type="slidenum">
              <a:rPr lang="zh-CN" altLang="en-US" smtClean="0"/>
              <a:t>‹#›</a:t>
            </a:fld>
            <a:endParaRPr lang="zh-CN" altLang="en-US"/>
          </a:p>
        </p:txBody>
      </p:sp>
    </p:spTree>
    <p:extLst>
      <p:ext uri="{BB962C8B-B14F-4D97-AF65-F5344CB8AC3E}">
        <p14:creationId xmlns:p14="http://schemas.microsoft.com/office/powerpoint/2010/main" val="1014447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6000" y="365126"/>
            <a:ext cx="11280000" cy="1080000"/>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p:cNvSpPr>
            <a:spLocks noGrp="1"/>
          </p:cNvSpPr>
          <p:nvPr>
            <p:ph type="body" idx="1"/>
          </p:nvPr>
        </p:nvSpPr>
        <p:spPr>
          <a:xfrm>
            <a:off x="456000" y="1445126"/>
            <a:ext cx="11280000" cy="4911225"/>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p:cNvSpPr>
            <a:spLocks noGrp="1"/>
          </p:cNvSpPr>
          <p:nvPr>
            <p:ph type="dt" sz="half" idx="2"/>
          </p:nvPr>
        </p:nvSpPr>
        <p:spPr>
          <a:xfrm>
            <a:off x="456001" y="6356352"/>
            <a:ext cx="3114300" cy="365125"/>
          </a:xfrm>
          <a:prstGeom prst="rect">
            <a:avLst/>
          </a:prstGeom>
        </p:spPr>
        <p:txBody>
          <a:bodyPr vert="horz" lIns="91440" tIns="45720" rIns="91440" bIns="45720" rtlCol="0" anchor="ctr"/>
          <a:lstStyle>
            <a:lvl1pPr algn="l">
              <a:defRPr sz="900">
                <a:solidFill>
                  <a:srgbClr val="002060"/>
                </a:solidFill>
              </a:defRPr>
            </a:lvl1pPr>
          </a:lstStyle>
          <a:p>
            <a:fld id="{A5D81D06-9018-B34A-968F-CEE9E76E7C12}" type="datetime1">
              <a:rPr lang="zh-CN" altLang="en-US" smtClean="0"/>
              <a:t>2025/6/4</a:t>
            </a:fld>
            <a:endParaRPr lang="en-US"/>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rgbClr val="002060"/>
                </a:solidFill>
              </a:defRPr>
            </a:lvl1pPr>
          </a:lstStyle>
          <a:p>
            <a:endParaRPr lang="zh-CN" altLang="en-US"/>
          </a:p>
        </p:txBody>
      </p:sp>
      <p:sp>
        <p:nvSpPr>
          <p:cNvPr id="6" name="灯片编号占位符 5"/>
          <p:cNvSpPr>
            <a:spLocks noGrp="1"/>
          </p:cNvSpPr>
          <p:nvPr>
            <p:ph type="sldNum" sz="quarter" idx="4"/>
          </p:nvPr>
        </p:nvSpPr>
        <p:spPr>
          <a:xfrm>
            <a:off x="8643899" y="6356352"/>
            <a:ext cx="3092100" cy="365125"/>
          </a:xfrm>
          <a:prstGeom prst="rect">
            <a:avLst/>
          </a:prstGeom>
        </p:spPr>
        <p:txBody>
          <a:bodyPr vert="horz" lIns="91440" tIns="45720" rIns="91440" bIns="45720" rtlCol="0" anchor="ctr"/>
          <a:lstStyle>
            <a:lvl1pPr algn="r">
              <a:defRPr sz="900">
                <a:solidFill>
                  <a:srgbClr val="002060"/>
                </a:solidFill>
              </a:defRPr>
            </a:lvl1pPr>
          </a:lstStyle>
          <a:p>
            <a:fld id="{8D0BA80A-DD45-4E53-A64F-B6712A67CF0B}" type="slidenum">
              <a:rPr lang="zh-CN" altLang="en-US" smtClean="0"/>
              <a:t>‹#›</a:t>
            </a:fld>
            <a:endParaRPr lang="zh-CN" altLang="en-US"/>
          </a:p>
        </p:txBody>
      </p:sp>
    </p:spTree>
    <p:extLst>
      <p:ext uri="{BB962C8B-B14F-4D97-AF65-F5344CB8AC3E}">
        <p14:creationId xmlns:p14="http://schemas.microsoft.com/office/powerpoint/2010/main" val="10068659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685800" rtl="0" eaLnBrk="1" latinLnBrk="0" hangingPunct="1">
        <a:lnSpc>
          <a:spcPct val="90000"/>
        </a:lnSpc>
        <a:spcBef>
          <a:spcPct val="0"/>
        </a:spcBef>
        <a:buNone/>
        <a:defRPr sz="4000" b="1" kern="1200">
          <a:solidFill>
            <a:srgbClr val="002060"/>
          </a:solidFill>
          <a:latin typeface="微软雅黑" panose="020B0503020204020204" pitchFamily="34" charset="-122"/>
          <a:ea typeface="微软雅黑" panose="020B0503020204020204" pitchFamily="34" charset="-122"/>
          <a:cs typeface="+mj-cs"/>
        </a:defRPr>
      </a:lvl1pPr>
    </p:titleStyle>
    <p:bodyStyle>
      <a:lvl1pPr marL="360045" indent="-360045" algn="l" defTabSz="685800" rtl="0" eaLnBrk="1" latinLnBrk="0" hangingPunct="1">
        <a:lnSpc>
          <a:spcPct val="120000"/>
        </a:lnSpc>
        <a:spcBef>
          <a:spcPts val="2000"/>
        </a:spcBef>
        <a:buFont typeface="Wingdings" panose="05000000000000000000" pitchFamily="2" charset="2"/>
        <a:buChar char="n"/>
        <a:defRPr sz="2000" kern="1200">
          <a:solidFill>
            <a:srgbClr val="002060"/>
          </a:solidFill>
          <a:latin typeface="+mn-lt"/>
          <a:ea typeface="+mn-ea"/>
          <a:cs typeface="+mn-cs"/>
        </a:defRPr>
      </a:lvl1pPr>
      <a:lvl2pPr marL="720090" indent="-360045" algn="l" defTabSz="685800" rtl="0" eaLnBrk="1" latinLnBrk="0" hangingPunct="1">
        <a:lnSpc>
          <a:spcPct val="120000"/>
        </a:lnSpc>
        <a:spcBef>
          <a:spcPts val="375"/>
        </a:spcBef>
        <a:buFont typeface="Wingdings" panose="05000000000000000000" pitchFamily="2" charset="2"/>
        <a:buChar char="p"/>
        <a:defRPr sz="2000" kern="1200">
          <a:solidFill>
            <a:srgbClr val="002060"/>
          </a:solidFill>
          <a:latin typeface="+mn-lt"/>
          <a:ea typeface="+mn-ea"/>
          <a:cs typeface="+mn-cs"/>
        </a:defRPr>
      </a:lvl2pPr>
      <a:lvl3pPr marL="857250" indent="-171450" algn="l" defTabSz="685800" rtl="0" eaLnBrk="1" latinLnBrk="0" hangingPunct="1">
        <a:lnSpc>
          <a:spcPct val="120000"/>
        </a:lnSpc>
        <a:spcBef>
          <a:spcPts val="375"/>
        </a:spcBef>
        <a:buFont typeface="Arial" panose="020B0604020202090204" pitchFamily="34" charset="0"/>
        <a:buChar char="•"/>
        <a:defRPr sz="2000" kern="1200">
          <a:solidFill>
            <a:srgbClr val="002060"/>
          </a:solidFill>
          <a:latin typeface="+mn-lt"/>
          <a:ea typeface="+mn-ea"/>
          <a:cs typeface="+mn-cs"/>
        </a:defRPr>
      </a:lvl3pPr>
      <a:lvl4pPr marL="1200150" indent="-171450" algn="l" defTabSz="685800" rtl="0" eaLnBrk="1" latinLnBrk="0" hangingPunct="1">
        <a:lnSpc>
          <a:spcPct val="120000"/>
        </a:lnSpc>
        <a:spcBef>
          <a:spcPts val="375"/>
        </a:spcBef>
        <a:buFont typeface="Arial" panose="020B0604020202090204" pitchFamily="34" charset="0"/>
        <a:buChar char="•"/>
        <a:defRPr sz="2000" kern="1200">
          <a:solidFill>
            <a:srgbClr val="002060"/>
          </a:solidFill>
          <a:latin typeface="+mn-lt"/>
          <a:ea typeface="+mn-ea"/>
          <a:cs typeface="+mn-cs"/>
        </a:defRPr>
      </a:lvl4pPr>
      <a:lvl5pPr marL="1543050" indent="-171450" algn="l" defTabSz="685800" rtl="0" eaLnBrk="1" latinLnBrk="0" hangingPunct="1">
        <a:lnSpc>
          <a:spcPct val="120000"/>
        </a:lnSpc>
        <a:spcBef>
          <a:spcPts val="375"/>
        </a:spcBef>
        <a:buFont typeface="Arial" panose="020B0604020202090204" pitchFamily="34" charset="0"/>
        <a:buChar char="•"/>
        <a:defRPr sz="2000" kern="1200">
          <a:solidFill>
            <a:srgbClr val="002060"/>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3.gi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4306C8-122E-05A6-C6F4-66BF0AB57D8C}"/>
              </a:ext>
            </a:extLst>
          </p:cNvPr>
          <p:cNvSpPr>
            <a:spLocks noGrp="1"/>
          </p:cNvSpPr>
          <p:nvPr>
            <p:ph type="ctrTitle"/>
          </p:nvPr>
        </p:nvSpPr>
        <p:spPr>
          <a:xfrm>
            <a:off x="1524000" y="1122363"/>
            <a:ext cx="9144000" cy="2387600"/>
          </a:xfrm>
        </p:spPr>
        <p:txBody>
          <a:bodyPr/>
          <a:lstStyle/>
          <a:p>
            <a:r>
              <a:rPr lang="en-US" altLang="zh-CN" dirty="0" err="1"/>
              <a:t>基于Matrix</a:t>
            </a:r>
            <a:r>
              <a:rPr lang="en-US" altLang="zh-CN" dirty="0"/>
              <a:t> </a:t>
            </a:r>
            <a:r>
              <a:rPr lang="en-US" altLang="zh-CN" dirty="0" err="1"/>
              <a:t>Profile的</a:t>
            </a:r>
            <a:br>
              <a:rPr lang="en-US" altLang="zh-CN" dirty="0"/>
            </a:br>
            <a:r>
              <a:rPr lang="en-US" altLang="zh-CN" dirty="0" err="1"/>
              <a:t>时间序列异常检测</a:t>
            </a:r>
            <a:endParaRPr lang="zh-CN" altLang="en-US" dirty="0"/>
          </a:p>
        </p:txBody>
      </p:sp>
      <p:sp>
        <p:nvSpPr>
          <p:cNvPr id="3" name="副标题 2">
            <a:extLst>
              <a:ext uri="{FF2B5EF4-FFF2-40B4-BE49-F238E27FC236}">
                <a16:creationId xmlns:a16="http://schemas.microsoft.com/office/drawing/2014/main" id="{813A9DF8-697C-98C8-FEE0-DE91F8C5498B}"/>
              </a:ext>
            </a:extLst>
          </p:cNvPr>
          <p:cNvSpPr>
            <a:spLocks noGrp="1"/>
          </p:cNvSpPr>
          <p:nvPr>
            <p:ph type="subTitle" idx="1"/>
          </p:nvPr>
        </p:nvSpPr>
        <p:spPr>
          <a:xfrm>
            <a:off x="1524000" y="3602038"/>
            <a:ext cx="9144000" cy="1655762"/>
          </a:xfrm>
        </p:spPr>
        <p:txBody>
          <a:bodyPr>
            <a:normAutofit/>
          </a:bodyPr>
          <a:lstStyle/>
          <a:p>
            <a:r>
              <a:rPr lang="en-US" altLang="zh-CN"/>
              <a:t>IoTDB UDF函数库实现</a:t>
            </a:r>
          </a:p>
          <a:p>
            <a:r>
              <a:rPr lang="zh-CN" altLang="en-US" sz="1400"/>
              <a:t>刘志恒  夏天睿</a:t>
            </a:r>
            <a:endParaRPr lang="en-US" altLang="zh-CN" sz="1400"/>
          </a:p>
          <a:p>
            <a:r>
              <a:rPr lang="en-US" altLang="zh-CN" sz="1400">
                <a:effectLst/>
                <a:latin typeface="Aptos" panose="020B0004020202020204" pitchFamily="34" charset="0"/>
                <a:ea typeface="等线" panose="02010600030101010101" pitchFamily="2" charset="-122"/>
                <a:cs typeface="Times New Roman" panose="02020603050405020304" pitchFamily="18" charset="0"/>
              </a:rPr>
              <a:t>2025</a:t>
            </a:r>
            <a:r>
              <a:rPr lang="en-US" altLang="zh-CN" sz="1400">
                <a:effectLst/>
                <a:latin typeface="等线" panose="02010600030101010101" pitchFamily="2" charset="-122"/>
                <a:cs typeface="Times New Roman" panose="02020603050405020304" pitchFamily="18" charset="0"/>
              </a:rPr>
              <a:t>年</a:t>
            </a:r>
            <a:r>
              <a:rPr lang="en-US" altLang="zh-CN" sz="1400">
                <a:latin typeface="Aptos" panose="020B0004020202020204" pitchFamily="34" charset="0"/>
                <a:ea typeface="等线" panose="02010600030101010101" pitchFamily="2" charset="-122"/>
                <a:cs typeface="Times New Roman" panose="02020603050405020304" pitchFamily="18" charset="0"/>
              </a:rPr>
              <a:t>6</a:t>
            </a:r>
            <a:r>
              <a:rPr lang="en-US" altLang="zh-CN" sz="1400">
                <a:effectLst/>
                <a:latin typeface="等线" panose="02010600030101010101" pitchFamily="2" charset="-122"/>
                <a:cs typeface="Times New Roman" panose="02020603050405020304" pitchFamily="18" charset="0"/>
              </a:rPr>
              <a:t>月</a:t>
            </a:r>
            <a:r>
              <a:rPr lang="en-US" altLang="zh-CN" sz="1400">
                <a:latin typeface="Aptos" panose="020B0004020202020204" pitchFamily="34" charset="0"/>
                <a:ea typeface="等线" panose="02010600030101010101" pitchFamily="2" charset="-122"/>
                <a:cs typeface="Times New Roman" panose="02020603050405020304" pitchFamily="18" charset="0"/>
              </a:rPr>
              <a:t>4</a:t>
            </a:r>
            <a:r>
              <a:rPr lang="en-US" altLang="zh-CN" sz="1400">
                <a:effectLst/>
                <a:latin typeface="等线" panose="02010600030101010101" pitchFamily="2" charset="-122"/>
                <a:cs typeface="Times New Roman" panose="02020603050405020304" pitchFamily="18" charset="0"/>
              </a:rPr>
              <a:t>日</a:t>
            </a:r>
            <a:endParaRPr lang="zh-CN" altLang="zh-CN" sz="1400"/>
          </a:p>
        </p:txBody>
      </p:sp>
      <p:sp>
        <p:nvSpPr>
          <p:cNvPr id="4" name="灯片编号占位符 3">
            <a:extLst>
              <a:ext uri="{FF2B5EF4-FFF2-40B4-BE49-F238E27FC236}">
                <a16:creationId xmlns:a16="http://schemas.microsoft.com/office/drawing/2014/main" id="{4799B79B-BC4A-9BDC-7B0C-3556BEAA1C4A}"/>
              </a:ext>
            </a:extLst>
          </p:cNvPr>
          <p:cNvSpPr>
            <a:spLocks noGrp="1"/>
          </p:cNvSpPr>
          <p:nvPr>
            <p:ph type="sldNum" sz="quarter" idx="12"/>
          </p:nvPr>
        </p:nvSpPr>
        <p:spPr>
          <a:xfrm>
            <a:off x="8643899" y="6356352"/>
            <a:ext cx="3092100" cy="365125"/>
          </a:xfrm>
        </p:spPr>
        <p:txBody>
          <a:bodyPr/>
          <a:lstStyle/>
          <a:p>
            <a:fld id="{8D0BA80A-DD45-4E53-A64F-B6712A67CF0B}" type="slidenum">
              <a:rPr lang="zh-CN" altLang="en-US" smtClean="0"/>
              <a:pPr/>
              <a:t>1</a:t>
            </a:fld>
            <a:endParaRPr lang="zh-CN" altLang="en-US"/>
          </a:p>
        </p:txBody>
      </p:sp>
    </p:spTree>
    <p:extLst>
      <p:ext uri="{BB962C8B-B14F-4D97-AF65-F5344CB8AC3E}">
        <p14:creationId xmlns:p14="http://schemas.microsoft.com/office/powerpoint/2010/main" val="7213542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36DE36-CB49-B3EE-3410-4893CA3CC68D}"/>
              </a:ext>
            </a:extLst>
          </p:cNvPr>
          <p:cNvSpPr>
            <a:spLocks noGrp="1"/>
          </p:cNvSpPr>
          <p:nvPr>
            <p:ph type="title"/>
          </p:nvPr>
        </p:nvSpPr>
        <p:spPr>
          <a:xfrm>
            <a:off x="456000" y="365126"/>
            <a:ext cx="11280000" cy="1080000"/>
          </a:xfrm>
        </p:spPr>
        <p:txBody>
          <a:bodyPr/>
          <a:lstStyle/>
          <a:p>
            <a:r>
              <a:rPr lang="en-US" altLang="zh-CN"/>
              <a:t>研究背景与动机</a:t>
            </a:r>
            <a:endParaRPr lang="zh-CN" altLang="en-US"/>
          </a:p>
        </p:txBody>
      </p:sp>
      <p:sp>
        <p:nvSpPr>
          <p:cNvPr id="3" name="内容占位符 2">
            <a:extLst>
              <a:ext uri="{FF2B5EF4-FFF2-40B4-BE49-F238E27FC236}">
                <a16:creationId xmlns:a16="http://schemas.microsoft.com/office/drawing/2014/main" id="{3A8A5459-6838-C1C6-83A4-972A95D2BD29}"/>
              </a:ext>
            </a:extLst>
          </p:cNvPr>
          <p:cNvSpPr>
            <a:spLocks noGrp="1"/>
          </p:cNvSpPr>
          <p:nvPr>
            <p:ph sz="half" idx="1"/>
          </p:nvPr>
        </p:nvSpPr>
        <p:spPr>
          <a:xfrm>
            <a:off x="456001" y="1445127"/>
            <a:ext cx="5563800" cy="4911225"/>
          </a:xfrm>
        </p:spPr>
        <p:txBody>
          <a:bodyPr/>
          <a:lstStyle/>
          <a:p>
            <a:pPr lvl="0"/>
            <a:r>
              <a:rPr lang="en-US" altLang="zh-CN"/>
              <a:t>时间序列异常检测的重要性</a:t>
            </a:r>
            <a:endParaRPr lang="zh-CN" altLang="zh-CN"/>
          </a:p>
          <a:p>
            <a:pPr lvl="1"/>
            <a:r>
              <a:rPr lang="en-US" altLang="zh-CN"/>
              <a:t>IoT设备产生海量时序数据，异常检测是关键任务</a:t>
            </a:r>
            <a:endParaRPr lang="zh-CN" altLang="zh-CN"/>
          </a:p>
          <a:p>
            <a:pPr lvl="1"/>
            <a:r>
              <a:rPr lang="en-US" altLang="zh-CN"/>
              <a:t>工业监控、健康监测等领域广泛应用</a:t>
            </a:r>
            <a:endParaRPr lang="zh-CN" altLang="zh-CN"/>
          </a:p>
          <a:p>
            <a:pPr lvl="0"/>
            <a:r>
              <a:rPr lang="en-US" altLang="zh-CN"/>
              <a:t>为什么选择Matrix Profile</a:t>
            </a:r>
            <a:endParaRPr lang="zh-CN" altLang="zh-CN"/>
          </a:p>
          <a:p>
            <a:pPr lvl="1"/>
            <a:r>
              <a:rPr lang="en-US" altLang="zh-CN"/>
              <a:t>无需标注数据，参数少，可解释性好</a:t>
            </a:r>
            <a:endParaRPr lang="zh-CN" altLang="zh-CN"/>
          </a:p>
          <a:p>
            <a:pPr lvl="1"/>
            <a:r>
              <a:rPr lang="en-US" altLang="zh-CN"/>
              <a:t>计算效率高，适合大规模时序数据</a:t>
            </a:r>
            <a:endParaRPr lang="zh-CN" altLang="zh-CN"/>
          </a:p>
          <a:p>
            <a:endParaRPr lang="zh-CN" altLang="en-US"/>
          </a:p>
        </p:txBody>
      </p:sp>
      <p:sp>
        <p:nvSpPr>
          <p:cNvPr id="9" name="内容占位符 8">
            <a:extLst>
              <a:ext uri="{FF2B5EF4-FFF2-40B4-BE49-F238E27FC236}">
                <a16:creationId xmlns:a16="http://schemas.microsoft.com/office/drawing/2014/main" id="{81949E52-3114-7B6C-0741-FA80B7B93BC8}"/>
              </a:ext>
            </a:extLst>
          </p:cNvPr>
          <p:cNvSpPr>
            <a:spLocks noGrp="1"/>
          </p:cNvSpPr>
          <p:nvPr>
            <p:ph sz="half" idx="2"/>
          </p:nvPr>
        </p:nvSpPr>
        <p:spPr/>
        <p:txBody>
          <a:bodyPr/>
          <a:lstStyle/>
          <a:p>
            <a:r>
              <a:rPr lang="zh-CN" altLang="en-US"/>
              <a:t>案例：从心电图读数中识别异常心跳</a:t>
            </a:r>
          </a:p>
        </p:txBody>
      </p:sp>
      <p:sp>
        <p:nvSpPr>
          <p:cNvPr id="5" name="灯片编号占位符 4">
            <a:extLst>
              <a:ext uri="{FF2B5EF4-FFF2-40B4-BE49-F238E27FC236}">
                <a16:creationId xmlns:a16="http://schemas.microsoft.com/office/drawing/2014/main" id="{2FDE9D28-0F4D-E58F-8CEA-EED3A0B981C0}"/>
              </a:ext>
            </a:extLst>
          </p:cNvPr>
          <p:cNvSpPr>
            <a:spLocks noGrp="1"/>
          </p:cNvSpPr>
          <p:nvPr>
            <p:ph type="sldNum" sz="quarter" idx="12"/>
          </p:nvPr>
        </p:nvSpPr>
        <p:spPr>
          <a:xfrm>
            <a:off x="8643899" y="6356352"/>
            <a:ext cx="3092100" cy="365125"/>
          </a:xfrm>
        </p:spPr>
        <p:txBody>
          <a:bodyPr/>
          <a:lstStyle/>
          <a:p>
            <a:fld id="{8D0BA80A-DD45-4E53-A64F-B6712A67CF0B}" type="slidenum">
              <a:rPr lang="zh-CN" altLang="en-US" smtClean="0"/>
              <a:pPr/>
              <a:t>2</a:t>
            </a:fld>
            <a:endParaRPr lang="zh-CN" altLang="en-US"/>
          </a:p>
        </p:txBody>
      </p:sp>
      <p:grpSp>
        <p:nvGrpSpPr>
          <p:cNvPr id="17" name="组合 16">
            <a:extLst>
              <a:ext uri="{FF2B5EF4-FFF2-40B4-BE49-F238E27FC236}">
                <a16:creationId xmlns:a16="http://schemas.microsoft.com/office/drawing/2014/main" id="{8A353DEA-3765-2908-3F15-82FF4D3123E3}"/>
              </a:ext>
            </a:extLst>
          </p:cNvPr>
          <p:cNvGrpSpPr/>
          <p:nvPr/>
        </p:nvGrpSpPr>
        <p:grpSpPr>
          <a:xfrm>
            <a:off x="6171810" y="4439664"/>
            <a:ext cx="5563800" cy="1916184"/>
            <a:chOff x="1366982" y="3074754"/>
            <a:chExt cx="9458035" cy="3594557"/>
          </a:xfrm>
        </p:grpSpPr>
        <p:sp>
          <p:nvSpPr>
            <p:cNvPr id="10" name="Freeform 20">
              <a:extLst>
                <a:ext uri="{FF2B5EF4-FFF2-40B4-BE49-F238E27FC236}">
                  <a16:creationId xmlns:a16="http://schemas.microsoft.com/office/drawing/2014/main" id="{BB6B34C5-9AC2-DB3E-1E7D-284FFA6E4418}"/>
                </a:ext>
              </a:extLst>
            </p:cNvPr>
            <p:cNvSpPr>
              <a:spLocks/>
            </p:cNvSpPr>
            <p:nvPr/>
          </p:nvSpPr>
          <p:spPr bwMode="auto">
            <a:xfrm>
              <a:off x="1421275" y="4989054"/>
              <a:ext cx="8359528" cy="1423987"/>
            </a:xfrm>
            <a:custGeom>
              <a:avLst/>
              <a:gdLst>
                <a:gd name="T0" fmla="*/ 38 w 2458"/>
                <a:gd name="T1" fmla="*/ 612 h 897"/>
                <a:gd name="T2" fmla="*/ 77 w 2458"/>
                <a:gd name="T3" fmla="*/ 784 h 897"/>
                <a:gd name="T4" fmla="*/ 116 w 2458"/>
                <a:gd name="T5" fmla="*/ 809 h 897"/>
                <a:gd name="T6" fmla="*/ 155 w 2458"/>
                <a:gd name="T7" fmla="*/ 754 h 897"/>
                <a:gd name="T8" fmla="*/ 194 w 2458"/>
                <a:gd name="T9" fmla="*/ 767 h 897"/>
                <a:gd name="T10" fmla="*/ 232 w 2458"/>
                <a:gd name="T11" fmla="*/ 770 h 897"/>
                <a:gd name="T12" fmla="*/ 272 w 2458"/>
                <a:gd name="T13" fmla="*/ 793 h 897"/>
                <a:gd name="T14" fmla="*/ 311 w 2458"/>
                <a:gd name="T15" fmla="*/ 852 h 897"/>
                <a:gd name="T16" fmla="*/ 349 w 2458"/>
                <a:gd name="T17" fmla="*/ 783 h 897"/>
                <a:gd name="T18" fmla="*/ 388 w 2458"/>
                <a:gd name="T19" fmla="*/ 693 h 897"/>
                <a:gd name="T20" fmla="*/ 427 w 2458"/>
                <a:gd name="T21" fmla="*/ 680 h 897"/>
                <a:gd name="T22" fmla="*/ 466 w 2458"/>
                <a:gd name="T23" fmla="*/ 672 h 897"/>
                <a:gd name="T24" fmla="*/ 505 w 2458"/>
                <a:gd name="T25" fmla="*/ 812 h 897"/>
                <a:gd name="T26" fmla="*/ 544 w 2458"/>
                <a:gd name="T27" fmla="*/ 692 h 897"/>
                <a:gd name="T28" fmla="*/ 583 w 2458"/>
                <a:gd name="T29" fmla="*/ 711 h 897"/>
                <a:gd name="T30" fmla="*/ 622 w 2458"/>
                <a:gd name="T31" fmla="*/ 627 h 897"/>
                <a:gd name="T32" fmla="*/ 661 w 2458"/>
                <a:gd name="T33" fmla="*/ 630 h 897"/>
                <a:gd name="T34" fmla="*/ 700 w 2458"/>
                <a:gd name="T35" fmla="*/ 896 h 897"/>
                <a:gd name="T36" fmla="*/ 739 w 2458"/>
                <a:gd name="T37" fmla="*/ 803 h 897"/>
                <a:gd name="T38" fmla="*/ 778 w 2458"/>
                <a:gd name="T39" fmla="*/ 816 h 897"/>
                <a:gd name="T40" fmla="*/ 817 w 2458"/>
                <a:gd name="T41" fmla="*/ 810 h 897"/>
                <a:gd name="T42" fmla="*/ 856 w 2458"/>
                <a:gd name="T43" fmla="*/ 648 h 897"/>
                <a:gd name="T44" fmla="*/ 894 w 2458"/>
                <a:gd name="T45" fmla="*/ 465 h 897"/>
                <a:gd name="T46" fmla="*/ 933 w 2458"/>
                <a:gd name="T47" fmla="*/ 225 h 897"/>
                <a:gd name="T48" fmla="*/ 973 w 2458"/>
                <a:gd name="T49" fmla="*/ 214 h 897"/>
                <a:gd name="T50" fmla="*/ 1011 w 2458"/>
                <a:gd name="T51" fmla="*/ 204 h 897"/>
                <a:gd name="T52" fmla="*/ 1050 w 2458"/>
                <a:gd name="T53" fmla="*/ 23 h 897"/>
                <a:gd name="T54" fmla="*/ 1089 w 2458"/>
                <a:gd name="T55" fmla="*/ 139 h 897"/>
                <a:gd name="T56" fmla="*/ 1128 w 2458"/>
                <a:gd name="T57" fmla="*/ 160 h 897"/>
                <a:gd name="T58" fmla="*/ 1167 w 2458"/>
                <a:gd name="T59" fmla="*/ 264 h 897"/>
                <a:gd name="T60" fmla="*/ 1206 w 2458"/>
                <a:gd name="T61" fmla="*/ 638 h 897"/>
                <a:gd name="T62" fmla="*/ 1245 w 2458"/>
                <a:gd name="T63" fmla="*/ 652 h 897"/>
                <a:gd name="T64" fmla="*/ 1284 w 2458"/>
                <a:gd name="T65" fmla="*/ 717 h 897"/>
                <a:gd name="T66" fmla="*/ 1323 w 2458"/>
                <a:gd name="T67" fmla="*/ 603 h 897"/>
                <a:gd name="T68" fmla="*/ 1362 w 2458"/>
                <a:gd name="T69" fmla="*/ 630 h 897"/>
                <a:gd name="T70" fmla="*/ 1401 w 2458"/>
                <a:gd name="T71" fmla="*/ 694 h 897"/>
                <a:gd name="T72" fmla="*/ 1440 w 2458"/>
                <a:gd name="T73" fmla="*/ 700 h 897"/>
                <a:gd name="T74" fmla="*/ 1478 w 2458"/>
                <a:gd name="T75" fmla="*/ 651 h 897"/>
                <a:gd name="T76" fmla="*/ 1518 w 2458"/>
                <a:gd name="T77" fmla="*/ 660 h 897"/>
                <a:gd name="T78" fmla="*/ 1556 w 2458"/>
                <a:gd name="T79" fmla="*/ 703 h 897"/>
                <a:gd name="T80" fmla="*/ 1595 w 2458"/>
                <a:gd name="T81" fmla="*/ 762 h 897"/>
                <a:gd name="T82" fmla="*/ 1634 w 2458"/>
                <a:gd name="T83" fmla="*/ 751 h 897"/>
                <a:gd name="T84" fmla="*/ 1673 w 2458"/>
                <a:gd name="T85" fmla="*/ 767 h 897"/>
                <a:gd name="T86" fmla="*/ 1712 w 2458"/>
                <a:gd name="T87" fmla="*/ 771 h 897"/>
                <a:gd name="T88" fmla="*/ 1751 w 2458"/>
                <a:gd name="T89" fmla="*/ 779 h 897"/>
                <a:gd name="T90" fmla="*/ 1790 w 2458"/>
                <a:gd name="T91" fmla="*/ 869 h 897"/>
                <a:gd name="T92" fmla="*/ 1829 w 2458"/>
                <a:gd name="T93" fmla="*/ 779 h 897"/>
                <a:gd name="T94" fmla="*/ 1868 w 2458"/>
                <a:gd name="T95" fmla="*/ 693 h 897"/>
                <a:gd name="T96" fmla="*/ 1907 w 2458"/>
                <a:gd name="T97" fmla="*/ 681 h 897"/>
                <a:gd name="T98" fmla="*/ 1946 w 2458"/>
                <a:gd name="T99" fmla="*/ 672 h 897"/>
                <a:gd name="T100" fmla="*/ 1985 w 2458"/>
                <a:gd name="T101" fmla="*/ 827 h 897"/>
                <a:gd name="T102" fmla="*/ 2023 w 2458"/>
                <a:gd name="T103" fmla="*/ 852 h 897"/>
                <a:gd name="T104" fmla="*/ 2063 w 2458"/>
                <a:gd name="T105" fmla="*/ 830 h 897"/>
                <a:gd name="T106" fmla="*/ 2102 w 2458"/>
                <a:gd name="T107" fmla="*/ 823 h 897"/>
                <a:gd name="T108" fmla="*/ 2140 w 2458"/>
                <a:gd name="T109" fmla="*/ 819 h 897"/>
                <a:gd name="T110" fmla="*/ 2179 w 2458"/>
                <a:gd name="T111" fmla="*/ 833 h 897"/>
                <a:gd name="T112" fmla="*/ 2218 w 2458"/>
                <a:gd name="T113" fmla="*/ 826 h 897"/>
                <a:gd name="T114" fmla="*/ 2257 w 2458"/>
                <a:gd name="T115" fmla="*/ 830 h 897"/>
                <a:gd name="T116" fmla="*/ 2296 w 2458"/>
                <a:gd name="T117" fmla="*/ 821 h 897"/>
                <a:gd name="T118" fmla="*/ 2335 w 2458"/>
                <a:gd name="T119" fmla="*/ 804 h 897"/>
                <a:gd name="T120" fmla="*/ 2374 w 2458"/>
                <a:gd name="T121" fmla="*/ 848 h 897"/>
                <a:gd name="T122" fmla="*/ 2413 w 2458"/>
                <a:gd name="T123" fmla="*/ 735 h 897"/>
                <a:gd name="T124" fmla="*/ 2452 w 2458"/>
                <a:gd name="T125" fmla="*/ 734 h 8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458" h="897">
                  <a:moveTo>
                    <a:pt x="0" y="594"/>
                  </a:moveTo>
                  <a:lnTo>
                    <a:pt x="1" y="594"/>
                  </a:lnTo>
                  <a:lnTo>
                    <a:pt x="2" y="595"/>
                  </a:lnTo>
                  <a:lnTo>
                    <a:pt x="3" y="596"/>
                  </a:lnTo>
                  <a:lnTo>
                    <a:pt x="4" y="597"/>
                  </a:lnTo>
                  <a:lnTo>
                    <a:pt x="5" y="598"/>
                  </a:lnTo>
                  <a:lnTo>
                    <a:pt x="5" y="599"/>
                  </a:lnTo>
                  <a:lnTo>
                    <a:pt x="7" y="600"/>
                  </a:lnTo>
                  <a:lnTo>
                    <a:pt x="7" y="601"/>
                  </a:lnTo>
                  <a:lnTo>
                    <a:pt x="8" y="602"/>
                  </a:lnTo>
                  <a:lnTo>
                    <a:pt x="9" y="602"/>
                  </a:lnTo>
                  <a:lnTo>
                    <a:pt x="10" y="602"/>
                  </a:lnTo>
                  <a:lnTo>
                    <a:pt x="11" y="603"/>
                  </a:lnTo>
                  <a:lnTo>
                    <a:pt x="12" y="604"/>
                  </a:lnTo>
                  <a:lnTo>
                    <a:pt x="13" y="604"/>
                  </a:lnTo>
                  <a:lnTo>
                    <a:pt x="14" y="605"/>
                  </a:lnTo>
                  <a:lnTo>
                    <a:pt x="15" y="606"/>
                  </a:lnTo>
                  <a:lnTo>
                    <a:pt x="16" y="606"/>
                  </a:lnTo>
                  <a:lnTo>
                    <a:pt x="17" y="606"/>
                  </a:lnTo>
                  <a:lnTo>
                    <a:pt x="17" y="607"/>
                  </a:lnTo>
                  <a:lnTo>
                    <a:pt x="19" y="608"/>
                  </a:lnTo>
                  <a:lnTo>
                    <a:pt x="19" y="608"/>
                  </a:lnTo>
                  <a:lnTo>
                    <a:pt x="20" y="608"/>
                  </a:lnTo>
                  <a:lnTo>
                    <a:pt x="21" y="608"/>
                  </a:lnTo>
                  <a:lnTo>
                    <a:pt x="22" y="608"/>
                  </a:lnTo>
                  <a:lnTo>
                    <a:pt x="23" y="608"/>
                  </a:lnTo>
                  <a:lnTo>
                    <a:pt x="24" y="608"/>
                  </a:lnTo>
                  <a:lnTo>
                    <a:pt x="25" y="607"/>
                  </a:lnTo>
                  <a:lnTo>
                    <a:pt x="26" y="607"/>
                  </a:lnTo>
                  <a:lnTo>
                    <a:pt x="27" y="607"/>
                  </a:lnTo>
                  <a:lnTo>
                    <a:pt x="28" y="607"/>
                  </a:lnTo>
                  <a:lnTo>
                    <a:pt x="29" y="607"/>
                  </a:lnTo>
                  <a:lnTo>
                    <a:pt x="30" y="607"/>
                  </a:lnTo>
                  <a:lnTo>
                    <a:pt x="31" y="607"/>
                  </a:lnTo>
                  <a:lnTo>
                    <a:pt x="31" y="607"/>
                  </a:lnTo>
                  <a:lnTo>
                    <a:pt x="32" y="607"/>
                  </a:lnTo>
                  <a:lnTo>
                    <a:pt x="33" y="607"/>
                  </a:lnTo>
                  <a:lnTo>
                    <a:pt x="34" y="607"/>
                  </a:lnTo>
                  <a:lnTo>
                    <a:pt x="35" y="608"/>
                  </a:lnTo>
                  <a:lnTo>
                    <a:pt x="36" y="610"/>
                  </a:lnTo>
                  <a:lnTo>
                    <a:pt x="37" y="611"/>
                  </a:lnTo>
                  <a:lnTo>
                    <a:pt x="38" y="612"/>
                  </a:lnTo>
                  <a:lnTo>
                    <a:pt x="39" y="612"/>
                  </a:lnTo>
                  <a:lnTo>
                    <a:pt x="40" y="614"/>
                  </a:lnTo>
                  <a:lnTo>
                    <a:pt x="41" y="615"/>
                  </a:lnTo>
                  <a:lnTo>
                    <a:pt x="42" y="616"/>
                  </a:lnTo>
                  <a:lnTo>
                    <a:pt x="43" y="617"/>
                  </a:lnTo>
                  <a:lnTo>
                    <a:pt x="43" y="618"/>
                  </a:lnTo>
                  <a:lnTo>
                    <a:pt x="45" y="620"/>
                  </a:lnTo>
                  <a:lnTo>
                    <a:pt x="45" y="621"/>
                  </a:lnTo>
                  <a:lnTo>
                    <a:pt x="46" y="622"/>
                  </a:lnTo>
                  <a:lnTo>
                    <a:pt x="47" y="623"/>
                  </a:lnTo>
                  <a:lnTo>
                    <a:pt x="48" y="624"/>
                  </a:lnTo>
                  <a:lnTo>
                    <a:pt x="49" y="626"/>
                  </a:lnTo>
                  <a:lnTo>
                    <a:pt x="50" y="627"/>
                  </a:lnTo>
                  <a:lnTo>
                    <a:pt x="51" y="628"/>
                  </a:lnTo>
                  <a:lnTo>
                    <a:pt x="52" y="630"/>
                  </a:lnTo>
                  <a:lnTo>
                    <a:pt x="53" y="631"/>
                  </a:lnTo>
                  <a:lnTo>
                    <a:pt x="54" y="632"/>
                  </a:lnTo>
                  <a:lnTo>
                    <a:pt x="55" y="633"/>
                  </a:lnTo>
                  <a:lnTo>
                    <a:pt x="55" y="634"/>
                  </a:lnTo>
                  <a:lnTo>
                    <a:pt x="57" y="635"/>
                  </a:lnTo>
                  <a:lnTo>
                    <a:pt x="57" y="636"/>
                  </a:lnTo>
                  <a:lnTo>
                    <a:pt x="58" y="638"/>
                  </a:lnTo>
                  <a:lnTo>
                    <a:pt x="59" y="639"/>
                  </a:lnTo>
                  <a:lnTo>
                    <a:pt x="60" y="641"/>
                  </a:lnTo>
                  <a:lnTo>
                    <a:pt x="61" y="643"/>
                  </a:lnTo>
                  <a:lnTo>
                    <a:pt x="62" y="644"/>
                  </a:lnTo>
                  <a:lnTo>
                    <a:pt x="63" y="646"/>
                  </a:lnTo>
                  <a:lnTo>
                    <a:pt x="64" y="648"/>
                  </a:lnTo>
                  <a:lnTo>
                    <a:pt x="65" y="649"/>
                  </a:lnTo>
                  <a:lnTo>
                    <a:pt x="66" y="651"/>
                  </a:lnTo>
                  <a:lnTo>
                    <a:pt x="67" y="652"/>
                  </a:lnTo>
                  <a:lnTo>
                    <a:pt x="67" y="654"/>
                  </a:lnTo>
                  <a:lnTo>
                    <a:pt x="69" y="666"/>
                  </a:lnTo>
                  <a:lnTo>
                    <a:pt x="69" y="719"/>
                  </a:lnTo>
                  <a:lnTo>
                    <a:pt x="70" y="738"/>
                  </a:lnTo>
                  <a:lnTo>
                    <a:pt x="71" y="747"/>
                  </a:lnTo>
                  <a:lnTo>
                    <a:pt x="72" y="750"/>
                  </a:lnTo>
                  <a:lnTo>
                    <a:pt x="73" y="748"/>
                  </a:lnTo>
                  <a:lnTo>
                    <a:pt x="74" y="763"/>
                  </a:lnTo>
                  <a:lnTo>
                    <a:pt x="75" y="788"/>
                  </a:lnTo>
                  <a:lnTo>
                    <a:pt x="76" y="786"/>
                  </a:lnTo>
                  <a:lnTo>
                    <a:pt x="77" y="784"/>
                  </a:lnTo>
                  <a:lnTo>
                    <a:pt x="78" y="782"/>
                  </a:lnTo>
                  <a:lnTo>
                    <a:pt x="79" y="779"/>
                  </a:lnTo>
                  <a:lnTo>
                    <a:pt x="80" y="776"/>
                  </a:lnTo>
                  <a:lnTo>
                    <a:pt x="81" y="773"/>
                  </a:lnTo>
                  <a:lnTo>
                    <a:pt x="81" y="771"/>
                  </a:lnTo>
                  <a:lnTo>
                    <a:pt x="82" y="770"/>
                  </a:lnTo>
                  <a:lnTo>
                    <a:pt x="83" y="769"/>
                  </a:lnTo>
                  <a:lnTo>
                    <a:pt x="84" y="770"/>
                  </a:lnTo>
                  <a:lnTo>
                    <a:pt x="85" y="771"/>
                  </a:lnTo>
                  <a:lnTo>
                    <a:pt x="86" y="771"/>
                  </a:lnTo>
                  <a:lnTo>
                    <a:pt x="87" y="767"/>
                  </a:lnTo>
                  <a:lnTo>
                    <a:pt x="88" y="763"/>
                  </a:lnTo>
                  <a:lnTo>
                    <a:pt x="89" y="765"/>
                  </a:lnTo>
                  <a:lnTo>
                    <a:pt x="90" y="773"/>
                  </a:lnTo>
                  <a:lnTo>
                    <a:pt x="91" y="792"/>
                  </a:lnTo>
                  <a:lnTo>
                    <a:pt x="92" y="804"/>
                  </a:lnTo>
                  <a:lnTo>
                    <a:pt x="93" y="807"/>
                  </a:lnTo>
                  <a:lnTo>
                    <a:pt x="93" y="807"/>
                  </a:lnTo>
                  <a:lnTo>
                    <a:pt x="95" y="807"/>
                  </a:lnTo>
                  <a:lnTo>
                    <a:pt x="95" y="811"/>
                  </a:lnTo>
                  <a:lnTo>
                    <a:pt x="96" y="813"/>
                  </a:lnTo>
                  <a:lnTo>
                    <a:pt x="97" y="813"/>
                  </a:lnTo>
                  <a:lnTo>
                    <a:pt x="98" y="812"/>
                  </a:lnTo>
                  <a:lnTo>
                    <a:pt x="99" y="812"/>
                  </a:lnTo>
                  <a:lnTo>
                    <a:pt x="100" y="812"/>
                  </a:lnTo>
                  <a:lnTo>
                    <a:pt x="101" y="814"/>
                  </a:lnTo>
                  <a:lnTo>
                    <a:pt x="102" y="815"/>
                  </a:lnTo>
                  <a:lnTo>
                    <a:pt x="103" y="814"/>
                  </a:lnTo>
                  <a:lnTo>
                    <a:pt x="104" y="814"/>
                  </a:lnTo>
                  <a:lnTo>
                    <a:pt x="105" y="814"/>
                  </a:lnTo>
                  <a:lnTo>
                    <a:pt x="105" y="813"/>
                  </a:lnTo>
                  <a:lnTo>
                    <a:pt x="107" y="813"/>
                  </a:lnTo>
                  <a:lnTo>
                    <a:pt x="107" y="813"/>
                  </a:lnTo>
                  <a:lnTo>
                    <a:pt x="108" y="813"/>
                  </a:lnTo>
                  <a:lnTo>
                    <a:pt x="110" y="813"/>
                  </a:lnTo>
                  <a:lnTo>
                    <a:pt x="110" y="813"/>
                  </a:lnTo>
                  <a:lnTo>
                    <a:pt x="111" y="811"/>
                  </a:lnTo>
                  <a:lnTo>
                    <a:pt x="112" y="811"/>
                  </a:lnTo>
                  <a:lnTo>
                    <a:pt x="113" y="811"/>
                  </a:lnTo>
                  <a:lnTo>
                    <a:pt x="114" y="811"/>
                  </a:lnTo>
                  <a:lnTo>
                    <a:pt x="115" y="810"/>
                  </a:lnTo>
                  <a:lnTo>
                    <a:pt x="116" y="809"/>
                  </a:lnTo>
                  <a:lnTo>
                    <a:pt x="117" y="809"/>
                  </a:lnTo>
                  <a:lnTo>
                    <a:pt x="118" y="810"/>
                  </a:lnTo>
                  <a:lnTo>
                    <a:pt x="119" y="810"/>
                  </a:lnTo>
                  <a:lnTo>
                    <a:pt x="120" y="809"/>
                  </a:lnTo>
                  <a:lnTo>
                    <a:pt x="120" y="808"/>
                  </a:lnTo>
                  <a:lnTo>
                    <a:pt x="122" y="808"/>
                  </a:lnTo>
                  <a:lnTo>
                    <a:pt x="122" y="807"/>
                  </a:lnTo>
                  <a:lnTo>
                    <a:pt x="123" y="806"/>
                  </a:lnTo>
                  <a:lnTo>
                    <a:pt x="124" y="805"/>
                  </a:lnTo>
                  <a:lnTo>
                    <a:pt x="125" y="803"/>
                  </a:lnTo>
                  <a:lnTo>
                    <a:pt x="126" y="802"/>
                  </a:lnTo>
                  <a:lnTo>
                    <a:pt x="127" y="800"/>
                  </a:lnTo>
                  <a:lnTo>
                    <a:pt x="128" y="799"/>
                  </a:lnTo>
                  <a:lnTo>
                    <a:pt x="129" y="798"/>
                  </a:lnTo>
                  <a:lnTo>
                    <a:pt x="130" y="797"/>
                  </a:lnTo>
                  <a:lnTo>
                    <a:pt x="131" y="796"/>
                  </a:lnTo>
                  <a:lnTo>
                    <a:pt x="132" y="795"/>
                  </a:lnTo>
                  <a:lnTo>
                    <a:pt x="132" y="794"/>
                  </a:lnTo>
                  <a:lnTo>
                    <a:pt x="134" y="794"/>
                  </a:lnTo>
                  <a:lnTo>
                    <a:pt x="134" y="793"/>
                  </a:lnTo>
                  <a:lnTo>
                    <a:pt x="135" y="792"/>
                  </a:lnTo>
                  <a:lnTo>
                    <a:pt x="136" y="791"/>
                  </a:lnTo>
                  <a:lnTo>
                    <a:pt x="137" y="790"/>
                  </a:lnTo>
                  <a:lnTo>
                    <a:pt x="138" y="789"/>
                  </a:lnTo>
                  <a:lnTo>
                    <a:pt x="139" y="785"/>
                  </a:lnTo>
                  <a:lnTo>
                    <a:pt x="140" y="776"/>
                  </a:lnTo>
                  <a:lnTo>
                    <a:pt x="141" y="766"/>
                  </a:lnTo>
                  <a:lnTo>
                    <a:pt x="142" y="754"/>
                  </a:lnTo>
                  <a:lnTo>
                    <a:pt x="143" y="754"/>
                  </a:lnTo>
                  <a:lnTo>
                    <a:pt x="144" y="754"/>
                  </a:lnTo>
                  <a:lnTo>
                    <a:pt x="145" y="754"/>
                  </a:lnTo>
                  <a:lnTo>
                    <a:pt x="146" y="754"/>
                  </a:lnTo>
                  <a:lnTo>
                    <a:pt x="146" y="754"/>
                  </a:lnTo>
                  <a:lnTo>
                    <a:pt x="148" y="754"/>
                  </a:lnTo>
                  <a:lnTo>
                    <a:pt x="148" y="754"/>
                  </a:lnTo>
                  <a:lnTo>
                    <a:pt x="149" y="751"/>
                  </a:lnTo>
                  <a:lnTo>
                    <a:pt x="150" y="752"/>
                  </a:lnTo>
                  <a:lnTo>
                    <a:pt x="151" y="763"/>
                  </a:lnTo>
                  <a:lnTo>
                    <a:pt x="152" y="751"/>
                  </a:lnTo>
                  <a:lnTo>
                    <a:pt x="153" y="750"/>
                  </a:lnTo>
                  <a:lnTo>
                    <a:pt x="154" y="752"/>
                  </a:lnTo>
                  <a:lnTo>
                    <a:pt x="155" y="754"/>
                  </a:lnTo>
                  <a:lnTo>
                    <a:pt x="156" y="757"/>
                  </a:lnTo>
                  <a:lnTo>
                    <a:pt x="157" y="759"/>
                  </a:lnTo>
                  <a:lnTo>
                    <a:pt x="158" y="762"/>
                  </a:lnTo>
                  <a:lnTo>
                    <a:pt x="158" y="765"/>
                  </a:lnTo>
                  <a:lnTo>
                    <a:pt x="160" y="767"/>
                  </a:lnTo>
                  <a:lnTo>
                    <a:pt x="160" y="770"/>
                  </a:lnTo>
                  <a:lnTo>
                    <a:pt x="161" y="773"/>
                  </a:lnTo>
                  <a:lnTo>
                    <a:pt x="162" y="776"/>
                  </a:lnTo>
                  <a:lnTo>
                    <a:pt x="163" y="778"/>
                  </a:lnTo>
                  <a:lnTo>
                    <a:pt x="164" y="779"/>
                  </a:lnTo>
                  <a:lnTo>
                    <a:pt x="165" y="780"/>
                  </a:lnTo>
                  <a:lnTo>
                    <a:pt x="166" y="779"/>
                  </a:lnTo>
                  <a:lnTo>
                    <a:pt x="167" y="773"/>
                  </a:lnTo>
                  <a:lnTo>
                    <a:pt x="168" y="766"/>
                  </a:lnTo>
                  <a:lnTo>
                    <a:pt x="169" y="763"/>
                  </a:lnTo>
                  <a:lnTo>
                    <a:pt x="170" y="761"/>
                  </a:lnTo>
                  <a:lnTo>
                    <a:pt x="170" y="759"/>
                  </a:lnTo>
                  <a:lnTo>
                    <a:pt x="172" y="757"/>
                  </a:lnTo>
                  <a:lnTo>
                    <a:pt x="172" y="756"/>
                  </a:lnTo>
                  <a:lnTo>
                    <a:pt x="173" y="757"/>
                  </a:lnTo>
                  <a:lnTo>
                    <a:pt x="174" y="757"/>
                  </a:lnTo>
                  <a:lnTo>
                    <a:pt x="175" y="757"/>
                  </a:lnTo>
                  <a:lnTo>
                    <a:pt x="176" y="758"/>
                  </a:lnTo>
                  <a:lnTo>
                    <a:pt x="177" y="759"/>
                  </a:lnTo>
                  <a:lnTo>
                    <a:pt x="178" y="760"/>
                  </a:lnTo>
                  <a:lnTo>
                    <a:pt x="179" y="761"/>
                  </a:lnTo>
                  <a:lnTo>
                    <a:pt x="180" y="761"/>
                  </a:lnTo>
                  <a:lnTo>
                    <a:pt x="181" y="762"/>
                  </a:lnTo>
                  <a:lnTo>
                    <a:pt x="182" y="762"/>
                  </a:lnTo>
                  <a:lnTo>
                    <a:pt x="182" y="762"/>
                  </a:lnTo>
                  <a:lnTo>
                    <a:pt x="184" y="763"/>
                  </a:lnTo>
                  <a:lnTo>
                    <a:pt x="184" y="764"/>
                  </a:lnTo>
                  <a:lnTo>
                    <a:pt x="185" y="764"/>
                  </a:lnTo>
                  <a:lnTo>
                    <a:pt x="186" y="765"/>
                  </a:lnTo>
                  <a:lnTo>
                    <a:pt x="187" y="765"/>
                  </a:lnTo>
                  <a:lnTo>
                    <a:pt x="188" y="766"/>
                  </a:lnTo>
                  <a:lnTo>
                    <a:pt x="189" y="766"/>
                  </a:lnTo>
                  <a:lnTo>
                    <a:pt x="190" y="767"/>
                  </a:lnTo>
                  <a:lnTo>
                    <a:pt x="191" y="767"/>
                  </a:lnTo>
                  <a:lnTo>
                    <a:pt x="192" y="767"/>
                  </a:lnTo>
                  <a:lnTo>
                    <a:pt x="193" y="767"/>
                  </a:lnTo>
                  <a:lnTo>
                    <a:pt x="194" y="767"/>
                  </a:lnTo>
                  <a:lnTo>
                    <a:pt x="195" y="768"/>
                  </a:lnTo>
                  <a:lnTo>
                    <a:pt x="196" y="768"/>
                  </a:lnTo>
                  <a:lnTo>
                    <a:pt x="196" y="769"/>
                  </a:lnTo>
                  <a:lnTo>
                    <a:pt x="197" y="769"/>
                  </a:lnTo>
                  <a:lnTo>
                    <a:pt x="198" y="769"/>
                  </a:lnTo>
                  <a:lnTo>
                    <a:pt x="199" y="769"/>
                  </a:lnTo>
                  <a:lnTo>
                    <a:pt x="200" y="769"/>
                  </a:lnTo>
                  <a:lnTo>
                    <a:pt x="201" y="769"/>
                  </a:lnTo>
                  <a:lnTo>
                    <a:pt x="202" y="769"/>
                  </a:lnTo>
                  <a:lnTo>
                    <a:pt x="203" y="769"/>
                  </a:lnTo>
                  <a:lnTo>
                    <a:pt x="204" y="768"/>
                  </a:lnTo>
                  <a:lnTo>
                    <a:pt x="205" y="769"/>
                  </a:lnTo>
                  <a:lnTo>
                    <a:pt x="206" y="769"/>
                  </a:lnTo>
                  <a:lnTo>
                    <a:pt x="207" y="769"/>
                  </a:lnTo>
                  <a:lnTo>
                    <a:pt x="208" y="769"/>
                  </a:lnTo>
                  <a:lnTo>
                    <a:pt x="208" y="769"/>
                  </a:lnTo>
                  <a:lnTo>
                    <a:pt x="210" y="769"/>
                  </a:lnTo>
                  <a:lnTo>
                    <a:pt x="210" y="770"/>
                  </a:lnTo>
                  <a:lnTo>
                    <a:pt x="211" y="770"/>
                  </a:lnTo>
                  <a:lnTo>
                    <a:pt x="212" y="770"/>
                  </a:lnTo>
                  <a:lnTo>
                    <a:pt x="213" y="771"/>
                  </a:lnTo>
                  <a:lnTo>
                    <a:pt x="214" y="771"/>
                  </a:lnTo>
                  <a:lnTo>
                    <a:pt x="215" y="772"/>
                  </a:lnTo>
                  <a:lnTo>
                    <a:pt x="216" y="772"/>
                  </a:lnTo>
                  <a:lnTo>
                    <a:pt x="217" y="772"/>
                  </a:lnTo>
                  <a:lnTo>
                    <a:pt x="218" y="772"/>
                  </a:lnTo>
                  <a:lnTo>
                    <a:pt x="219" y="772"/>
                  </a:lnTo>
                  <a:lnTo>
                    <a:pt x="220" y="771"/>
                  </a:lnTo>
                  <a:lnTo>
                    <a:pt x="220" y="771"/>
                  </a:lnTo>
                  <a:lnTo>
                    <a:pt x="222" y="771"/>
                  </a:lnTo>
                  <a:lnTo>
                    <a:pt x="222" y="771"/>
                  </a:lnTo>
                  <a:lnTo>
                    <a:pt x="223" y="770"/>
                  </a:lnTo>
                  <a:lnTo>
                    <a:pt x="224" y="771"/>
                  </a:lnTo>
                  <a:lnTo>
                    <a:pt x="225" y="771"/>
                  </a:lnTo>
                  <a:lnTo>
                    <a:pt x="226" y="771"/>
                  </a:lnTo>
                  <a:lnTo>
                    <a:pt x="227" y="770"/>
                  </a:lnTo>
                  <a:lnTo>
                    <a:pt x="228" y="771"/>
                  </a:lnTo>
                  <a:lnTo>
                    <a:pt x="229" y="771"/>
                  </a:lnTo>
                  <a:lnTo>
                    <a:pt x="230" y="771"/>
                  </a:lnTo>
                  <a:lnTo>
                    <a:pt x="231" y="771"/>
                  </a:lnTo>
                  <a:lnTo>
                    <a:pt x="232" y="771"/>
                  </a:lnTo>
                  <a:lnTo>
                    <a:pt x="232" y="770"/>
                  </a:lnTo>
                  <a:lnTo>
                    <a:pt x="234" y="770"/>
                  </a:lnTo>
                  <a:lnTo>
                    <a:pt x="234" y="770"/>
                  </a:lnTo>
                  <a:lnTo>
                    <a:pt x="235" y="770"/>
                  </a:lnTo>
                  <a:lnTo>
                    <a:pt x="236" y="769"/>
                  </a:lnTo>
                  <a:lnTo>
                    <a:pt x="237" y="769"/>
                  </a:lnTo>
                  <a:lnTo>
                    <a:pt x="238" y="769"/>
                  </a:lnTo>
                  <a:lnTo>
                    <a:pt x="239" y="769"/>
                  </a:lnTo>
                  <a:lnTo>
                    <a:pt x="240" y="769"/>
                  </a:lnTo>
                  <a:lnTo>
                    <a:pt x="241" y="769"/>
                  </a:lnTo>
                  <a:lnTo>
                    <a:pt x="242" y="769"/>
                  </a:lnTo>
                  <a:lnTo>
                    <a:pt x="243" y="769"/>
                  </a:lnTo>
                  <a:lnTo>
                    <a:pt x="244" y="770"/>
                  </a:lnTo>
                  <a:lnTo>
                    <a:pt x="245" y="770"/>
                  </a:lnTo>
                  <a:lnTo>
                    <a:pt x="246" y="770"/>
                  </a:lnTo>
                  <a:lnTo>
                    <a:pt x="246" y="771"/>
                  </a:lnTo>
                  <a:lnTo>
                    <a:pt x="247" y="771"/>
                  </a:lnTo>
                  <a:lnTo>
                    <a:pt x="248" y="772"/>
                  </a:lnTo>
                  <a:lnTo>
                    <a:pt x="249" y="772"/>
                  </a:lnTo>
                  <a:lnTo>
                    <a:pt x="250" y="773"/>
                  </a:lnTo>
                  <a:lnTo>
                    <a:pt x="251" y="775"/>
                  </a:lnTo>
                  <a:lnTo>
                    <a:pt x="252" y="776"/>
                  </a:lnTo>
                  <a:lnTo>
                    <a:pt x="253" y="776"/>
                  </a:lnTo>
                  <a:lnTo>
                    <a:pt x="254" y="776"/>
                  </a:lnTo>
                  <a:lnTo>
                    <a:pt x="255" y="777"/>
                  </a:lnTo>
                  <a:lnTo>
                    <a:pt x="256" y="778"/>
                  </a:lnTo>
                  <a:lnTo>
                    <a:pt x="257" y="778"/>
                  </a:lnTo>
                  <a:lnTo>
                    <a:pt x="258" y="778"/>
                  </a:lnTo>
                  <a:lnTo>
                    <a:pt x="258" y="778"/>
                  </a:lnTo>
                  <a:lnTo>
                    <a:pt x="260" y="779"/>
                  </a:lnTo>
                  <a:lnTo>
                    <a:pt x="260" y="778"/>
                  </a:lnTo>
                  <a:lnTo>
                    <a:pt x="261" y="778"/>
                  </a:lnTo>
                  <a:lnTo>
                    <a:pt x="262" y="778"/>
                  </a:lnTo>
                  <a:lnTo>
                    <a:pt x="263" y="778"/>
                  </a:lnTo>
                  <a:lnTo>
                    <a:pt x="264" y="778"/>
                  </a:lnTo>
                  <a:lnTo>
                    <a:pt x="265" y="779"/>
                  </a:lnTo>
                  <a:lnTo>
                    <a:pt x="266" y="779"/>
                  </a:lnTo>
                  <a:lnTo>
                    <a:pt x="267" y="779"/>
                  </a:lnTo>
                  <a:lnTo>
                    <a:pt x="268" y="779"/>
                  </a:lnTo>
                  <a:lnTo>
                    <a:pt x="269" y="779"/>
                  </a:lnTo>
                  <a:lnTo>
                    <a:pt x="270" y="779"/>
                  </a:lnTo>
                  <a:lnTo>
                    <a:pt x="270" y="782"/>
                  </a:lnTo>
                  <a:lnTo>
                    <a:pt x="272" y="793"/>
                  </a:lnTo>
                  <a:lnTo>
                    <a:pt x="272" y="787"/>
                  </a:lnTo>
                  <a:lnTo>
                    <a:pt x="273" y="783"/>
                  </a:lnTo>
                  <a:lnTo>
                    <a:pt x="275" y="781"/>
                  </a:lnTo>
                  <a:lnTo>
                    <a:pt x="275" y="779"/>
                  </a:lnTo>
                  <a:lnTo>
                    <a:pt x="276" y="777"/>
                  </a:lnTo>
                  <a:lnTo>
                    <a:pt x="277" y="775"/>
                  </a:lnTo>
                  <a:lnTo>
                    <a:pt x="278" y="784"/>
                  </a:lnTo>
                  <a:lnTo>
                    <a:pt x="279" y="786"/>
                  </a:lnTo>
                  <a:lnTo>
                    <a:pt x="280" y="783"/>
                  </a:lnTo>
                  <a:lnTo>
                    <a:pt x="281" y="781"/>
                  </a:lnTo>
                  <a:lnTo>
                    <a:pt x="282" y="777"/>
                  </a:lnTo>
                  <a:lnTo>
                    <a:pt x="283" y="775"/>
                  </a:lnTo>
                  <a:lnTo>
                    <a:pt x="284" y="772"/>
                  </a:lnTo>
                  <a:lnTo>
                    <a:pt x="285" y="769"/>
                  </a:lnTo>
                  <a:lnTo>
                    <a:pt x="285" y="765"/>
                  </a:lnTo>
                  <a:lnTo>
                    <a:pt x="287" y="762"/>
                  </a:lnTo>
                  <a:lnTo>
                    <a:pt x="287" y="761"/>
                  </a:lnTo>
                  <a:lnTo>
                    <a:pt x="288" y="764"/>
                  </a:lnTo>
                  <a:lnTo>
                    <a:pt x="289" y="771"/>
                  </a:lnTo>
                  <a:lnTo>
                    <a:pt x="290" y="785"/>
                  </a:lnTo>
                  <a:lnTo>
                    <a:pt x="291" y="799"/>
                  </a:lnTo>
                  <a:lnTo>
                    <a:pt x="292" y="809"/>
                  </a:lnTo>
                  <a:lnTo>
                    <a:pt x="293" y="823"/>
                  </a:lnTo>
                  <a:lnTo>
                    <a:pt x="294" y="839"/>
                  </a:lnTo>
                  <a:lnTo>
                    <a:pt x="295" y="850"/>
                  </a:lnTo>
                  <a:lnTo>
                    <a:pt x="296" y="852"/>
                  </a:lnTo>
                  <a:lnTo>
                    <a:pt x="297" y="853"/>
                  </a:lnTo>
                  <a:lnTo>
                    <a:pt x="297" y="853"/>
                  </a:lnTo>
                  <a:lnTo>
                    <a:pt x="299" y="854"/>
                  </a:lnTo>
                  <a:lnTo>
                    <a:pt x="299" y="854"/>
                  </a:lnTo>
                  <a:lnTo>
                    <a:pt x="300" y="854"/>
                  </a:lnTo>
                  <a:lnTo>
                    <a:pt x="301" y="855"/>
                  </a:lnTo>
                  <a:lnTo>
                    <a:pt x="302" y="854"/>
                  </a:lnTo>
                  <a:lnTo>
                    <a:pt x="303" y="854"/>
                  </a:lnTo>
                  <a:lnTo>
                    <a:pt x="304" y="854"/>
                  </a:lnTo>
                  <a:lnTo>
                    <a:pt x="305" y="854"/>
                  </a:lnTo>
                  <a:lnTo>
                    <a:pt x="306" y="854"/>
                  </a:lnTo>
                  <a:lnTo>
                    <a:pt x="307" y="854"/>
                  </a:lnTo>
                  <a:lnTo>
                    <a:pt x="308" y="853"/>
                  </a:lnTo>
                  <a:lnTo>
                    <a:pt x="309" y="853"/>
                  </a:lnTo>
                  <a:lnTo>
                    <a:pt x="310" y="853"/>
                  </a:lnTo>
                  <a:lnTo>
                    <a:pt x="311" y="852"/>
                  </a:lnTo>
                  <a:lnTo>
                    <a:pt x="311" y="852"/>
                  </a:lnTo>
                  <a:lnTo>
                    <a:pt x="313" y="852"/>
                  </a:lnTo>
                  <a:lnTo>
                    <a:pt x="313" y="852"/>
                  </a:lnTo>
                  <a:lnTo>
                    <a:pt x="314" y="851"/>
                  </a:lnTo>
                  <a:lnTo>
                    <a:pt x="315" y="850"/>
                  </a:lnTo>
                  <a:lnTo>
                    <a:pt x="316" y="850"/>
                  </a:lnTo>
                  <a:lnTo>
                    <a:pt x="317" y="850"/>
                  </a:lnTo>
                  <a:lnTo>
                    <a:pt x="318" y="850"/>
                  </a:lnTo>
                  <a:lnTo>
                    <a:pt x="319" y="850"/>
                  </a:lnTo>
                  <a:lnTo>
                    <a:pt x="320" y="850"/>
                  </a:lnTo>
                  <a:lnTo>
                    <a:pt x="321" y="850"/>
                  </a:lnTo>
                  <a:lnTo>
                    <a:pt x="322" y="850"/>
                  </a:lnTo>
                  <a:lnTo>
                    <a:pt x="323" y="850"/>
                  </a:lnTo>
                  <a:lnTo>
                    <a:pt x="323" y="849"/>
                  </a:lnTo>
                  <a:lnTo>
                    <a:pt x="325" y="848"/>
                  </a:lnTo>
                  <a:lnTo>
                    <a:pt x="325" y="848"/>
                  </a:lnTo>
                  <a:lnTo>
                    <a:pt x="326" y="848"/>
                  </a:lnTo>
                  <a:lnTo>
                    <a:pt x="327" y="846"/>
                  </a:lnTo>
                  <a:lnTo>
                    <a:pt x="328" y="845"/>
                  </a:lnTo>
                  <a:lnTo>
                    <a:pt x="329" y="844"/>
                  </a:lnTo>
                  <a:lnTo>
                    <a:pt x="330" y="843"/>
                  </a:lnTo>
                  <a:lnTo>
                    <a:pt x="331" y="843"/>
                  </a:lnTo>
                  <a:lnTo>
                    <a:pt x="332" y="843"/>
                  </a:lnTo>
                  <a:lnTo>
                    <a:pt x="333" y="843"/>
                  </a:lnTo>
                  <a:lnTo>
                    <a:pt x="334" y="843"/>
                  </a:lnTo>
                  <a:lnTo>
                    <a:pt x="335" y="840"/>
                  </a:lnTo>
                  <a:lnTo>
                    <a:pt x="335" y="839"/>
                  </a:lnTo>
                  <a:lnTo>
                    <a:pt x="337" y="839"/>
                  </a:lnTo>
                  <a:lnTo>
                    <a:pt x="337" y="839"/>
                  </a:lnTo>
                  <a:lnTo>
                    <a:pt x="338" y="838"/>
                  </a:lnTo>
                  <a:lnTo>
                    <a:pt x="339" y="838"/>
                  </a:lnTo>
                  <a:lnTo>
                    <a:pt x="340" y="838"/>
                  </a:lnTo>
                  <a:lnTo>
                    <a:pt x="341" y="838"/>
                  </a:lnTo>
                  <a:lnTo>
                    <a:pt x="342" y="837"/>
                  </a:lnTo>
                  <a:lnTo>
                    <a:pt x="343" y="835"/>
                  </a:lnTo>
                  <a:lnTo>
                    <a:pt x="344" y="804"/>
                  </a:lnTo>
                  <a:lnTo>
                    <a:pt x="345" y="770"/>
                  </a:lnTo>
                  <a:lnTo>
                    <a:pt x="346" y="785"/>
                  </a:lnTo>
                  <a:lnTo>
                    <a:pt x="347" y="777"/>
                  </a:lnTo>
                  <a:lnTo>
                    <a:pt x="347" y="779"/>
                  </a:lnTo>
                  <a:lnTo>
                    <a:pt x="349" y="781"/>
                  </a:lnTo>
                  <a:lnTo>
                    <a:pt x="349" y="783"/>
                  </a:lnTo>
                  <a:lnTo>
                    <a:pt x="350" y="786"/>
                  </a:lnTo>
                  <a:lnTo>
                    <a:pt x="351" y="788"/>
                  </a:lnTo>
                  <a:lnTo>
                    <a:pt x="352" y="791"/>
                  </a:lnTo>
                  <a:lnTo>
                    <a:pt x="353" y="792"/>
                  </a:lnTo>
                  <a:lnTo>
                    <a:pt x="354" y="791"/>
                  </a:lnTo>
                  <a:lnTo>
                    <a:pt x="355" y="792"/>
                  </a:lnTo>
                  <a:lnTo>
                    <a:pt x="356" y="795"/>
                  </a:lnTo>
                  <a:lnTo>
                    <a:pt x="357" y="794"/>
                  </a:lnTo>
                  <a:lnTo>
                    <a:pt x="358" y="791"/>
                  </a:lnTo>
                  <a:lnTo>
                    <a:pt x="359" y="785"/>
                  </a:lnTo>
                  <a:lnTo>
                    <a:pt x="360" y="774"/>
                  </a:lnTo>
                  <a:lnTo>
                    <a:pt x="361" y="754"/>
                  </a:lnTo>
                  <a:lnTo>
                    <a:pt x="361" y="739"/>
                  </a:lnTo>
                  <a:lnTo>
                    <a:pt x="363" y="726"/>
                  </a:lnTo>
                  <a:lnTo>
                    <a:pt x="363" y="719"/>
                  </a:lnTo>
                  <a:lnTo>
                    <a:pt x="364" y="711"/>
                  </a:lnTo>
                  <a:lnTo>
                    <a:pt x="365" y="702"/>
                  </a:lnTo>
                  <a:lnTo>
                    <a:pt x="366" y="687"/>
                  </a:lnTo>
                  <a:lnTo>
                    <a:pt x="367" y="687"/>
                  </a:lnTo>
                  <a:lnTo>
                    <a:pt x="368" y="687"/>
                  </a:lnTo>
                  <a:lnTo>
                    <a:pt x="369" y="687"/>
                  </a:lnTo>
                  <a:lnTo>
                    <a:pt x="370" y="687"/>
                  </a:lnTo>
                  <a:lnTo>
                    <a:pt x="371" y="687"/>
                  </a:lnTo>
                  <a:lnTo>
                    <a:pt x="372" y="687"/>
                  </a:lnTo>
                  <a:lnTo>
                    <a:pt x="373" y="687"/>
                  </a:lnTo>
                  <a:lnTo>
                    <a:pt x="373" y="687"/>
                  </a:lnTo>
                  <a:lnTo>
                    <a:pt x="375" y="686"/>
                  </a:lnTo>
                  <a:lnTo>
                    <a:pt x="375" y="686"/>
                  </a:lnTo>
                  <a:lnTo>
                    <a:pt x="376" y="686"/>
                  </a:lnTo>
                  <a:lnTo>
                    <a:pt x="377" y="687"/>
                  </a:lnTo>
                  <a:lnTo>
                    <a:pt x="378" y="687"/>
                  </a:lnTo>
                  <a:lnTo>
                    <a:pt x="379" y="688"/>
                  </a:lnTo>
                  <a:lnTo>
                    <a:pt x="380" y="689"/>
                  </a:lnTo>
                  <a:lnTo>
                    <a:pt x="381" y="689"/>
                  </a:lnTo>
                  <a:lnTo>
                    <a:pt x="382" y="690"/>
                  </a:lnTo>
                  <a:lnTo>
                    <a:pt x="383" y="691"/>
                  </a:lnTo>
                  <a:lnTo>
                    <a:pt x="384" y="691"/>
                  </a:lnTo>
                  <a:lnTo>
                    <a:pt x="385" y="691"/>
                  </a:lnTo>
                  <a:lnTo>
                    <a:pt x="385" y="692"/>
                  </a:lnTo>
                  <a:lnTo>
                    <a:pt x="387" y="692"/>
                  </a:lnTo>
                  <a:lnTo>
                    <a:pt x="387" y="693"/>
                  </a:lnTo>
                  <a:lnTo>
                    <a:pt x="388" y="693"/>
                  </a:lnTo>
                  <a:lnTo>
                    <a:pt x="389" y="693"/>
                  </a:lnTo>
                  <a:lnTo>
                    <a:pt x="390" y="694"/>
                  </a:lnTo>
                  <a:lnTo>
                    <a:pt x="391" y="694"/>
                  </a:lnTo>
                  <a:lnTo>
                    <a:pt x="392" y="695"/>
                  </a:lnTo>
                  <a:lnTo>
                    <a:pt x="393" y="695"/>
                  </a:lnTo>
                  <a:lnTo>
                    <a:pt x="394" y="696"/>
                  </a:lnTo>
                  <a:lnTo>
                    <a:pt x="395" y="697"/>
                  </a:lnTo>
                  <a:lnTo>
                    <a:pt x="396" y="697"/>
                  </a:lnTo>
                  <a:lnTo>
                    <a:pt x="397" y="698"/>
                  </a:lnTo>
                  <a:lnTo>
                    <a:pt x="397" y="699"/>
                  </a:lnTo>
                  <a:lnTo>
                    <a:pt x="399" y="699"/>
                  </a:lnTo>
                  <a:lnTo>
                    <a:pt x="399" y="700"/>
                  </a:lnTo>
                  <a:lnTo>
                    <a:pt x="400" y="700"/>
                  </a:lnTo>
                  <a:lnTo>
                    <a:pt x="401" y="701"/>
                  </a:lnTo>
                  <a:lnTo>
                    <a:pt x="402" y="701"/>
                  </a:lnTo>
                  <a:lnTo>
                    <a:pt x="403" y="702"/>
                  </a:lnTo>
                  <a:lnTo>
                    <a:pt x="404" y="702"/>
                  </a:lnTo>
                  <a:lnTo>
                    <a:pt x="405" y="702"/>
                  </a:lnTo>
                  <a:lnTo>
                    <a:pt x="406" y="703"/>
                  </a:lnTo>
                  <a:lnTo>
                    <a:pt x="407" y="703"/>
                  </a:lnTo>
                  <a:lnTo>
                    <a:pt x="408" y="703"/>
                  </a:lnTo>
                  <a:lnTo>
                    <a:pt x="409" y="703"/>
                  </a:lnTo>
                  <a:lnTo>
                    <a:pt x="410" y="703"/>
                  </a:lnTo>
                  <a:lnTo>
                    <a:pt x="411" y="703"/>
                  </a:lnTo>
                  <a:lnTo>
                    <a:pt x="411" y="702"/>
                  </a:lnTo>
                  <a:lnTo>
                    <a:pt x="412" y="701"/>
                  </a:lnTo>
                  <a:lnTo>
                    <a:pt x="413" y="700"/>
                  </a:lnTo>
                  <a:lnTo>
                    <a:pt x="414" y="699"/>
                  </a:lnTo>
                  <a:lnTo>
                    <a:pt x="415" y="699"/>
                  </a:lnTo>
                  <a:lnTo>
                    <a:pt x="416" y="698"/>
                  </a:lnTo>
                  <a:lnTo>
                    <a:pt x="417" y="697"/>
                  </a:lnTo>
                  <a:lnTo>
                    <a:pt x="418" y="695"/>
                  </a:lnTo>
                  <a:lnTo>
                    <a:pt x="419" y="693"/>
                  </a:lnTo>
                  <a:lnTo>
                    <a:pt x="420" y="691"/>
                  </a:lnTo>
                  <a:lnTo>
                    <a:pt x="421" y="689"/>
                  </a:lnTo>
                  <a:lnTo>
                    <a:pt x="422" y="688"/>
                  </a:lnTo>
                  <a:lnTo>
                    <a:pt x="423" y="687"/>
                  </a:lnTo>
                  <a:lnTo>
                    <a:pt x="423" y="685"/>
                  </a:lnTo>
                  <a:lnTo>
                    <a:pt x="425" y="684"/>
                  </a:lnTo>
                  <a:lnTo>
                    <a:pt x="425" y="682"/>
                  </a:lnTo>
                  <a:lnTo>
                    <a:pt x="426" y="681"/>
                  </a:lnTo>
                  <a:lnTo>
                    <a:pt x="427" y="680"/>
                  </a:lnTo>
                  <a:lnTo>
                    <a:pt x="428" y="679"/>
                  </a:lnTo>
                  <a:lnTo>
                    <a:pt x="429" y="679"/>
                  </a:lnTo>
                  <a:lnTo>
                    <a:pt x="430" y="678"/>
                  </a:lnTo>
                  <a:lnTo>
                    <a:pt x="431" y="678"/>
                  </a:lnTo>
                  <a:lnTo>
                    <a:pt x="432" y="677"/>
                  </a:lnTo>
                  <a:lnTo>
                    <a:pt x="433" y="677"/>
                  </a:lnTo>
                  <a:lnTo>
                    <a:pt x="434" y="677"/>
                  </a:lnTo>
                  <a:lnTo>
                    <a:pt x="435" y="677"/>
                  </a:lnTo>
                  <a:lnTo>
                    <a:pt x="435" y="676"/>
                  </a:lnTo>
                  <a:lnTo>
                    <a:pt x="437" y="676"/>
                  </a:lnTo>
                  <a:lnTo>
                    <a:pt x="438" y="676"/>
                  </a:lnTo>
                  <a:lnTo>
                    <a:pt x="438" y="676"/>
                  </a:lnTo>
                  <a:lnTo>
                    <a:pt x="440" y="676"/>
                  </a:lnTo>
                  <a:lnTo>
                    <a:pt x="440" y="676"/>
                  </a:lnTo>
                  <a:lnTo>
                    <a:pt x="441" y="675"/>
                  </a:lnTo>
                  <a:lnTo>
                    <a:pt x="442" y="675"/>
                  </a:lnTo>
                  <a:lnTo>
                    <a:pt x="443" y="675"/>
                  </a:lnTo>
                  <a:lnTo>
                    <a:pt x="444" y="674"/>
                  </a:lnTo>
                  <a:lnTo>
                    <a:pt x="445" y="674"/>
                  </a:lnTo>
                  <a:lnTo>
                    <a:pt x="446" y="674"/>
                  </a:lnTo>
                  <a:lnTo>
                    <a:pt x="447" y="674"/>
                  </a:lnTo>
                  <a:lnTo>
                    <a:pt x="448" y="674"/>
                  </a:lnTo>
                  <a:lnTo>
                    <a:pt x="449" y="675"/>
                  </a:lnTo>
                  <a:lnTo>
                    <a:pt x="450" y="675"/>
                  </a:lnTo>
                  <a:lnTo>
                    <a:pt x="450" y="675"/>
                  </a:lnTo>
                  <a:lnTo>
                    <a:pt x="452" y="675"/>
                  </a:lnTo>
                  <a:lnTo>
                    <a:pt x="452" y="674"/>
                  </a:lnTo>
                  <a:lnTo>
                    <a:pt x="453" y="674"/>
                  </a:lnTo>
                  <a:lnTo>
                    <a:pt x="454" y="674"/>
                  </a:lnTo>
                  <a:lnTo>
                    <a:pt x="455" y="674"/>
                  </a:lnTo>
                  <a:lnTo>
                    <a:pt x="456" y="673"/>
                  </a:lnTo>
                  <a:lnTo>
                    <a:pt x="457" y="673"/>
                  </a:lnTo>
                  <a:lnTo>
                    <a:pt x="458" y="673"/>
                  </a:lnTo>
                  <a:lnTo>
                    <a:pt x="459" y="673"/>
                  </a:lnTo>
                  <a:lnTo>
                    <a:pt x="460" y="672"/>
                  </a:lnTo>
                  <a:lnTo>
                    <a:pt x="461" y="672"/>
                  </a:lnTo>
                  <a:lnTo>
                    <a:pt x="462" y="672"/>
                  </a:lnTo>
                  <a:lnTo>
                    <a:pt x="462" y="672"/>
                  </a:lnTo>
                  <a:lnTo>
                    <a:pt x="464" y="672"/>
                  </a:lnTo>
                  <a:lnTo>
                    <a:pt x="464" y="672"/>
                  </a:lnTo>
                  <a:lnTo>
                    <a:pt x="465" y="672"/>
                  </a:lnTo>
                  <a:lnTo>
                    <a:pt x="466" y="672"/>
                  </a:lnTo>
                  <a:lnTo>
                    <a:pt x="467" y="672"/>
                  </a:lnTo>
                  <a:lnTo>
                    <a:pt x="468" y="672"/>
                  </a:lnTo>
                  <a:lnTo>
                    <a:pt x="469" y="672"/>
                  </a:lnTo>
                  <a:lnTo>
                    <a:pt x="470" y="672"/>
                  </a:lnTo>
                  <a:lnTo>
                    <a:pt x="471" y="672"/>
                  </a:lnTo>
                  <a:lnTo>
                    <a:pt x="472" y="672"/>
                  </a:lnTo>
                  <a:lnTo>
                    <a:pt x="473" y="672"/>
                  </a:lnTo>
                  <a:lnTo>
                    <a:pt x="474" y="675"/>
                  </a:lnTo>
                  <a:lnTo>
                    <a:pt x="475" y="685"/>
                  </a:lnTo>
                  <a:lnTo>
                    <a:pt x="476" y="700"/>
                  </a:lnTo>
                  <a:lnTo>
                    <a:pt x="476" y="688"/>
                  </a:lnTo>
                  <a:lnTo>
                    <a:pt x="478" y="700"/>
                  </a:lnTo>
                  <a:lnTo>
                    <a:pt x="478" y="705"/>
                  </a:lnTo>
                  <a:lnTo>
                    <a:pt x="479" y="703"/>
                  </a:lnTo>
                  <a:lnTo>
                    <a:pt x="480" y="700"/>
                  </a:lnTo>
                  <a:lnTo>
                    <a:pt x="481" y="697"/>
                  </a:lnTo>
                  <a:lnTo>
                    <a:pt x="482" y="694"/>
                  </a:lnTo>
                  <a:lnTo>
                    <a:pt x="483" y="691"/>
                  </a:lnTo>
                  <a:lnTo>
                    <a:pt x="484" y="687"/>
                  </a:lnTo>
                  <a:lnTo>
                    <a:pt x="485" y="684"/>
                  </a:lnTo>
                  <a:lnTo>
                    <a:pt x="486" y="681"/>
                  </a:lnTo>
                  <a:lnTo>
                    <a:pt x="487" y="677"/>
                  </a:lnTo>
                  <a:lnTo>
                    <a:pt x="488" y="673"/>
                  </a:lnTo>
                  <a:lnTo>
                    <a:pt x="488" y="673"/>
                  </a:lnTo>
                  <a:lnTo>
                    <a:pt x="490" y="685"/>
                  </a:lnTo>
                  <a:lnTo>
                    <a:pt x="490" y="709"/>
                  </a:lnTo>
                  <a:lnTo>
                    <a:pt x="491" y="735"/>
                  </a:lnTo>
                  <a:lnTo>
                    <a:pt x="492" y="755"/>
                  </a:lnTo>
                  <a:lnTo>
                    <a:pt x="493" y="767"/>
                  </a:lnTo>
                  <a:lnTo>
                    <a:pt x="494" y="776"/>
                  </a:lnTo>
                  <a:lnTo>
                    <a:pt x="495" y="783"/>
                  </a:lnTo>
                  <a:lnTo>
                    <a:pt x="496" y="787"/>
                  </a:lnTo>
                  <a:lnTo>
                    <a:pt x="497" y="788"/>
                  </a:lnTo>
                  <a:lnTo>
                    <a:pt x="498" y="788"/>
                  </a:lnTo>
                  <a:lnTo>
                    <a:pt x="499" y="788"/>
                  </a:lnTo>
                  <a:lnTo>
                    <a:pt x="500" y="789"/>
                  </a:lnTo>
                  <a:lnTo>
                    <a:pt x="500" y="789"/>
                  </a:lnTo>
                  <a:lnTo>
                    <a:pt x="502" y="793"/>
                  </a:lnTo>
                  <a:lnTo>
                    <a:pt x="502" y="798"/>
                  </a:lnTo>
                  <a:lnTo>
                    <a:pt x="503" y="801"/>
                  </a:lnTo>
                  <a:lnTo>
                    <a:pt x="504" y="805"/>
                  </a:lnTo>
                  <a:lnTo>
                    <a:pt x="505" y="812"/>
                  </a:lnTo>
                  <a:lnTo>
                    <a:pt x="506" y="817"/>
                  </a:lnTo>
                  <a:lnTo>
                    <a:pt x="507" y="818"/>
                  </a:lnTo>
                  <a:lnTo>
                    <a:pt x="508" y="819"/>
                  </a:lnTo>
                  <a:lnTo>
                    <a:pt x="509" y="819"/>
                  </a:lnTo>
                  <a:lnTo>
                    <a:pt x="510" y="817"/>
                  </a:lnTo>
                  <a:lnTo>
                    <a:pt x="511" y="816"/>
                  </a:lnTo>
                  <a:lnTo>
                    <a:pt x="512" y="816"/>
                  </a:lnTo>
                  <a:lnTo>
                    <a:pt x="512" y="816"/>
                  </a:lnTo>
                  <a:lnTo>
                    <a:pt x="514" y="816"/>
                  </a:lnTo>
                  <a:lnTo>
                    <a:pt x="514" y="817"/>
                  </a:lnTo>
                  <a:lnTo>
                    <a:pt x="515" y="817"/>
                  </a:lnTo>
                  <a:lnTo>
                    <a:pt x="516" y="816"/>
                  </a:lnTo>
                  <a:lnTo>
                    <a:pt x="517" y="815"/>
                  </a:lnTo>
                  <a:lnTo>
                    <a:pt x="518" y="815"/>
                  </a:lnTo>
                  <a:lnTo>
                    <a:pt x="519" y="815"/>
                  </a:lnTo>
                  <a:lnTo>
                    <a:pt x="520" y="814"/>
                  </a:lnTo>
                  <a:lnTo>
                    <a:pt x="521" y="813"/>
                  </a:lnTo>
                  <a:lnTo>
                    <a:pt x="522" y="812"/>
                  </a:lnTo>
                  <a:lnTo>
                    <a:pt x="523" y="811"/>
                  </a:lnTo>
                  <a:lnTo>
                    <a:pt x="524" y="810"/>
                  </a:lnTo>
                  <a:lnTo>
                    <a:pt x="525" y="809"/>
                  </a:lnTo>
                  <a:lnTo>
                    <a:pt x="526" y="808"/>
                  </a:lnTo>
                  <a:lnTo>
                    <a:pt x="526" y="807"/>
                  </a:lnTo>
                  <a:lnTo>
                    <a:pt x="528" y="806"/>
                  </a:lnTo>
                  <a:lnTo>
                    <a:pt x="528" y="801"/>
                  </a:lnTo>
                  <a:lnTo>
                    <a:pt x="529" y="783"/>
                  </a:lnTo>
                  <a:lnTo>
                    <a:pt x="530" y="776"/>
                  </a:lnTo>
                  <a:lnTo>
                    <a:pt x="531" y="776"/>
                  </a:lnTo>
                  <a:lnTo>
                    <a:pt x="532" y="769"/>
                  </a:lnTo>
                  <a:lnTo>
                    <a:pt x="533" y="729"/>
                  </a:lnTo>
                  <a:lnTo>
                    <a:pt x="534" y="668"/>
                  </a:lnTo>
                  <a:lnTo>
                    <a:pt x="535" y="686"/>
                  </a:lnTo>
                  <a:lnTo>
                    <a:pt x="536" y="673"/>
                  </a:lnTo>
                  <a:lnTo>
                    <a:pt x="537" y="671"/>
                  </a:lnTo>
                  <a:lnTo>
                    <a:pt x="538" y="673"/>
                  </a:lnTo>
                  <a:lnTo>
                    <a:pt x="538" y="675"/>
                  </a:lnTo>
                  <a:lnTo>
                    <a:pt x="540" y="677"/>
                  </a:lnTo>
                  <a:lnTo>
                    <a:pt x="540" y="680"/>
                  </a:lnTo>
                  <a:lnTo>
                    <a:pt x="541" y="682"/>
                  </a:lnTo>
                  <a:lnTo>
                    <a:pt x="542" y="685"/>
                  </a:lnTo>
                  <a:lnTo>
                    <a:pt x="543" y="689"/>
                  </a:lnTo>
                  <a:lnTo>
                    <a:pt x="544" y="692"/>
                  </a:lnTo>
                  <a:lnTo>
                    <a:pt x="545" y="696"/>
                  </a:lnTo>
                  <a:lnTo>
                    <a:pt x="546" y="700"/>
                  </a:lnTo>
                  <a:lnTo>
                    <a:pt x="547" y="703"/>
                  </a:lnTo>
                  <a:lnTo>
                    <a:pt x="548" y="707"/>
                  </a:lnTo>
                  <a:lnTo>
                    <a:pt x="549" y="709"/>
                  </a:lnTo>
                  <a:lnTo>
                    <a:pt x="550" y="712"/>
                  </a:lnTo>
                  <a:lnTo>
                    <a:pt x="550" y="715"/>
                  </a:lnTo>
                  <a:lnTo>
                    <a:pt x="552" y="717"/>
                  </a:lnTo>
                  <a:lnTo>
                    <a:pt x="552" y="719"/>
                  </a:lnTo>
                  <a:lnTo>
                    <a:pt x="553" y="721"/>
                  </a:lnTo>
                  <a:lnTo>
                    <a:pt x="554" y="723"/>
                  </a:lnTo>
                  <a:lnTo>
                    <a:pt x="555" y="725"/>
                  </a:lnTo>
                  <a:lnTo>
                    <a:pt x="556" y="728"/>
                  </a:lnTo>
                  <a:lnTo>
                    <a:pt x="557" y="730"/>
                  </a:lnTo>
                  <a:lnTo>
                    <a:pt x="558" y="731"/>
                  </a:lnTo>
                  <a:lnTo>
                    <a:pt x="559" y="732"/>
                  </a:lnTo>
                  <a:lnTo>
                    <a:pt x="560" y="733"/>
                  </a:lnTo>
                  <a:lnTo>
                    <a:pt x="561" y="734"/>
                  </a:lnTo>
                  <a:lnTo>
                    <a:pt x="562" y="735"/>
                  </a:lnTo>
                  <a:lnTo>
                    <a:pt x="562" y="735"/>
                  </a:lnTo>
                  <a:lnTo>
                    <a:pt x="564" y="735"/>
                  </a:lnTo>
                  <a:lnTo>
                    <a:pt x="564" y="735"/>
                  </a:lnTo>
                  <a:lnTo>
                    <a:pt x="565" y="734"/>
                  </a:lnTo>
                  <a:lnTo>
                    <a:pt x="566" y="733"/>
                  </a:lnTo>
                  <a:lnTo>
                    <a:pt x="567" y="732"/>
                  </a:lnTo>
                  <a:lnTo>
                    <a:pt x="568" y="732"/>
                  </a:lnTo>
                  <a:lnTo>
                    <a:pt x="569" y="731"/>
                  </a:lnTo>
                  <a:lnTo>
                    <a:pt x="570" y="731"/>
                  </a:lnTo>
                  <a:lnTo>
                    <a:pt x="571" y="730"/>
                  </a:lnTo>
                  <a:lnTo>
                    <a:pt x="572" y="729"/>
                  </a:lnTo>
                  <a:lnTo>
                    <a:pt x="573" y="729"/>
                  </a:lnTo>
                  <a:lnTo>
                    <a:pt x="574" y="727"/>
                  </a:lnTo>
                  <a:lnTo>
                    <a:pt x="575" y="725"/>
                  </a:lnTo>
                  <a:lnTo>
                    <a:pt x="576" y="723"/>
                  </a:lnTo>
                  <a:lnTo>
                    <a:pt x="576" y="722"/>
                  </a:lnTo>
                  <a:lnTo>
                    <a:pt x="578" y="720"/>
                  </a:lnTo>
                  <a:lnTo>
                    <a:pt x="578" y="719"/>
                  </a:lnTo>
                  <a:lnTo>
                    <a:pt x="579" y="717"/>
                  </a:lnTo>
                  <a:lnTo>
                    <a:pt x="580" y="716"/>
                  </a:lnTo>
                  <a:lnTo>
                    <a:pt x="581" y="715"/>
                  </a:lnTo>
                  <a:lnTo>
                    <a:pt x="582" y="713"/>
                  </a:lnTo>
                  <a:lnTo>
                    <a:pt x="583" y="711"/>
                  </a:lnTo>
                  <a:lnTo>
                    <a:pt x="584" y="710"/>
                  </a:lnTo>
                  <a:lnTo>
                    <a:pt x="585" y="709"/>
                  </a:lnTo>
                  <a:lnTo>
                    <a:pt x="586" y="709"/>
                  </a:lnTo>
                  <a:lnTo>
                    <a:pt x="587" y="708"/>
                  </a:lnTo>
                  <a:lnTo>
                    <a:pt x="588" y="707"/>
                  </a:lnTo>
                  <a:lnTo>
                    <a:pt x="588" y="706"/>
                  </a:lnTo>
                  <a:lnTo>
                    <a:pt x="590" y="705"/>
                  </a:lnTo>
                  <a:lnTo>
                    <a:pt x="590" y="704"/>
                  </a:lnTo>
                  <a:lnTo>
                    <a:pt x="591" y="703"/>
                  </a:lnTo>
                  <a:lnTo>
                    <a:pt x="592" y="702"/>
                  </a:lnTo>
                  <a:lnTo>
                    <a:pt x="593" y="702"/>
                  </a:lnTo>
                  <a:lnTo>
                    <a:pt x="594" y="701"/>
                  </a:lnTo>
                  <a:lnTo>
                    <a:pt x="595" y="700"/>
                  </a:lnTo>
                  <a:lnTo>
                    <a:pt x="596" y="699"/>
                  </a:lnTo>
                  <a:lnTo>
                    <a:pt x="597" y="698"/>
                  </a:lnTo>
                  <a:lnTo>
                    <a:pt x="598" y="697"/>
                  </a:lnTo>
                  <a:lnTo>
                    <a:pt x="599" y="695"/>
                  </a:lnTo>
                  <a:lnTo>
                    <a:pt x="600" y="694"/>
                  </a:lnTo>
                  <a:lnTo>
                    <a:pt x="600" y="693"/>
                  </a:lnTo>
                  <a:lnTo>
                    <a:pt x="602" y="691"/>
                  </a:lnTo>
                  <a:lnTo>
                    <a:pt x="603" y="689"/>
                  </a:lnTo>
                  <a:lnTo>
                    <a:pt x="603" y="688"/>
                  </a:lnTo>
                  <a:lnTo>
                    <a:pt x="605" y="685"/>
                  </a:lnTo>
                  <a:lnTo>
                    <a:pt x="605" y="684"/>
                  </a:lnTo>
                  <a:lnTo>
                    <a:pt x="606" y="682"/>
                  </a:lnTo>
                  <a:lnTo>
                    <a:pt x="607" y="681"/>
                  </a:lnTo>
                  <a:lnTo>
                    <a:pt x="608" y="680"/>
                  </a:lnTo>
                  <a:lnTo>
                    <a:pt x="609" y="636"/>
                  </a:lnTo>
                  <a:lnTo>
                    <a:pt x="610" y="636"/>
                  </a:lnTo>
                  <a:lnTo>
                    <a:pt x="611" y="634"/>
                  </a:lnTo>
                  <a:lnTo>
                    <a:pt x="612" y="633"/>
                  </a:lnTo>
                  <a:lnTo>
                    <a:pt x="613" y="632"/>
                  </a:lnTo>
                  <a:lnTo>
                    <a:pt x="614" y="631"/>
                  </a:lnTo>
                  <a:lnTo>
                    <a:pt x="615" y="630"/>
                  </a:lnTo>
                  <a:lnTo>
                    <a:pt x="615" y="630"/>
                  </a:lnTo>
                  <a:lnTo>
                    <a:pt x="617" y="629"/>
                  </a:lnTo>
                  <a:lnTo>
                    <a:pt x="617" y="629"/>
                  </a:lnTo>
                  <a:lnTo>
                    <a:pt x="618" y="628"/>
                  </a:lnTo>
                  <a:lnTo>
                    <a:pt x="619" y="628"/>
                  </a:lnTo>
                  <a:lnTo>
                    <a:pt x="620" y="627"/>
                  </a:lnTo>
                  <a:lnTo>
                    <a:pt x="621" y="627"/>
                  </a:lnTo>
                  <a:lnTo>
                    <a:pt x="622" y="627"/>
                  </a:lnTo>
                  <a:lnTo>
                    <a:pt x="623" y="626"/>
                  </a:lnTo>
                  <a:lnTo>
                    <a:pt x="624" y="626"/>
                  </a:lnTo>
                  <a:lnTo>
                    <a:pt x="625" y="626"/>
                  </a:lnTo>
                  <a:lnTo>
                    <a:pt x="626" y="626"/>
                  </a:lnTo>
                  <a:lnTo>
                    <a:pt x="627" y="626"/>
                  </a:lnTo>
                  <a:lnTo>
                    <a:pt x="627" y="626"/>
                  </a:lnTo>
                  <a:lnTo>
                    <a:pt x="629" y="625"/>
                  </a:lnTo>
                  <a:lnTo>
                    <a:pt x="629" y="625"/>
                  </a:lnTo>
                  <a:lnTo>
                    <a:pt x="630" y="625"/>
                  </a:lnTo>
                  <a:lnTo>
                    <a:pt x="631" y="625"/>
                  </a:lnTo>
                  <a:lnTo>
                    <a:pt x="632" y="625"/>
                  </a:lnTo>
                  <a:lnTo>
                    <a:pt x="633" y="625"/>
                  </a:lnTo>
                  <a:lnTo>
                    <a:pt x="634" y="625"/>
                  </a:lnTo>
                  <a:lnTo>
                    <a:pt x="635" y="625"/>
                  </a:lnTo>
                  <a:lnTo>
                    <a:pt x="636" y="625"/>
                  </a:lnTo>
                  <a:lnTo>
                    <a:pt x="637" y="625"/>
                  </a:lnTo>
                  <a:lnTo>
                    <a:pt x="638" y="626"/>
                  </a:lnTo>
                  <a:lnTo>
                    <a:pt x="639" y="626"/>
                  </a:lnTo>
                  <a:lnTo>
                    <a:pt x="640" y="626"/>
                  </a:lnTo>
                  <a:lnTo>
                    <a:pt x="641" y="626"/>
                  </a:lnTo>
                  <a:lnTo>
                    <a:pt x="641" y="626"/>
                  </a:lnTo>
                  <a:lnTo>
                    <a:pt x="643" y="626"/>
                  </a:lnTo>
                  <a:lnTo>
                    <a:pt x="643" y="626"/>
                  </a:lnTo>
                  <a:lnTo>
                    <a:pt x="644" y="627"/>
                  </a:lnTo>
                  <a:lnTo>
                    <a:pt x="645" y="627"/>
                  </a:lnTo>
                  <a:lnTo>
                    <a:pt x="646" y="627"/>
                  </a:lnTo>
                  <a:lnTo>
                    <a:pt x="647" y="627"/>
                  </a:lnTo>
                  <a:lnTo>
                    <a:pt x="648" y="627"/>
                  </a:lnTo>
                  <a:lnTo>
                    <a:pt x="649" y="627"/>
                  </a:lnTo>
                  <a:lnTo>
                    <a:pt x="650" y="627"/>
                  </a:lnTo>
                  <a:lnTo>
                    <a:pt x="651" y="627"/>
                  </a:lnTo>
                  <a:lnTo>
                    <a:pt x="652" y="625"/>
                  </a:lnTo>
                  <a:lnTo>
                    <a:pt x="653" y="623"/>
                  </a:lnTo>
                  <a:lnTo>
                    <a:pt x="653" y="622"/>
                  </a:lnTo>
                  <a:lnTo>
                    <a:pt x="655" y="624"/>
                  </a:lnTo>
                  <a:lnTo>
                    <a:pt x="655" y="625"/>
                  </a:lnTo>
                  <a:lnTo>
                    <a:pt x="656" y="626"/>
                  </a:lnTo>
                  <a:lnTo>
                    <a:pt x="657" y="627"/>
                  </a:lnTo>
                  <a:lnTo>
                    <a:pt x="658" y="628"/>
                  </a:lnTo>
                  <a:lnTo>
                    <a:pt x="659" y="628"/>
                  </a:lnTo>
                  <a:lnTo>
                    <a:pt x="660" y="629"/>
                  </a:lnTo>
                  <a:lnTo>
                    <a:pt x="661" y="630"/>
                  </a:lnTo>
                  <a:lnTo>
                    <a:pt x="662" y="630"/>
                  </a:lnTo>
                  <a:lnTo>
                    <a:pt x="663" y="630"/>
                  </a:lnTo>
                  <a:lnTo>
                    <a:pt x="664" y="631"/>
                  </a:lnTo>
                  <a:lnTo>
                    <a:pt x="665" y="631"/>
                  </a:lnTo>
                  <a:lnTo>
                    <a:pt x="665" y="631"/>
                  </a:lnTo>
                  <a:lnTo>
                    <a:pt x="667" y="630"/>
                  </a:lnTo>
                  <a:lnTo>
                    <a:pt x="667" y="633"/>
                  </a:lnTo>
                  <a:lnTo>
                    <a:pt x="668" y="660"/>
                  </a:lnTo>
                  <a:lnTo>
                    <a:pt x="669" y="666"/>
                  </a:lnTo>
                  <a:lnTo>
                    <a:pt x="670" y="712"/>
                  </a:lnTo>
                  <a:lnTo>
                    <a:pt x="671" y="752"/>
                  </a:lnTo>
                  <a:lnTo>
                    <a:pt x="672" y="754"/>
                  </a:lnTo>
                  <a:lnTo>
                    <a:pt x="673" y="759"/>
                  </a:lnTo>
                  <a:lnTo>
                    <a:pt x="674" y="803"/>
                  </a:lnTo>
                  <a:lnTo>
                    <a:pt x="675" y="816"/>
                  </a:lnTo>
                  <a:lnTo>
                    <a:pt x="676" y="813"/>
                  </a:lnTo>
                  <a:lnTo>
                    <a:pt x="677" y="814"/>
                  </a:lnTo>
                  <a:lnTo>
                    <a:pt x="677" y="813"/>
                  </a:lnTo>
                  <a:lnTo>
                    <a:pt x="679" y="811"/>
                  </a:lnTo>
                  <a:lnTo>
                    <a:pt x="679" y="809"/>
                  </a:lnTo>
                  <a:lnTo>
                    <a:pt x="680" y="805"/>
                  </a:lnTo>
                  <a:lnTo>
                    <a:pt x="681" y="803"/>
                  </a:lnTo>
                  <a:lnTo>
                    <a:pt x="682" y="801"/>
                  </a:lnTo>
                  <a:lnTo>
                    <a:pt x="683" y="799"/>
                  </a:lnTo>
                  <a:lnTo>
                    <a:pt x="684" y="798"/>
                  </a:lnTo>
                  <a:lnTo>
                    <a:pt x="685" y="796"/>
                  </a:lnTo>
                  <a:lnTo>
                    <a:pt x="686" y="795"/>
                  </a:lnTo>
                  <a:lnTo>
                    <a:pt x="687" y="791"/>
                  </a:lnTo>
                  <a:lnTo>
                    <a:pt x="688" y="789"/>
                  </a:lnTo>
                  <a:lnTo>
                    <a:pt x="689" y="825"/>
                  </a:lnTo>
                  <a:lnTo>
                    <a:pt x="690" y="855"/>
                  </a:lnTo>
                  <a:lnTo>
                    <a:pt x="691" y="866"/>
                  </a:lnTo>
                  <a:lnTo>
                    <a:pt x="691" y="869"/>
                  </a:lnTo>
                  <a:lnTo>
                    <a:pt x="693" y="873"/>
                  </a:lnTo>
                  <a:lnTo>
                    <a:pt x="693" y="881"/>
                  </a:lnTo>
                  <a:lnTo>
                    <a:pt x="694" y="890"/>
                  </a:lnTo>
                  <a:lnTo>
                    <a:pt x="695" y="894"/>
                  </a:lnTo>
                  <a:lnTo>
                    <a:pt x="696" y="894"/>
                  </a:lnTo>
                  <a:lnTo>
                    <a:pt x="697" y="896"/>
                  </a:lnTo>
                  <a:lnTo>
                    <a:pt x="698" y="896"/>
                  </a:lnTo>
                  <a:lnTo>
                    <a:pt x="699" y="896"/>
                  </a:lnTo>
                  <a:lnTo>
                    <a:pt x="700" y="896"/>
                  </a:lnTo>
                  <a:lnTo>
                    <a:pt x="701" y="896"/>
                  </a:lnTo>
                  <a:lnTo>
                    <a:pt x="702" y="897"/>
                  </a:lnTo>
                  <a:lnTo>
                    <a:pt x="703" y="897"/>
                  </a:lnTo>
                  <a:lnTo>
                    <a:pt x="703" y="897"/>
                  </a:lnTo>
                  <a:lnTo>
                    <a:pt x="705" y="897"/>
                  </a:lnTo>
                  <a:lnTo>
                    <a:pt x="705" y="897"/>
                  </a:lnTo>
                  <a:lnTo>
                    <a:pt x="706" y="897"/>
                  </a:lnTo>
                  <a:lnTo>
                    <a:pt x="707" y="897"/>
                  </a:lnTo>
                  <a:lnTo>
                    <a:pt x="708" y="897"/>
                  </a:lnTo>
                  <a:lnTo>
                    <a:pt x="709" y="897"/>
                  </a:lnTo>
                  <a:lnTo>
                    <a:pt x="710" y="896"/>
                  </a:lnTo>
                  <a:lnTo>
                    <a:pt x="711" y="896"/>
                  </a:lnTo>
                  <a:lnTo>
                    <a:pt x="712" y="895"/>
                  </a:lnTo>
                  <a:lnTo>
                    <a:pt x="713" y="894"/>
                  </a:lnTo>
                  <a:lnTo>
                    <a:pt x="714" y="894"/>
                  </a:lnTo>
                  <a:lnTo>
                    <a:pt x="715" y="894"/>
                  </a:lnTo>
                  <a:lnTo>
                    <a:pt x="715" y="893"/>
                  </a:lnTo>
                  <a:lnTo>
                    <a:pt x="717" y="888"/>
                  </a:lnTo>
                  <a:lnTo>
                    <a:pt x="717" y="866"/>
                  </a:lnTo>
                  <a:lnTo>
                    <a:pt x="718" y="769"/>
                  </a:lnTo>
                  <a:lnTo>
                    <a:pt x="719" y="776"/>
                  </a:lnTo>
                  <a:lnTo>
                    <a:pt x="720" y="785"/>
                  </a:lnTo>
                  <a:lnTo>
                    <a:pt x="721" y="788"/>
                  </a:lnTo>
                  <a:lnTo>
                    <a:pt x="722" y="790"/>
                  </a:lnTo>
                  <a:lnTo>
                    <a:pt x="723" y="792"/>
                  </a:lnTo>
                  <a:lnTo>
                    <a:pt x="724" y="795"/>
                  </a:lnTo>
                  <a:lnTo>
                    <a:pt x="725" y="797"/>
                  </a:lnTo>
                  <a:lnTo>
                    <a:pt x="726" y="799"/>
                  </a:lnTo>
                  <a:lnTo>
                    <a:pt x="727" y="801"/>
                  </a:lnTo>
                  <a:lnTo>
                    <a:pt x="727" y="803"/>
                  </a:lnTo>
                  <a:lnTo>
                    <a:pt x="729" y="805"/>
                  </a:lnTo>
                  <a:lnTo>
                    <a:pt x="729" y="806"/>
                  </a:lnTo>
                  <a:lnTo>
                    <a:pt x="730" y="807"/>
                  </a:lnTo>
                  <a:lnTo>
                    <a:pt x="731" y="808"/>
                  </a:lnTo>
                  <a:lnTo>
                    <a:pt x="732" y="810"/>
                  </a:lnTo>
                  <a:lnTo>
                    <a:pt x="733" y="811"/>
                  </a:lnTo>
                  <a:lnTo>
                    <a:pt x="734" y="811"/>
                  </a:lnTo>
                  <a:lnTo>
                    <a:pt x="735" y="809"/>
                  </a:lnTo>
                  <a:lnTo>
                    <a:pt x="736" y="807"/>
                  </a:lnTo>
                  <a:lnTo>
                    <a:pt x="737" y="804"/>
                  </a:lnTo>
                  <a:lnTo>
                    <a:pt x="738" y="804"/>
                  </a:lnTo>
                  <a:lnTo>
                    <a:pt x="739" y="803"/>
                  </a:lnTo>
                  <a:lnTo>
                    <a:pt x="740" y="803"/>
                  </a:lnTo>
                  <a:lnTo>
                    <a:pt x="741" y="804"/>
                  </a:lnTo>
                  <a:lnTo>
                    <a:pt x="741" y="804"/>
                  </a:lnTo>
                  <a:lnTo>
                    <a:pt x="743" y="804"/>
                  </a:lnTo>
                  <a:lnTo>
                    <a:pt x="743" y="805"/>
                  </a:lnTo>
                  <a:lnTo>
                    <a:pt x="744" y="805"/>
                  </a:lnTo>
                  <a:lnTo>
                    <a:pt x="745" y="805"/>
                  </a:lnTo>
                  <a:lnTo>
                    <a:pt x="746" y="806"/>
                  </a:lnTo>
                  <a:lnTo>
                    <a:pt x="747" y="806"/>
                  </a:lnTo>
                  <a:lnTo>
                    <a:pt x="748" y="807"/>
                  </a:lnTo>
                  <a:lnTo>
                    <a:pt x="749" y="807"/>
                  </a:lnTo>
                  <a:lnTo>
                    <a:pt x="750" y="807"/>
                  </a:lnTo>
                  <a:lnTo>
                    <a:pt x="751" y="808"/>
                  </a:lnTo>
                  <a:lnTo>
                    <a:pt x="752" y="808"/>
                  </a:lnTo>
                  <a:lnTo>
                    <a:pt x="753" y="809"/>
                  </a:lnTo>
                  <a:lnTo>
                    <a:pt x="753" y="809"/>
                  </a:lnTo>
                  <a:lnTo>
                    <a:pt x="755" y="809"/>
                  </a:lnTo>
                  <a:lnTo>
                    <a:pt x="755" y="810"/>
                  </a:lnTo>
                  <a:lnTo>
                    <a:pt x="756" y="810"/>
                  </a:lnTo>
                  <a:lnTo>
                    <a:pt x="757" y="811"/>
                  </a:lnTo>
                  <a:lnTo>
                    <a:pt x="758" y="811"/>
                  </a:lnTo>
                  <a:lnTo>
                    <a:pt x="759" y="811"/>
                  </a:lnTo>
                  <a:lnTo>
                    <a:pt x="760" y="811"/>
                  </a:lnTo>
                  <a:lnTo>
                    <a:pt x="761" y="811"/>
                  </a:lnTo>
                  <a:lnTo>
                    <a:pt x="762" y="811"/>
                  </a:lnTo>
                  <a:lnTo>
                    <a:pt x="763" y="811"/>
                  </a:lnTo>
                  <a:lnTo>
                    <a:pt x="764" y="811"/>
                  </a:lnTo>
                  <a:lnTo>
                    <a:pt x="765" y="811"/>
                  </a:lnTo>
                  <a:lnTo>
                    <a:pt x="765" y="811"/>
                  </a:lnTo>
                  <a:lnTo>
                    <a:pt x="767" y="812"/>
                  </a:lnTo>
                  <a:lnTo>
                    <a:pt x="768" y="812"/>
                  </a:lnTo>
                  <a:lnTo>
                    <a:pt x="768" y="812"/>
                  </a:lnTo>
                  <a:lnTo>
                    <a:pt x="770" y="813"/>
                  </a:lnTo>
                  <a:lnTo>
                    <a:pt x="770" y="813"/>
                  </a:lnTo>
                  <a:lnTo>
                    <a:pt x="771" y="813"/>
                  </a:lnTo>
                  <a:lnTo>
                    <a:pt x="772" y="814"/>
                  </a:lnTo>
                  <a:lnTo>
                    <a:pt x="773" y="814"/>
                  </a:lnTo>
                  <a:lnTo>
                    <a:pt x="774" y="815"/>
                  </a:lnTo>
                  <a:lnTo>
                    <a:pt x="775" y="815"/>
                  </a:lnTo>
                  <a:lnTo>
                    <a:pt x="776" y="816"/>
                  </a:lnTo>
                  <a:lnTo>
                    <a:pt x="777" y="816"/>
                  </a:lnTo>
                  <a:lnTo>
                    <a:pt x="778" y="816"/>
                  </a:lnTo>
                  <a:lnTo>
                    <a:pt x="779" y="816"/>
                  </a:lnTo>
                  <a:lnTo>
                    <a:pt x="780" y="816"/>
                  </a:lnTo>
                  <a:lnTo>
                    <a:pt x="780" y="815"/>
                  </a:lnTo>
                  <a:lnTo>
                    <a:pt x="782" y="815"/>
                  </a:lnTo>
                  <a:lnTo>
                    <a:pt x="782" y="815"/>
                  </a:lnTo>
                  <a:lnTo>
                    <a:pt x="783" y="814"/>
                  </a:lnTo>
                  <a:lnTo>
                    <a:pt x="784" y="813"/>
                  </a:lnTo>
                  <a:lnTo>
                    <a:pt x="785" y="813"/>
                  </a:lnTo>
                  <a:lnTo>
                    <a:pt x="786" y="813"/>
                  </a:lnTo>
                  <a:lnTo>
                    <a:pt x="787" y="813"/>
                  </a:lnTo>
                  <a:lnTo>
                    <a:pt x="788" y="811"/>
                  </a:lnTo>
                  <a:lnTo>
                    <a:pt x="789" y="811"/>
                  </a:lnTo>
                  <a:lnTo>
                    <a:pt x="790" y="810"/>
                  </a:lnTo>
                  <a:lnTo>
                    <a:pt x="791" y="809"/>
                  </a:lnTo>
                  <a:lnTo>
                    <a:pt x="792" y="809"/>
                  </a:lnTo>
                  <a:lnTo>
                    <a:pt x="793" y="808"/>
                  </a:lnTo>
                  <a:lnTo>
                    <a:pt x="794" y="808"/>
                  </a:lnTo>
                  <a:lnTo>
                    <a:pt x="794" y="808"/>
                  </a:lnTo>
                  <a:lnTo>
                    <a:pt x="795" y="808"/>
                  </a:lnTo>
                  <a:lnTo>
                    <a:pt x="796" y="808"/>
                  </a:lnTo>
                  <a:lnTo>
                    <a:pt x="797" y="808"/>
                  </a:lnTo>
                  <a:lnTo>
                    <a:pt x="798" y="808"/>
                  </a:lnTo>
                  <a:lnTo>
                    <a:pt x="799" y="809"/>
                  </a:lnTo>
                  <a:lnTo>
                    <a:pt x="800" y="809"/>
                  </a:lnTo>
                  <a:lnTo>
                    <a:pt x="801" y="809"/>
                  </a:lnTo>
                  <a:lnTo>
                    <a:pt x="802" y="809"/>
                  </a:lnTo>
                  <a:lnTo>
                    <a:pt x="803" y="809"/>
                  </a:lnTo>
                  <a:lnTo>
                    <a:pt x="804" y="809"/>
                  </a:lnTo>
                  <a:lnTo>
                    <a:pt x="805" y="809"/>
                  </a:lnTo>
                  <a:lnTo>
                    <a:pt x="806" y="810"/>
                  </a:lnTo>
                  <a:lnTo>
                    <a:pt x="806" y="810"/>
                  </a:lnTo>
                  <a:lnTo>
                    <a:pt x="808" y="810"/>
                  </a:lnTo>
                  <a:lnTo>
                    <a:pt x="808" y="810"/>
                  </a:lnTo>
                  <a:lnTo>
                    <a:pt x="809" y="810"/>
                  </a:lnTo>
                  <a:lnTo>
                    <a:pt x="810" y="810"/>
                  </a:lnTo>
                  <a:lnTo>
                    <a:pt x="811" y="810"/>
                  </a:lnTo>
                  <a:lnTo>
                    <a:pt x="812" y="810"/>
                  </a:lnTo>
                  <a:lnTo>
                    <a:pt x="813" y="810"/>
                  </a:lnTo>
                  <a:lnTo>
                    <a:pt x="814" y="810"/>
                  </a:lnTo>
                  <a:lnTo>
                    <a:pt x="815" y="810"/>
                  </a:lnTo>
                  <a:lnTo>
                    <a:pt x="816" y="810"/>
                  </a:lnTo>
                  <a:lnTo>
                    <a:pt x="817" y="810"/>
                  </a:lnTo>
                  <a:lnTo>
                    <a:pt x="818" y="810"/>
                  </a:lnTo>
                  <a:lnTo>
                    <a:pt x="818" y="810"/>
                  </a:lnTo>
                  <a:lnTo>
                    <a:pt x="820" y="810"/>
                  </a:lnTo>
                  <a:lnTo>
                    <a:pt x="820" y="810"/>
                  </a:lnTo>
                  <a:lnTo>
                    <a:pt x="821" y="810"/>
                  </a:lnTo>
                  <a:lnTo>
                    <a:pt x="822" y="810"/>
                  </a:lnTo>
                  <a:lnTo>
                    <a:pt x="823" y="810"/>
                  </a:lnTo>
                  <a:lnTo>
                    <a:pt x="824" y="810"/>
                  </a:lnTo>
                  <a:lnTo>
                    <a:pt x="825" y="810"/>
                  </a:lnTo>
                  <a:lnTo>
                    <a:pt x="826" y="810"/>
                  </a:lnTo>
                  <a:lnTo>
                    <a:pt x="827" y="810"/>
                  </a:lnTo>
                  <a:lnTo>
                    <a:pt x="828" y="810"/>
                  </a:lnTo>
                  <a:lnTo>
                    <a:pt x="829" y="810"/>
                  </a:lnTo>
                  <a:lnTo>
                    <a:pt x="830" y="810"/>
                  </a:lnTo>
                  <a:lnTo>
                    <a:pt x="830" y="810"/>
                  </a:lnTo>
                  <a:lnTo>
                    <a:pt x="832" y="810"/>
                  </a:lnTo>
                  <a:lnTo>
                    <a:pt x="832" y="809"/>
                  </a:lnTo>
                  <a:lnTo>
                    <a:pt x="833" y="809"/>
                  </a:lnTo>
                  <a:lnTo>
                    <a:pt x="834" y="807"/>
                  </a:lnTo>
                  <a:lnTo>
                    <a:pt x="835" y="805"/>
                  </a:lnTo>
                  <a:lnTo>
                    <a:pt x="836" y="803"/>
                  </a:lnTo>
                  <a:lnTo>
                    <a:pt x="837" y="801"/>
                  </a:lnTo>
                  <a:lnTo>
                    <a:pt x="838" y="796"/>
                  </a:lnTo>
                  <a:lnTo>
                    <a:pt x="839" y="790"/>
                  </a:lnTo>
                  <a:lnTo>
                    <a:pt x="840" y="785"/>
                  </a:lnTo>
                  <a:lnTo>
                    <a:pt x="841" y="781"/>
                  </a:lnTo>
                  <a:lnTo>
                    <a:pt x="842" y="779"/>
                  </a:lnTo>
                  <a:lnTo>
                    <a:pt x="843" y="777"/>
                  </a:lnTo>
                  <a:lnTo>
                    <a:pt x="844" y="777"/>
                  </a:lnTo>
                  <a:lnTo>
                    <a:pt x="844" y="777"/>
                  </a:lnTo>
                  <a:lnTo>
                    <a:pt x="845" y="777"/>
                  </a:lnTo>
                  <a:lnTo>
                    <a:pt x="846" y="776"/>
                  </a:lnTo>
                  <a:lnTo>
                    <a:pt x="847" y="770"/>
                  </a:lnTo>
                  <a:lnTo>
                    <a:pt x="848" y="755"/>
                  </a:lnTo>
                  <a:lnTo>
                    <a:pt x="849" y="735"/>
                  </a:lnTo>
                  <a:lnTo>
                    <a:pt x="850" y="714"/>
                  </a:lnTo>
                  <a:lnTo>
                    <a:pt x="851" y="692"/>
                  </a:lnTo>
                  <a:lnTo>
                    <a:pt x="852" y="674"/>
                  </a:lnTo>
                  <a:lnTo>
                    <a:pt x="853" y="665"/>
                  </a:lnTo>
                  <a:lnTo>
                    <a:pt x="854" y="665"/>
                  </a:lnTo>
                  <a:lnTo>
                    <a:pt x="855" y="660"/>
                  </a:lnTo>
                  <a:lnTo>
                    <a:pt x="856" y="648"/>
                  </a:lnTo>
                  <a:lnTo>
                    <a:pt x="856" y="632"/>
                  </a:lnTo>
                  <a:lnTo>
                    <a:pt x="858" y="619"/>
                  </a:lnTo>
                  <a:lnTo>
                    <a:pt x="858" y="595"/>
                  </a:lnTo>
                  <a:lnTo>
                    <a:pt x="859" y="558"/>
                  </a:lnTo>
                  <a:lnTo>
                    <a:pt x="860" y="554"/>
                  </a:lnTo>
                  <a:lnTo>
                    <a:pt x="861" y="544"/>
                  </a:lnTo>
                  <a:lnTo>
                    <a:pt x="862" y="536"/>
                  </a:lnTo>
                  <a:lnTo>
                    <a:pt x="863" y="530"/>
                  </a:lnTo>
                  <a:lnTo>
                    <a:pt x="864" y="525"/>
                  </a:lnTo>
                  <a:lnTo>
                    <a:pt x="865" y="519"/>
                  </a:lnTo>
                  <a:lnTo>
                    <a:pt x="866" y="514"/>
                  </a:lnTo>
                  <a:lnTo>
                    <a:pt x="867" y="509"/>
                  </a:lnTo>
                  <a:lnTo>
                    <a:pt x="868" y="503"/>
                  </a:lnTo>
                  <a:lnTo>
                    <a:pt x="868" y="497"/>
                  </a:lnTo>
                  <a:lnTo>
                    <a:pt x="870" y="491"/>
                  </a:lnTo>
                  <a:lnTo>
                    <a:pt x="870" y="485"/>
                  </a:lnTo>
                  <a:lnTo>
                    <a:pt x="871" y="478"/>
                  </a:lnTo>
                  <a:lnTo>
                    <a:pt x="872" y="472"/>
                  </a:lnTo>
                  <a:lnTo>
                    <a:pt x="873" y="467"/>
                  </a:lnTo>
                  <a:lnTo>
                    <a:pt x="874" y="463"/>
                  </a:lnTo>
                  <a:lnTo>
                    <a:pt x="875" y="463"/>
                  </a:lnTo>
                  <a:lnTo>
                    <a:pt x="876" y="463"/>
                  </a:lnTo>
                  <a:lnTo>
                    <a:pt x="877" y="465"/>
                  </a:lnTo>
                  <a:lnTo>
                    <a:pt x="878" y="466"/>
                  </a:lnTo>
                  <a:lnTo>
                    <a:pt x="879" y="467"/>
                  </a:lnTo>
                  <a:lnTo>
                    <a:pt x="880" y="466"/>
                  </a:lnTo>
                  <a:lnTo>
                    <a:pt x="880" y="466"/>
                  </a:lnTo>
                  <a:lnTo>
                    <a:pt x="882" y="466"/>
                  </a:lnTo>
                  <a:lnTo>
                    <a:pt x="882" y="467"/>
                  </a:lnTo>
                  <a:lnTo>
                    <a:pt x="883" y="468"/>
                  </a:lnTo>
                  <a:lnTo>
                    <a:pt x="884" y="469"/>
                  </a:lnTo>
                  <a:lnTo>
                    <a:pt x="885" y="469"/>
                  </a:lnTo>
                  <a:lnTo>
                    <a:pt x="886" y="469"/>
                  </a:lnTo>
                  <a:lnTo>
                    <a:pt x="887" y="468"/>
                  </a:lnTo>
                  <a:lnTo>
                    <a:pt x="888" y="468"/>
                  </a:lnTo>
                  <a:lnTo>
                    <a:pt x="889" y="468"/>
                  </a:lnTo>
                  <a:lnTo>
                    <a:pt x="890" y="467"/>
                  </a:lnTo>
                  <a:lnTo>
                    <a:pt x="891" y="467"/>
                  </a:lnTo>
                  <a:lnTo>
                    <a:pt x="892" y="467"/>
                  </a:lnTo>
                  <a:lnTo>
                    <a:pt x="892" y="467"/>
                  </a:lnTo>
                  <a:lnTo>
                    <a:pt x="894" y="466"/>
                  </a:lnTo>
                  <a:lnTo>
                    <a:pt x="894" y="465"/>
                  </a:lnTo>
                  <a:lnTo>
                    <a:pt x="895" y="464"/>
                  </a:lnTo>
                  <a:lnTo>
                    <a:pt x="896" y="463"/>
                  </a:lnTo>
                  <a:lnTo>
                    <a:pt x="897" y="463"/>
                  </a:lnTo>
                  <a:lnTo>
                    <a:pt x="898" y="462"/>
                  </a:lnTo>
                  <a:lnTo>
                    <a:pt x="899" y="461"/>
                  </a:lnTo>
                  <a:lnTo>
                    <a:pt x="900" y="461"/>
                  </a:lnTo>
                  <a:lnTo>
                    <a:pt x="901" y="460"/>
                  </a:lnTo>
                  <a:lnTo>
                    <a:pt x="902" y="458"/>
                  </a:lnTo>
                  <a:lnTo>
                    <a:pt x="903" y="445"/>
                  </a:lnTo>
                  <a:lnTo>
                    <a:pt x="904" y="431"/>
                  </a:lnTo>
                  <a:lnTo>
                    <a:pt x="905" y="430"/>
                  </a:lnTo>
                  <a:lnTo>
                    <a:pt x="906" y="429"/>
                  </a:lnTo>
                  <a:lnTo>
                    <a:pt x="906" y="425"/>
                  </a:lnTo>
                  <a:lnTo>
                    <a:pt x="908" y="413"/>
                  </a:lnTo>
                  <a:lnTo>
                    <a:pt x="908" y="412"/>
                  </a:lnTo>
                  <a:lnTo>
                    <a:pt x="909" y="411"/>
                  </a:lnTo>
                  <a:lnTo>
                    <a:pt x="910" y="411"/>
                  </a:lnTo>
                  <a:lnTo>
                    <a:pt x="911" y="410"/>
                  </a:lnTo>
                  <a:lnTo>
                    <a:pt x="912" y="407"/>
                  </a:lnTo>
                  <a:lnTo>
                    <a:pt x="913" y="387"/>
                  </a:lnTo>
                  <a:lnTo>
                    <a:pt x="914" y="337"/>
                  </a:lnTo>
                  <a:lnTo>
                    <a:pt x="915" y="325"/>
                  </a:lnTo>
                  <a:lnTo>
                    <a:pt x="916" y="325"/>
                  </a:lnTo>
                  <a:lnTo>
                    <a:pt x="917" y="325"/>
                  </a:lnTo>
                  <a:lnTo>
                    <a:pt x="918" y="325"/>
                  </a:lnTo>
                  <a:lnTo>
                    <a:pt x="918" y="325"/>
                  </a:lnTo>
                  <a:lnTo>
                    <a:pt x="920" y="326"/>
                  </a:lnTo>
                  <a:lnTo>
                    <a:pt x="920" y="324"/>
                  </a:lnTo>
                  <a:lnTo>
                    <a:pt x="921" y="308"/>
                  </a:lnTo>
                  <a:lnTo>
                    <a:pt x="922" y="291"/>
                  </a:lnTo>
                  <a:lnTo>
                    <a:pt x="923" y="246"/>
                  </a:lnTo>
                  <a:lnTo>
                    <a:pt x="924" y="231"/>
                  </a:lnTo>
                  <a:lnTo>
                    <a:pt x="925" y="229"/>
                  </a:lnTo>
                  <a:lnTo>
                    <a:pt x="926" y="229"/>
                  </a:lnTo>
                  <a:lnTo>
                    <a:pt x="927" y="228"/>
                  </a:lnTo>
                  <a:lnTo>
                    <a:pt x="928" y="228"/>
                  </a:lnTo>
                  <a:lnTo>
                    <a:pt x="929" y="227"/>
                  </a:lnTo>
                  <a:lnTo>
                    <a:pt x="930" y="226"/>
                  </a:lnTo>
                  <a:lnTo>
                    <a:pt x="930" y="226"/>
                  </a:lnTo>
                  <a:lnTo>
                    <a:pt x="932" y="225"/>
                  </a:lnTo>
                  <a:lnTo>
                    <a:pt x="933" y="225"/>
                  </a:lnTo>
                  <a:lnTo>
                    <a:pt x="933" y="225"/>
                  </a:lnTo>
                  <a:lnTo>
                    <a:pt x="935" y="225"/>
                  </a:lnTo>
                  <a:lnTo>
                    <a:pt x="935" y="225"/>
                  </a:lnTo>
                  <a:lnTo>
                    <a:pt x="936" y="224"/>
                  </a:lnTo>
                  <a:lnTo>
                    <a:pt x="937" y="224"/>
                  </a:lnTo>
                  <a:lnTo>
                    <a:pt x="938" y="224"/>
                  </a:lnTo>
                  <a:lnTo>
                    <a:pt x="939" y="224"/>
                  </a:lnTo>
                  <a:lnTo>
                    <a:pt x="940" y="223"/>
                  </a:lnTo>
                  <a:lnTo>
                    <a:pt x="941" y="222"/>
                  </a:lnTo>
                  <a:lnTo>
                    <a:pt x="942" y="222"/>
                  </a:lnTo>
                  <a:lnTo>
                    <a:pt x="943" y="222"/>
                  </a:lnTo>
                  <a:lnTo>
                    <a:pt x="944" y="222"/>
                  </a:lnTo>
                  <a:lnTo>
                    <a:pt x="945" y="221"/>
                  </a:lnTo>
                  <a:lnTo>
                    <a:pt x="945" y="221"/>
                  </a:lnTo>
                  <a:lnTo>
                    <a:pt x="947" y="221"/>
                  </a:lnTo>
                  <a:lnTo>
                    <a:pt x="947" y="220"/>
                  </a:lnTo>
                  <a:lnTo>
                    <a:pt x="948" y="220"/>
                  </a:lnTo>
                  <a:lnTo>
                    <a:pt x="949" y="220"/>
                  </a:lnTo>
                  <a:lnTo>
                    <a:pt x="950" y="220"/>
                  </a:lnTo>
                  <a:lnTo>
                    <a:pt x="951" y="219"/>
                  </a:lnTo>
                  <a:lnTo>
                    <a:pt x="952" y="218"/>
                  </a:lnTo>
                  <a:lnTo>
                    <a:pt x="953" y="218"/>
                  </a:lnTo>
                  <a:lnTo>
                    <a:pt x="954" y="217"/>
                  </a:lnTo>
                  <a:lnTo>
                    <a:pt x="955" y="216"/>
                  </a:lnTo>
                  <a:lnTo>
                    <a:pt x="956" y="215"/>
                  </a:lnTo>
                  <a:lnTo>
                    <a:pt x="957" y="214"/>
                  </a:lnTo>
                  <a:lnTo>
                    <a:pt x="958" y="214"/>
                  </a:lnTo>
                  <a:lnTo>
                    <a:pt x="959" y="213"/>
                  </a:lnTo>
                  <a:lnTo>
                    <a:pt x="959" y="213"/>
                  </a:lnTo>
                  <a:lnTo>
                    <a:pt x="960" y="212"/>
                  </a:lnTo>
                  <a:lnTo>
                    <a:pt x="961" y="212"/>
                  </a:lnTo>
                  <a:lnTo>
                    <a:pt x="962" y="212"/>
                  </a:lnTo>
                  <a:lnTo>
                    <a:pt x="963" y="212"/>
                  </a:lnTo>
                  <a:lnTo>
                    <a:pt x="964" y="212"/>
                  </a:lnTo>
                  <a:lnTo>
                    <a:pt x="965" y="212"/>
                  </a:lnTo>
                  <a:lnTo>
                    <a:pt x="966" y="213"/>
                  </a:lnTo>
                  <a:lnTo>
                    <a:pt x="967" y="213"/>
                  </a:lnTo>
                  <a:lnTo>
                    <a:pt x="968" y="213"/>
                  </a:lnTo>
                  <a:lnTo>
                    <a:pt x="969" y="213"/>
                  </a:lnTo>
                  <a:lnTo>
                    <a:pt x="970" y="213"/>
                  </a:lnTo>
                  <a:lnTo>
                    <a:pt x="971" y="214"/>
                  </a:lnTo>
                  <a:lnTo>
                    <a:pt x="971" y="214"/>
                  </a:lnTo>
                  <a:lnTo>
                    <a:pt x="973" y="214"/>
                  </a:lnTo>
                  <a:lnTo>
                    <a:pt x="973" y="214"/>
                  </a:lnTo>
                  <a:lnTo>
                    <a:pt x="974" y="214"/>
                  </a:lnTo>
                  <a:lnTo>
                    <a:pt x="975" y="214"/>
                  </a:lnTo>
                  <a:lnTo>
                    <a:pt x="976" y="214"/>
                  </a:lnTo>
                  <a:lnTo>
                    <a:pt x="977" y="214"/>
                  </a:lnTo>
                  <a:lnTo>
                    <a:pt x="978" y="214"/>
                  </a:lnTo>
                  <a:lnTo>
                    <a:pt x="979" y="214"/>
                  </a:lnTo>
                  <a:lnTo>
                    <a:pt x="980" y="214"/>
                  </a:lnTo>
                  <a:lnTo>
                    <a:pt x="981" y="213"/>
                  </a:lnTo>
                  <a:lnTo>
                    <a:pt x="982" y="213"/>
                  </a:lnTo>
                  <a:lnTo>
                    <a:pt x="983" y="207"/>
                  </a:lnTo>
                  <a:lnTo>
                    <a:pt x="983" y="207"/>
                  </a:lnTo>
                  <a:lnTo>
                    <a:pt x="985" y="207"/>
                  </a:lnTo>
                  <a:lnTo>
                    <a:pt x="985" y="207"/>
                  </a:lnTo>
                  <a:lnTo>
                    <a:pt x="986" y="207"/>
                  </a:lnTo>
                  <a:lnTo>
                    <a:pt x="987" y="207"/>
                  </a:lnTo>
                  <a:lnTo>
                    <a:pt x="988" y="207"/>
                  </a:lnTo>
                  <a:lnTo>
                    <a:pt x="989" y="207"/>
                  </a:lnTo>
                  <a:lnTo>
                    <a:pt x="990" y="207"/>
                  </a:lnTo>
                  <a:lnTo>
                    <a:pt x="991" y="207"/>
                  </a:lnTo>
                  <a:lnTo>
                    <a:pt x="992" y="207"/>
                  </a:lnTo>
                  <a:lnTo>
                    <a:pt x="993" y="207"/>
                  </a:lnTo>
                  <a:lnTo>
                    <a:pt x="994" y="207"/>
                  </a:lnTo>
                  <a:lnTo>
                    <a:pt x="995" y="208"/>
                  </a:lnTo>
                  <a:lnTo>
                    <a:pt x="995" y="208"/>
                  </a:lnTo>
                  <a:lnTo>
                    <a:pt x="997" y="208"/>
                  </a:lnTo>
                  <a:lnTo>
                    <a:pt x="997" y="208"/>
                  </a:lnTo>
                  <a:lnTo>
                    <a:pt x="998" y="208"/>
                  </a:lnTo>
                  <a:lnTo>
                    <a:pt x="999" y="208"/>
                  </a:lnTo>
                  <a:lnTo>
                    <a:pt x="1000" y="208"/>
                  </a:lnTo>
                  <a:lnTo>
                    <a:pt x="1001" y="208"/>
                  </a:lnTo>
                  <a:lnTo>
                    <a:pt x="1002" y="208"/>
                  </a:lnTo>
                  <a:lnTo>
                    <a:pt x="1003" y="208"/>
                  </a:lnTo>
                  <a:lnTo>
                    <a:pt x="1004" y="207"/>
                  </a:lnTo>
                  <a:lnTo>
                    <a:pt x="1005" y="207"/>
                  </a:lnTo>
                  <a:lnTo>
                    <a:pt x="1006" y="207"/>
                  </a:lnTo>
                  <a:lnTo>
                    <a:pt x="1007" y="206"/>
                  </a:lnTo>
                  <a:lnTo>
                    <a:pt x="1008" y="206"/>
                  </a:lnTo>
                  <a:lnTo>
                    <a:pt x="1009" y="205"/>
                  </a:lnTo>
                  <a:lnTo>
                    <a:pt x="1009" y="205"/>
                  </a:lnTo>
                  <a:lnTo>
                    <a:pt x="1010" y="204"/>
                  </a:lnTo>
                  <a:lnTo>
                    <a:pt x="1011" y="204"/>
                  </a:lnTo>
                  <a:lnTo>
                    <a:pt x="1012" y="203"/>
                  </a:lnTo>
                  <a:lnTo>
                    <a:pt x="1013" y="202"/>
                  </a:lnTo>
                  <a:lnTo>
                    <a:pt x="1014" y="202"/>
                  </a:lnTo>
                  <a:lnTo>
                    <a:pt x="1015" y="201"/>
                  </a:lnTo>
                  <a:lnTo>
                    <a:pt x="1016" y="201"/>
                  </a:lnTo>
                  <a:lnTo>
                    <a:pt x="1017" y="200"/>
                  </a:lnTo>
                  <a:lnTo>
                    <a:pt x="1018" y="200"/>
                  </a:lnTo>
                  <a:lnTo>
                    <a:pt x="1019" y="199"/>
                  </a:lnTo>
                  <a:lnTo>
                    <a:pt x="1020" y="199"/>
                  </a:lnTo>
                  <a:lnTo>
                    <a:pt x="1021" y="199"/>
                  </a:lnTo>
                  <a:lnTo>
                    <a:pt x="1021" y="199"/>
                  </a:lnTo>
                  <a:lnTo>
                    <a:pt x="1023" y="199"/>
                  </a:lnTo>
                  <a:lnTo>
                    <a:pt x="1023" y="199"/>
                  </a:lnTo>
                  <a:lnTo>
                    <a:pt x="1024" y="198"/>
                  </a:lnTo>
                  <a:lnTo>
                    <a:pt x="1025" y="198"/>
                  </a:lnTo>
                  <a:lnTo>
                    <a:pt x="1026" y="198"/>
                  </a:lnTo>
                  <a:lnTo>
                    <a:pt x="1027" y="198"/>
                  </a:lnTo>
                  <a:lnTo>
                    <a:pt x="1028" y="198"/>
                  </a:lnTo>
                  <a:lnTo>
                    <a:pt x="1029" y="198"/>
                  </a:lnTo>
                  <a:lnTo>
                    <a:pt x="1030" y="198"/>
                  </a:lnTo>
                  <a:lnTo>
                    <a:pt x="1031" y="198"/>
                  </a:lnTo>
                  <a:lnTo>
                    <a:pt x="1032" y="198"/>
                  </a:lnTo>
                  <a:lnTo>
                    <a:pt x="1033" y="198"/>
                  </a:lnTo>
                  <a:lnTo>
                    <a:pt x="1033" y="198"/>
                  </a:lnTo>
                  <a:lnTo>
                    <a:pt x="1035" y="198"/>
                  </a:lnTo>
                  <a:lnTo>
                    <a:pt x="1035" y="198"/>
                  </a:lnTo>
                  <a:lnTo>
                    <a:pt x="1036" y="198"/>
                  </a:lnTo>
                  <a:lnTo>
                    <a:pt x="1037" y="198"/>
                  </a:lnTo>
                  <a:lnTo>
                    <a:pt x="1038" y="198"/>
                  </a:lnTo>
                  <a:lnTo>
                    <a:pt x="1039" y="198"/>
                  </a:lnTo>
                  <a:lnTo>
                    <a:pt x="1040" y="197"/>
                  </a:lnTo>
                  <a:lnTo>
                    <a:pt x="1041" y="196"/>
                  </a:lnTo>
                  <a:lnTo>
                    <a:pt x="1042" y="189"/>
                  </a:lnTo>
                  <a:lnTo>
                    <a:pt x="1043" y="157"/>
                  </a:lnTo>
                  <a:lnTo>
                    <a:pt x="1044" y="99"/>
                  </a:lnTo>
                  <a:lnTo>
                    <a:pt x="1045" y="43"/>
                  </a:lnTo>
                  <a:lnTo>
                    <a:pt x="1045" y="38"/>
                  </a:lnTo>
                  <a:lnTo>
                    <a:pt x="1047" y="32"/>
                  </a:lnTo>
                  <a:lnTo>
                    <a:pt x="1047" y="20"/>
                  </a:lnTo>
                  <a:lnTo>
                    <a:pt x="1048" y="0"/>
                  </a:lnTo>
                  <a:lnTo>
                    <a:pt x="1049" y="9"/>
                  </a:lnTo>
                  <a:lnTo>
                    <a:pt x="1050" y="23"/>
                  </a:lnTo>
                  <a:lnTo>
                    <a:pt x="1051" y="36"/>
                  </a:lnTo>
                  <a:lnTo>
                    <a:pt x="1052" y="48"/>
                  </a:lnTo>
                  <a:lnTo>
                    <a:pt x="1053" y="57"/>
                  </a:lnTo>
                  <a:lnTo>
                    <a:pt x="1054" y="65"/>
                  </a:lnTo>
                  <a:lnTo>
                    <a:pt x="1055" y="70"/>
                  </a:lnTo>
                  <a:lnTo>
                    <a:pt x="1056" y="73"/>
                  </a:lnTo>
                  <a:lnTo>
                    <a:pt x="1057" y="74"/>
                  </a:lnTo>
                  <a:lnTo>
                    <a:pt x="1058" y="80"/>
                  </a:lnTo>
                  <a:lnTo>
                    <a:pt x="1059" y="95"/>
                  </a:lnTo>
                  <a:lnTo>
                    <a:pt x="1059" y="106"/>
                  </a:lnTo>
                  <a:lnTo>
                    <a:pt x="1060" y="113"/>
                  </a:lnTo>
                  <a:lnTo>
                    <a:pt x="1061" y="119"/>
                  </a:lnTo>
                  <a:lnTo>
                    <a:pt x="1062" y="121"/>
                  </a:lnTo>
                  <a:lnTo>
                    <a:pt x="1063" y="121"/>
                  </a:lnTo>
                  <a:lnTo>
                    <a:pt x="1064" y="121"/>
                  </a:lnTo>
                  <a:lnTo>
                    <a:pt x="1065" y="122"/>
                  </a:lnTo>
                  <a:lnTo>
                    <a:pt x="1066" y="122"/>
                  </a:lnTo>
                  <a:lnTo>
                    <a:pt x="1067" y="122"/>
                  </a:lnTo>
                  <a:lnTo>
                    <a:pt x="1068" y="122"/>
                  </a:lnTo>
                  <a:lnTo>
                    <a:pt x="1069" y="122"/>
                  </a:lnTo>
                  <a:lnTo>
                    <a:pt x="1070" y="123"/>
                  </a:lnTo>
                  <a:lnTo>
                    <a:pt x="1071" y="124"/>
                  </a:lnTo>
                  <a:lnTo>
                    <a:pt x="1071" y="125"/>
                  </a:lnTo>
                  <a:lnTo>
                    <a:pt x="1073" y="126"/>
                  </a:lnTo>
                  <a:lnTo>
                    <a:pt x="1073" y="127"/>
                  </a:lnTo>
                  <a:lnTo>
                    <a:pt x="1074" y="127"/>
                  </a:lnTo>
                  <a:lnTo>
                    <a:pt x="1075" y="128"/>
                  </a:lnTo>
                  <a:lnTo>
                    <a:pt x="1076" y="128"/>
                  </a:lnTo>
                  <a:lnTo>
                    <a:pt x="1077" y="129"/>
                  </a:lnTo>
                  <a:lnTo>
                    <a:pt x="1078" y="130"/>
                  </a:lnTo>
                  <a:lnTo>
                    <a:pt x="1079" y="131"/>
                  </a:lnTo>
                  <a:lnTo>
                    <a:pt x="1080" y="132"/>
                  </a:lnTo>
                  <a:lnTo>
                    <a:pt x="1081" y="133"/>
                  </a:lnTo>
                  <a:lnTo>
                    <a:pt x="1082" y="133"/>
                  </a:lnTo>
                  <a:lnTo>
                    <a:pt x="1083" y="134"/>
                  </a:lnTo>
                  <a:lnTo>
                    <a:pt x="1083" y="135"/>
                  </a:lnTo>
                  <a:lnTo>
                    <a:pt x="1085" y="136"/>
                  </a:lnTo>
                  <a:lnTo>
                    <a:pt x="1085" y="137"/>
                  </a:lnTo>
                  <a:lnTo>
                    <a:pt x="1086" y="137"/>
                  </a:lnTo>
                  <a:lnTo>
                    <a:pt x="1087" y="138"/>
                  </a:lnTo>
                  <a:lnTo>
                    <a:pt x="1088" y="139"/>
                  </a:lnTo>
                  <a:lnTo>
                    <a:pt x="1089" y="139"/>
                  </a:lnTo>
                  <a:lnTo>
                    <a:pt x="1090" y="139"/>
                  </a:lnTo>
                  <a:lnTo>
                    <a:pt x="1091" y="140"/>
                  </a:lnTo>
                  <a:lnTo>
                    <a:pt x="1092" y="140"/>
                  </a:lnTo>
                  <a:lnTo>
                    <a:pt x="1093" y="141"/>
                  </a:lnTo>
                  <a:lnTo>
                    <a:pt x="1094" y="141"/>
                  </a:lnTo>
                  <a:lnTo>
                    <a:pt x="1095" y="141"/>
                  </a:lnTo>
                  <a:lnTo>
                    <a:pt x="1095" y="141"/>
                  </a:lnTo>
                  <a:lnTo>
                    <a:pt x="1097" y="142"/>
                  </a:lnTo>
                  <a:lnTo>
                    <a:pt x="1098" y="142"/>
                  </a:lnTo>
                  <a:lnTo>
                    <a:pt x="1098" y="143"/>
                  </a:lnTo>
                  <a:lnTo>
                    <a:pt x="1100" y="143"/>
                  </a:lnTo>
                  <a:lnTo>
                    <a:pt x="1100" y="143"/>
                  </a:lnTo>
                  <a:lnTo>
                    <a:pt x="1101" y="143"/>
                  </a:lnTo>
                  <a:lnTo>
                    <a:pt x="1102" y="143"/>
                  </a:lnTo>
                  <a:lnTo>
                    <a:pt x="1103" y="144"/>
                  </a:lnTo>
                  <a:lnTo>
                    <a:pt x="1104" y="144"/>
                  </a:lnTo>
                  <a:lnTo>
                    <a:pt x="1105" y="144"/>
                  </a:lnTo>
                  <a:lnTo>
                    <a:pt x="1106" y="144"/>
                  </a:lnTo>
                  <a:lnTo>
                    <a:pt x="1107" y="144"/>
                  </a:lnTo>
                  <a:lnTo>
                    <a:pt x="1108" y="144"/>
                  </a:lnTo>
                  <a:lnTo>
                    <a:pt x="1109" y="144"/>
                  </a:lnTo>
                  <a:lnTo>
                    <a:pt x="1110" y="144"/>
                  </a:lnTo>
                  <a:lnTo>
                    <a:pt x="1110" y="144"/>
                  </a:lnTo>
                  <a:lnTo>
                    <a:pt x="1112" y="143"/>
                  </a:lnTo>
                  <a:lnTo>
                    <a:pt x="1112" y="143"/>
                  </a:lnTo>
                  <a:lnTo>
                    <a:pt x="1113" y="143"/>
                  </a:lnTo>
                  <a:lnTo>
                    <a:pt x="1114" y="143"/>
                  </a:lnTo>
                  <a:lnTo>
                    <a:pt x="1115" y="143"/>
                  </a:lnTo>
                  <a:lnTo>
                    <a:pt x="1116" y="143"/>
                  </a:lnTo>
                  <a:lnTo>
                    <a:pt x="1117" y="143"/>
                  </a:lnTo>
                  <a:lnTo>
                    <a:pt x="1118" y="143"/>
                  </a:lnTo>
                  <a:lnTo>
                    <a:pt x="1119" y="143"/>
                  </a:lnTo>
                  <a:lnTo>
                    <a:pt x="1120" y="144"/>
                  </a:lnTo>
                  <a:lnTo>
                    <a:pt x="1121" y="145"/>
                  </a:lnTo>
                  <a:lnTo>
                    <a:pt x="1122" y="146"/>
                  </a:lnTo>
                  <a:lnTo>
                    <a:pt x="1123" y="148"/>
                  </a:lnTo>
                  <a:lnTo>
                    <a:pt x="1124" y="149"/>
                  </a:lnTo>
                  <a:lnTo>
                    <a:pt x="1124" y="151"/>
                  </a:lnTo>
                  <a:lnTo>
                    <a:pt x="1125" y="153"/>
                  </a:lnTo>
                  <a:lnTo>
                    <a:pt x="1126" y="156"/>
                  </a:lnTo>
                  <a:lnTo>
                    <a:pt x="1127" y="158"/>
                  </a:lnTo>
                  <a:lnTo>
                    <a:pt x="1128" y="160"/>
                  </a:lnTo>
                  <a:lnTo>
                    <a:pt x="1129" y="163"/>
                  </a:lnTo>
                  <a:lnTo>
                    <a:pt x="1130" y="165"/>
                  </a:lnTo>
                  <a:lnTo>
                    <a:pt x="1131" y="167"/>
                  </a:lnTo>
                  <a:lnTo>
                    <a:pt x="1132" y="169"/>
                  </a:lnTo>
                  <a:lnTo>
                    <a:pt x="1133" y="172"/>
                  </a:lnTo>
                  <a:lnTo>
                    <a:pt x="1134" y="175"/>
                  </a:lnTo>
                  <a:lnTo>
                    <a:pt x="1135" y="177"/>
                  </a:lnTo>
                  <a:lnTo>
                    <a:pt x="1136" y="178"/>
                  </a:lnTo>
                  <a:lnTo>
                    <a:pt x="1136" y="180"/>
                  </a:lnTo>
                  <a:lnTo>
                    <a:pt x="1138" y="181"/>
                  </a:lnTo>
                  <a:lnTo>
                    <a:pt x="1138" y="183"/>
                  </a:lnTo>
                  <a:lnTo>
                    <a:pt x="1139" y="184"/>
                  </a:lnTo>
                  <a:lnTo>
                    <a:pt x="1140" y="185"/>
                  </a:lnTo>
                  <a:lnTo>
                    <a:pt x="1141" y="187"/>
                  </a:lnTo>
                  <a:lnTo>
                    <a:pt x="1142" y="188"/>
                  </a:lnTo>
                  <a:lnTo>
                    <a:pt x="1143" y="189"/>
                  </a:lnTo>
                  <a:lnTo>
                    <a:pt x="1144" y="189"/>
                  </a:lnTo>
                  <a:lnTo>
                    <a:pt x="1145" y="191"/>
                  </a:lnTo>
                  <a:lnTo>
                    <a:pt x="1146" y="192"/>
                  </a:lnTo>
                  <a:lnTo>
                    <a:pt x="1147" y="193"/>
                  </a:lnTo>
                  <a:lnTo>
                    <a:pt x="1148" y="193"/>
                  </a:lnTo>
                  <a:lnTo>
                    <a:pt x="1148" y="193"/>
                  </a:lnTo>
                  <a:lnTo>
                    <a:pt x="1150" y="194"/>
                  </a:lnTo>
                  <a:lnTo>
                    <a:pt x="1150" y="195"/>
                  </a:lnTo>
                  <a:lnTo>
                    <a:pt x="1151" y="195"/>
                  </a:lnTo>
                  <a:lnTo>
                    <a:pt x="1152" y="196"/>
                  </a:lnTo>
                  <a:lnTo>
                    <a:pt x="1153" y="197"/>
                  </a:lnTo>
                  <a:lnTo>
                    <a:pt x="1154" y="197"/>
                  </a:lnTo>
                  <a:lnTo>
                    <a:pt x="1155" y="197"/>
                  </a:lnTo>
                  <a:lnTo>
                    <a:pt x="1156" y="197"/>
                  </a:lnTo>
                  <a:lnTo>
                    <a:pt x="1157" y="197"/>
                  </a:lnTo>
                  <a:lnTo>
                    <a:pt x="1158" y="197"/>
                  </a:lnTo>
                  <a:lnTo>
                    <a:pt x="1159" y="196"/>
                  </a:lnTo>
                  <a:lnTo>
                    <a:pt x="1160" y="195"/>
                  </a:lnTo>
                  <a:lnTo>
                    <a:pt x="1160" y="195"/>
                  </a:lnTo>
                  <a:lnTo>
                    <a:pt x="1162" y="193"/>
                  </a:lnTo>
                  <a:lnTo>
                    <a:pt x="1162" y="193"/>
                  </a:lnTo>
                  <a:lnTo>
                    <a:pt x="1163" y="191"/>
                  </a:lnTo>
                  <a:lnTo>
                    <a:pt x="1164" y="216"/>
                  </a:lnTo>
                  <a:lnTo>
                    <a:pt x="1165" y="241"/>
                  </a:lnTo>
                  <a:lnTo>
                    <a:pt x="1166" y="254"/>
                  </a:lnTo>
                  <a:lnTo>
                    <a:pt x="1167" y="264"/>
                  </a:lnTo>
                  <a:lnTo>
                    <a:pt x="1168" y="272"/>
                  </a:lnTo>
                  <a:lnTo>
                    <a:pt x="1169" y="281"/>
                  </a:lnTo>
                  <a:lnTo>
                    <a:pt x="1170" y="288"/>
                  </a:lnTo>
                  <a:lnTo>
                    <a:pt x="1171" y="292"/>
                  </a:lnTo>
                  <a:lnTo>
                    <a:pt x="1172" y="290"/>
                  </a:lnTo>
                  <a:lnTo>
                    <a:pt x="1173" y="285"/>
                  </a:lnTo>
                  <a:lnTo>
                    <a:pt x="1174" y="278"/>
                  </a:lnTo>
                  <a:lnTo>
                    <a:pt x="1174" y="270"/>
                  </a:lnTo>
                  <a:lnTo>
                    <a:pt x="1175" y="262"/>
                  </a:lnTo>
                  <a:lnTo>
                    <a:pt x="1176" y="255"/>
                  </a:lnTo>
                  <a:lnTo>
                    <a:pt x="1177" y="250"/>
                  </a:lnTo>
                  <a:lnTo>
                    <a:pt x="1178" y="256"/>
                  </a:lnTo>
                  <a:lnTo>
                    <a:pt x="1179" y="280"/>
                  </a:lnTo>
                  <a:lnTo>
                    <a:pt x="1180" y="324"/>
                  </a:lnTo>
                  <a:lnTo>
                    <a:pt x="1181" y="377"/>
                  </a:lnTo>
                  <a:lnTo>
                    <a:pt x="1182" y="429"/>
                  </a:lnTo>
                  <a:lnTo>
                    <a:pt x="1183" y="484"/>
                  </a:lnTo>
                  <a:lnTo>
                    <a:pt x="1184" y="542"/>
                  </a:lnTo>
                  <a:lnTo>
                    <a:pt x="1185" y="581"/>
                  </a:lnTo>
                  <a:lnTo>
                    <a:pt x="1186" y="601"/>
                  </a:lnTo>
                  <a:lnTo>
                    <a:pt x="1186" y="614"/>
                  </a:lnTo>
                  <a:lnTo>
                    <a:pt x="1188" y="624"/>
                  </a:lnTo>
                  <a:lnTo>
                    <a:pt x="1188" y="632"/>
                  </a:lnTo>
                  <a:lnTo>
                    <a:pt x="1189" y="636"/>
                  </a:lnTo>
                  <a:lnTo>
                    <a:pt x="1190" y="640"/>
                  </a:lnTo>
                  <a:lnTo>
                    <a:pt x="1191" y="642"/>
                  </a:lnTo>
                  <a:lnTo>
                    <a:pt x="1192" y="642"/>
                  </a:lnTo>
                  <a:lnTo>
                    <a:pt x="1193" y="642"/>
                  </a:lnTo>
                  <a:lnTo>
                    <a:pt x="1194" y="642"/>
                  </a:lnTo>
                  <a:lnTo>
                    <a:pt x="1195" y="641"/>
                  </a:lnTo>
                  <a:lnTo>
                    <a:pt x="1196" y="641"/>
                  </a:lnTo>
                  <a:lnTo>
                    <a:pt x="1197" y="641"/>
                  </a:lnTo>
                  <a:lnTo>
                    <a:pt x="1198" y="640"/>
                  </a:lnTo>
                  <a:lnTo>
                    <a:pt x="1198" y="640"/>
                  </a:lnTo>
                  <a:lnTo>
                    <a:pt x="1200" y="639"/>
                  </a:lnTo>
                  <a:lnTo>
                    <a:pt x="1200" y="639"/>
                  </a:lnTo>
                  <a:lnTo>
                    <a:pt x="1201" y="638"/>
                  </a:lnTo>
                  <a:lnTo>
                    <a:pt x="1202" y="638"/>
                  </a:lnTo>
                  <a:lnTo>
                    <a:pt x="1203" y="638"/>
                  </a:lnTo>
                  <a:lnTo>
                    <a:pt x="1204" y="638"/>
                  </a:lnTo>
                  <a:lnTo>
                    <a:pt x="1205" y="638"/>
                  </a:lnTo>
                  <a:lnTo>
                    <a:pt x="1206" y="638"/>
                  </a:lnTo>
                  <a:lnTo>
                    <a:pt x="1207" y="638"/>
                  </a:lnTo>
                  <a:lnTo>
                    <a:pt x="1208" y="639"/>
                  </a:lnTo>
                  <a:lnTo>
                    <a:pt x="1209" y="639"/>
                  </a:lnTo>
                  <a:lnTo>
                    <a:pt x="1210" y="639"/>
                  </a:lnTo>
                  <a:lnTo>
                    <a:pt x="1210" y="640"/>
                  </a:lnTo>
                  <a:lnTo>
                    <a:pt x="1212" y="640"/>
                  </a:lnTo>
                  <a:lnTo>
                    <a:pt x="1212" y="640"/>
                  </a:lnTo>
                  <a:lnTo>
                    <a:pt x="1213" y="640"/>
                  </a:lnTo>
                  <a:lnTo>
                    <a:pt x="1214" y="641"/>
                  </a:lnTo>
                  <a:lnTo>
                    <a:pt x="1215" y="642"/>
                  </a:lnTo>
                  <a:lnTo>
                    <a:pt x="1216" y="642"/>
                  </a:lnTo>
                  <a:lnTo>
                    <a:pt x="1217" y="643"/>
                  </a:lnTo>
                  <a:lnTo>
                    <a:pt x="1218" y="644"/>
                  </a:lnTo>
                  <a:lnTo>
                    <a:pt x="1219" y="646"/>
                  </a:lnTo>
                  <a:lnTo>
                    <a:pt x="1220" y="647"/>
                  </a:lnTo>
                  <a:lnTo>
                    <a:pt x="1221" y="648"/>
                  </a:lnTo>
                  <a:lnTo>
                    <a:pt x="1222" y="649"/>
                  </a:lnTo>
                  <a:lnTo>
                    <a:pt x="1223" y="650"/>
                  </a:lnTo>
                  <a:lnTo>
                    <a:pt x="1224" y="651"/>
                  </a:lnTo>
                  <a:lnTo>
                    <a:pt x="1224" y="652"/>
                  </a:lnTo>
                  <a:lnTo>
                    <a:pt x="1225" y="652"/>
                  </a:lnTo>
                  <a:lnTo>
                    <a:pt x="1226" y="653"/>
                  </a:lnTo>
                  <a:lnTo>
                    <a:pt x="1227" y="654"/>
                  </a:lnTo>
                  <a:lnTo>
                    <a:pt x="1228" y="654"/>
                  </a:lnTo>
                  <a:lnTo>
                    <a:pt x="1229" y="655"/>
                  </a:lnTo>
                  <a:lnTo>
                    <a:pt x="1230" y="656"/>
                  </a:lnTo>
                  <a:lnTo>
                    <a:pt x="1231" y="654"/>
                  </a:lnTo>
                  <a:lnTo>
                    <a:pt x="1232" y="647"/>
                  </a:lnTo>
                  <a:lnTo>
                    <a:pt x="1233" y="599"/>
                  </a:lnTo>
                  <a:lnTo>
                    <a:pt x="1234" y="594"/>
                  </a:lnTo>
                  <a:lnTo>
                    <a:pt x="1235" y="600"/>
                  </a:lnTo>
                  <a:lnTo>
                    <a:pt x="1236" y="605"/>
                  </a:lnTo>
                  <a:lnTo>
                    <a:pt x="1236" y="608"/>
                  </a:lnTo>
                  <a:lnTo>
                    <a:pt x="1238" y="613"/>
                  </a:lnTo>
                  <a:lnTo>
                    <a:pt x="1238" y="618"/>
                  </a:lnTo>
                  <a:lnTo>
                    <a:pt x="1239" y="624"/>
                  </a:lnTo>
                  <a:lnTo>
                    <a:pt x="1240" y="629"/>
                  </a:lnTo>
                  <a:lnTo>
                    <a:pt x="1241" y="635"/>
                  </a:lnTo>
                  <a:lnTo>
                    <a:pt x="1242" y="640"/>
                  </a:lnTo>
                  <a:lnTo>
                    <a:pt x="1243" y="644"/>
                  </a:lnTo>
                  <a:lnTo>
                    <a:pt x="1244" y="648"/>
                  </a:lnTo>
                  <a:lnTo>
                    <a:pt x="1245" y="652"/>
                  </a:lnTo>
                  <a:lnTo>
                    <a:pt x="1246" y="656"/>
                  </a:lnTo>
                  <a:lnTo>
                    <a:pt x="1247" y="658"/>
                  </a:lnTo>
                  <a:lnTo>
                    <a:pt x="1248" y="659"/>
                  </a:lnTo>
                  <a:lnTo>
                    <a:pt x="1248" y="659"/>
                  </a:lnTo>
                  <a:lnTo>
                    <a:pt x="1250" y="657"/>
                  </a:lnTo>
                  <a:lnTo>
                    <a:pt x="1250" y="655"/>
                  </a:lnTo>
                  <a:lnTo>
                    <a:pt x="1251" y="652"/>
                  </a:lnTo>
                  <a:lnTo>
                    <a:pt x="1252" y="649"/>
                  </a:lnTo>
                  <a:lnTo>
                    <a:pt x="1253" y="645"/>
                  </a:lnTo>
                  <a:lnTo>
                    <a:pt x="1254" y="645"/>
                  </a:lnTo>
                  <a:lnTo>
                    <a:pt x="1255" y="645"/>
                  </a:lnTo>
                  <a:lnTo>
                    <a:pt x="1256" y="645"/>
                  </a:lnTo>
                  <a:lnTo>
                    <a:pt x="1257" y="646"/>
                  </a:lnTo>
                  <a:lnTo>
                    <a:pt x="1258" y="646"/>
                  </a:lnTo>
                  <a:lnTo>
                    <a:pt x="1259" y="647"/>
                  </a:lnTo>
                  <a:lnTo>
                    <a:pt x="1260" y="649"/>
                  </a:lnTo>
                  <a:lnTo>
                    <a:pt x="1260" y="651"/>
                  </a:lnTo>
                  <a:lnTo>
                    <a:pt x="1262" y="654"/>
                  </a:lnTo>
                  <a:lnTo>
                    <a:pt x="1263" y="656"/>
                  </a:lnTo>
                  <a:lnTo>
                    <a:pt x="1263" y="658"/>
                  </a:lnTo>
                  <a:lnTo>
                    <a:pt x="1265" y="662"/>
                  </a:lnTo>
                  <a:lnTo>
                    <a:pt x="1265" y="665"/>
                  </a:lnTo>
                  <a:lnTo>
                    <a:pt x="1266" y="669"/>
                  </a:lnTo>
                  <a:lnTo>
                    <a:pt x="1267" y="674"/>
                  </a:lnTo>
                  <a:lnTo>
                    <a:pt x="1268" y="678"/>
                  </a:lnTo>
                  <a:lnTo>
                    <a:pt x="1269" y="683"/>
                  </a:lnTo>
                  <a:lnTo>
                    <a:pt x="1270" y="689"/>
                  </a:lnTo>
                  <a:lnTo>
                    <a:pt x="1271" y="693"/>
                  </a:lnTo>
                  <a:lnTo>
                    <a:pt x="1272" y="697"/>
                  </a:lnTo>
                  <a:lnTo>
                    <a:pt x="1273" y="700"/>
                  </a:lnTo>
                  <a:lnTo>
                    <a:pt x="1274" y="703"/>
                  </a:lnTo>
                  <a:lnTo>
                    <a:pt x="1275" y="705"/>
                  </a:lnTo>
                  <a:lnTo>
                    <a:pt x="1275" y="708"/>
                  </a:lnTo>
                  <a:lnTo>
                    <a:pt x="1277" y="710"/>
                  </a:lnTo>
                  <a:lnTo>
                    <a:pt x="1277" y="711"/>
                  </a:lnTo>
                  <a:lnTo>
                    <a:pt x="1278" y="712"/>
                  </a:lnTo>
                  <a:lnTo>
                    <a:pt x="1279" y="713"/>
                  </a:lnTo>
                  <a:lnTo>
                    <a:pt x="1280" y="714"/>
                  </a:lnTo>
                  <a:lnTo>
                    <a:pt x="1281" y="715"/>
                  </a:lnTo>
                  <a:lnTo>
                    <a:pt x="1282" y="716"/>
                  </a:lnTo>
                  <a:lnTo>
                    <a:pt x="1283" y="716"/>
                  </a:lnTo>
                  <a:lnTo>
                    <a:pt x="1284" y="717"/>
                  </a:lnTo>
                  <a:lnTo>
                    <a:pt x="1285" y="717"/>
                  </a:lnTo>
                  <a:lnTo>
                    <a:pt x="1286" y="718"/>
                  </a:lnTo>
                  <a:lnTo>
                    <a:pt x="1287" y="719"/>
                  </a:lnTo>
                  <a:lnTo>
                    <a:pt x="1288" y="720"/>
                  </a:lnTo>
                  <a:lnTo>
                    <a:pt x="1289" y="721"/>
                  </a:lnTo>
                  <a:lnTo>
                    <a:pt x="1289" y="722"/>
                  </a:lnTo>
                  <a:lnTo>
                    <a:pt x="1290" y="723"/>
                  </a:lnTo>
                  <a:lnTo>
                    <a:pt x="1291" y="724"/>
                  </a:lnTo>
                  <a:lnTo>
                    <a:pt x="1292" y="725"/>
                  </a:lnTo>
                  <a:lnTo>
                    <a:pt x="1293" y="726"/>
                  </a:lnTo>
                  <a:lnTo>
                    <a:pt x="1294" y="727"/>
                  </a:lnTo>
                  <a:lnTo>
                    <a:pt x="1295" y="728"/>
                  </a:lnTo>
                  <a:lnTo>
                    <a:pt x="1296" y="729"/>
                  </a:lnTo>
                  <a:lnTo>
                    <a:pt x="1297" y="730"/>
                  </a:lnTo>
                  <a:lnTo>
                    <a:pt x="1298" y="731"/>
                  </a:lnTo>
                  <a:lnTo>
                    <a:pt x="1299" y="732"/>
                  </a:lnTo>
                  <a:lnTo>
                    <a:pt x="1300" y="733"/>
                  </a:lnTo>
                  <a:lnTo>
                    <a:pt x="1301" y="734"/>
                  </a:lnTo>
                  <a:lnTo>
                    <a:pt x="1301" y="734"/>
                  </a:lnTo>
                  <a:lnTo>
                    <a:pt x="1303" y="735"/>
                  </a:lnTo>
                  <a:lnTo>
                    <a:pt x="1303" y="735"/>
                  </a:lnTo>
                  <a:lnTo>
                    <a:pt x="1304" y="736"/>
                  </a:lnTo>
                  <a:lnTo>
                    <a:pt x="1305" y="737"/>
                  </a:lnTo>
                  <a:lnTo>
                    <a:pt x="1306" y="737"/>
                  </a:lnTo>
                  <a:lnTo>
                    <a:pt x="1307" y="670"/>
                  </a:lnTo>
                  <a:lnTo>
                    <a:pt x="1308" y="610"/>
                  </a:lnTo>
                  <a:lnTo>
                    <a:pt x="1309" y="610"/>
                  </a:lnTo>
                  <a:lnTo>
                    <a:pt x="1310" y="609"/>
                  </a:lnTo>
                  <a:lnTo>
                    <a:pt x="1311" y="608"/>
                  </a:lnTo>
                  <a:lnTo>
                    <a:pt x="1312" y="607"/>
                  </a:lnTo>
                  <a:lnTo>
                    <a:pt x="1313" y="606"/>
                  </a:lnTo>
                  <a:lnTo>
                    <a:pt x="1313" y="606"/>
                  </a:lnTo>
                  <a:lnTo>
                    <a:pt x="1315" y="604"/>
                  </a:lnTo>
                  <a:lnTo>
                    <a:pt x="1315" y="604"/>
                  </a:lnTo>
                  <a:lnTo>
                    <a:pt x="1316" y="604"/>
                  </a:lnTo>
                  <a:lnTo>
                    <a:pt x="1317" y="604"/>
                  </a:lnTo>
                  <a:lnTo>
                    <a:pt x="1318" y="605"/>
                  </a:lnTo>
                  <a:lnTo>
                    <a:pt x="1319" y="605"/>
                  </a:lnTo>
                  <a:lnTo>
                    <a:pt x="1320" y="605"/>
                  </a:lnTo>
                  <a:lnTo>
                    <a:pt x="1321" y="605"/>
                  </a:lnTo>
                  <a:lnTo>
                    <a:pt x="1322" y="604"/>
                  </a:lnTo>
                  <a:lnTo>
                    <a:pt x="1323" y="603"/>
                  </a:lnTo>
                  <a:lnTo>
                    <a:pt x="1324" y="602"/>
                  </a:lnTo>
                  <a:lnTo>
                    <a:pt x="1325" y="603"/>
                  </a:lnTo>
                  <a:lnTo>
                    <a:pt x="1325" y="603"/>
                  </a:lnTo>
                  <a:lnTo>
                    <a:pt x="1327" y="603"/>
                  </a:lnTo>
                  <a:lnTo>
                    <a:pt x="1327" y="603"/>
                  </a:lnTo>
                  <a:lnTo>
                    <a:pt x="1328" y="603"/>
                  </a:lnTo>
                  <a:lnTo>
                    <a:pt x="1329" y="604"/>
                  </a:lnTo>
                  <a:lnTo>
                    <a:pt x="1330" y="604"/>
                  </a:lnTo>
                  <a:lnTo>
                    <a:pt x="1331" y="604"/>
                  </a:lnTo>
                  <a:lnTo>
                    <a:pt x="1332" y="604"/>
                  </a:lnTo>
                  <a:lnTo>
                    <a:pt x="1333" y="604"/>
                  </a:lnTo>
                  <a:lnTo>
                    <a:pt x="1334" y="606"/>
                  </a:lnTo>
                  <a:lnTo>
                    <a:pt x="1335" y="606"/>
                  </a:lnTo>
                  <a:lnTo>
                    <a:pt x="1336" y="607"/>
                  </a:lnTo>
                  <a:lnTo>
                    <a:pt x="1337" y="608"/>
                  </a:lnTo>
                  <a:lnTo>
                    <a:pt x="1338" y="608"/>
                  </a:lnTo>
                  <a:lnTo>
                    <a:pt x="1339" y="609"/>
                  </a:lnTo>
                  <a:lnTo>
                    <a:pt x="1339" y="610"/>
                  </a:lnTo>
                  <a:lnTo>
                    <a:pt x="1340" y="610"/>
                  </a:lnTo>
                  <a:lnTo>
                    <a:pt x="1341" y="610"/>
                  </a:lnTo>
                  <a:lnTo>
                    <a:pt x="1342" y="611"/>
                  </a:lnTo>
                  <a:lnTo>
                    <a:pt x="1343" y="612"/>
                  </a:lnTo>
                  <a:lnTo>
                    <a:pt x="1344" y="613"/>
                  </a:lnTo>
                  <a:lnTo>
                    <a:pt x="1345" y="614"/>
                  </a:lnTo>
                  <a:lnTo>
                    <a:pt x="1346" y="615"/>
                  </a:lnTo>
                  <a:lnTo>
                    <a:pt x="1347" y="616"/>
                  </a:lnTo>
                  <a:lnTo>
                    <a:pt x="1348" y="617"/>
                  </a:lnTo>
                  <a:lnTo>
                    <a:pt x="1349" y="618"/>
                  </a:lnTo>
                  <a:lnTo>
                    <a:pt x="1350" y="619"/>
                  </a:lnTo>
                  <a:lnTo>
                    <a:pt x="1351" y="620"/>
                  </a:lnTo>
                  <a:lnTo>
                    <a:pt x="1351" y="621"/>
                  </a:lnTo>
                  <a:lnTo>
                    <a:pt x="1353" y="622"/>
                  </a:lnTo>
                  <a:lnTo>
                    <a:pt x="1353" y="624"/>
                  </a:lnTo>
                  <a:lnTo>
                    <a:pt x="1354" y="625"/>
                  </a:lnTo>
                  <a:lnTo>
                    <a:pt x="1355" y="626"/>
                  </a:lnTo>
                  <a:lnTo>
                    <a:pt x="1356" y="627"/>
                  </a:lnTo>
                  <a:lnTo>
                    <a:pt x="1357" y="628"/>
                  </a:lnTo>
                  <a:lnTo>
                    <a:pt x="1358" y="628"/>
                  </a:lnTo>
                  <a:lnTo>
                    <a:pt x="1359" y="629"/>
                  </a:lnTo>
                  <a:lnTo>
                    <a:pt x="1360" y="630"/>
                  </a:lnTo>
                  <a:lnTo>
                    <a:pt x="1361" y="630"/>
                  </a:lnTo>
                  <a:lnTo>
                    <a:pt x="1362" y="630"/>
                  </a:lnTo>
                  <a:lnTo>
                    <a:pt x="1363" y="631"/>
                  </a:lnTo>
                  <a:lnTo>
                    <a:pt x="1363" y="631"/>
                  </a:lnTo>
                  <a:lnTo>
                    <a:pt x="1365" y="631"/>
                  </a:lnTo>
                  <a:lnTo>
                    <a:pt x="1365" y="657"/>
                  </a:lnTo>
                  <a:lnTo>
                    <a:pt x="1366" y="659"/>
                  </a:lnTo>
                  <a:lnTo>
                    <a:pt x="1367" y="665"/>
                  </a:lnTo>
                  <a:lnTo>
                    <a:pt x="1368" y="680"/>
                  </a:lnTo>
                  <a:lnTo>
                    <a:pt x="1369" y="689"/>
                  </a:lnTo>
                  <a:lnTo>
                    <a:pt x="1370" y="686"/>
                  </a:lnTo>
                  <a:lnTo>
                    <a:pt x="1371" y="684"/>
                  </a:lnTo>
                  <a:lnTo>
                    <a:pt x="1372" y="682"/>
                  </a:lnTo>
                  <a:lnTo>
                    <a:pt x="1373" y="679"/>
                  </a:lnTo>
                  <a:lnTo>
                    <a:pt x="1374" y="675"/>
                  </a:lnTo>
                  <a:lnTo>
                    <a:pt x="1375" y="683"/>
                  </a:lnTo>
                  <a:lnTo>
                    <a:pt x="1375" y="679"/>
                  </a:lnTo>
                  <a:lnTo>
                    <a:pt x="1377" y="675"/>
                  </a:lnTo>
                  <a:lnTo>
                    <a:pt x="1377" y="671"/>
                  </a:lnTo>
                  <a:lnTo>
                    <a:pt x="1378" y="666"/>
                  </a:lnTo>
                  <a:lnTo>
                    <a:pt x="1379" y="662"/>
                  </a:lnTo>
                  <a:lnTo>
                    <a:pt x="1380" y="656"/>
                  </a:lnTo>
                  <a:lnTo>
                    <a:pt x="1381" y="650"/>
                  </a:lnTo>
                  <a:lnTo>
                    <a:pt x="1382" y="646"/>
                  </a:lnTo>
                  <a:lnTo>
                    <a:pt x="1383" y="652"/>
                  </a:lnTo>
                  <a:lnTo>
                    <a:pt x="1384" y="660"/>
                  </a:lnTo>
                  <a:lnTo>
                    <a:pt x="1385" y="676"/>
                  </a:lnTo>
                  <a:lnTo>
                    <a:pt x="1386" y="694"/>
                  </a:lnTo>
                  <a:lnTo>
                    <a:pt x="1387" y="699"/>
                  </a:lnTo>
                  <a:lnTo>
                    <a:pt x="1388" y="699"/>
                  </a:lnTo>
                  <a:lnTo>
                    <a:pt x="1389" y="698"/>
                  </a:lnTo>
                  <a:lnTo>
                    <a:pt x="1389" y="696"/>
                  </a:lnTo>
                  <a:lnTo>
                    <a:pt x="1390" y="695"/>
                  </a:lnTo>
                  <a:lnTo>
                    <a:pt x="1391" y="698"/>
                  </a:lnTo>
                  <a:lnTo>
                    <a:pt x="1392" y="701"/>
                  </a:lnTo>
                  <a:lnTo>
                    <a:pt x="1393" y="703"/>
                  </a:lnTo>
                  <a:lnTo>
                    <a:pt x="1394" y="703"/>
                  </a:lnTo>
                  <a:lnTo>
                    <a:pt x="1395" y="702"/>
                  </a:lnTo>
                  <a:lnTo>
                    <a:pt x="1396" y="702"/>
                  </a:lnTo>
                  <a:lnTo>
                    <a:pt x="1397" y="701"/>
                  </a:lnTo>
                  <a:lnTo>
                    <a:pt x="1398" y="701"/>
                  </a:lnTo>
                  <a:lnTo>
                    <a:pt x="1399" y="699"/>
                  </a:lnTo>
                  <a:lnTo>
                    <a:pt x="1400" y="697"/>
                  </a:lnTo>
                  <a:lnTo>
                    <a:pt x="1401" y="694"/>
                  </a:lnTo>
                  <a:lnTo>
                    <a:pt x="1401" y="692"/>
                  </a:lnTo>
                  <a:lnTo>
                    <a:pt x="1403" y="691"/>
                  </a:lnTo>
                  <a:lnTo>
                    <a:pt x="1403" y="689"/>
                  </a:lnTo>
                  <a:lnTo>
                    <a:pt x="1404" y="687"/>
                  </a:lnTo>
                  <a:lnTo>
                    <a:pt x="1405" y="687"/>
                  </a:lnTo>
                  <a:lnTo>
                    <a:pt x="1406" y="686"/>
                  </a:lnTo>
                  <a:lnTo>
                    <a:pt x="1407" y="685"/>
                  </a:lnTo>
                  <a:lnTo>
                    <a:pt x="1408" y="682"/>
                  </a:lnTo>
                  <a:lnTo>
                    <a:pt x="1409" y="681"/>
                  </a:lnTo>
                  <a:lnTo>
                    <a:pt x="1410" y="680"/>
                  </a:lnTo>
                  <a:lnTo>
                    <a:pt x="1411" y="678"/>
                  </a:lnTo>
                  <a:lnTo>
                    <a:pt x="1412" y="676"/>
                  </a:lnTo>
                  <a:lnTo>
                    <a:pt x="1413" y="676"/>
                  </a:lnTo>
                  <a:lnTo>
                    <a:pt x="1413" y="676"/>
                  </a:lnTo>
                  <a:lnTo>
                    <a:pt x="1415" y="675"/>
                  </a:lnTo>
                  <a:lnTo>
                    <a:pt x="1415" y="674"/>
                  </a:lnTo>
                  <a:lnTo>
                    <a:pt x="1416" y="673"/>
                  </a:lnTo>
                  <a:lnTo>
                    <a:pt x="1417" y="673"/>
                  </a:lnTo>
                  <a:lnTo>
                    <a:pt x="1418" y="672"/>
                  </a:lnTo>
                  <a:lnTo>
                    <a:pt x="1419" y="671"/>
                  </a:lnTo>
                  <a:lnTo>
                    <a:pt x="1420" y="669"/>
                  </a:lnTo>
                  <a:lnTo>
                    <a:pt x="1421" y="668"/>
                  </a:lnTo>
                  <a:lnTo>
                    <a:pt x="1422" y="667"/>
                  </a:lnTo>
                  <a:lnTo>
                    <a:pt x="1423" y="666"/>
                  </a:lnTo>
                  <a:lnTo>
                    <a:pt x="1424" y="665"/>
                  </a:lnTo>
                  <a:lnTo>
                    <a:pt x="1425" y="664"/>
                  </a:lnTo>
                  <a:lnTo>
                    <a:pt x="1426" y="664"/>
                  </a:lnTo>
                  <a:lnTo>
                    <a:pt x="1427" y="665"/>
                  </a:lnTo>
                  <a:lnTo>
                    <a:pt x="1428" y="659"/>
                  </a:lnTo>
                  <a:lnTo>
                    <a:pt x="1428" y="662"/>
                  </a:lnTo>
                  <a:lnTo>
                    <a:pt x="1430" y="673"/>
                  </a:lnTo>
                  <a:lnTo>
                    <a:pt x="1430" y="650"/>
                  </a:lnTo>
                  <a:lnTo>
                    <a:pt x="1431" y="649"/>
                  </a:lnTo>
                  <a:lnTo>
                    <a:pt x="1432" y="652"/>
                  </a:lnTo>
                  <a:lnTo>
                    <a:pt x="1433" y="658"/>
                  </a:lnTo>
                  <a:lnTo>
                    <a:pt x="1434" y="663"/>
                  </a:lnTo>
                  <a:lnTo>
                    <a:pt x="1435" y="668"/>
                  </a:lnTo>
                  <a:lnTo>
                    <a:pt x="1436" y="675"/>
                  </a:lnTo>
                  <a:lnTo>
                    <a:pt x="1437" y="682"/>
                  </a:lnTo>
                  <a:lnTo>
                    <a:pt x="1438" y="688"/>
                  </a:lnTo>
                  <a:lnTo>
                    <a:pt x="1439" y="694"/>
                  </a:lnTo>
                  <a:lnTo>
                    <a:pt x="1440" y="700"/>
                  </a:lnTo>
                  <a:lnTo>
                    <a:pt x="1440" y="707"/>
                  </a:lnTo>
                  <a:lnTo>
                    <a:pt x="1442" y="713"/>
                  </a:lnTo>
                  <a:lnTo>
                    <a:pt x="1442" y="718"/>
                  </a:lnTo>
                  <a:lnTo>
                    <a:pt x="1443" y="723"/>
                  </a:lnTo>
                  <a:lnTo>
                    <a:pt x="1444" y="725"/>
                  </a:lnTo>
                  <a:lnTo>
                    <a:pt x="1445" y="724"/>
                  </a:lnTo>
                  <a:lnTo>
                    <a:pt x="1446" y="719"/>
                  </a:lnTo>
                  <a:lnTo>
                    <a:pt x="1447" y="711"/>
                  </a:lnTo>
                  <a:lnTo>
                    <a:pt x="1448" y="702"/>
                  </a:lnTo>
                  <a:lnTo>
                    <a:pt x="1449" y="687"/>
                  </a:lnTo>
                  <a:lnTo>
                    <a:pt x="1450" y="671"/>
                  </a:lnTo>
                  <a:lnTo>
                    <a:pt x="1451" y="663"/>
                  </a:lnTo>
                  <a:lnTo>
                    <a:pt x="1452" y="661"/>
                  </a:lnTo>
                  <a:lnTo>
                    <a:pt x="1453" y="661"/>
                  </a:lnTo>
                  <a:lnTo>
                    <a:pt x="1454" y="660"/>
                  </a:lnTo>
                  <a:lnTo>
                    <a:pt x="1454" y="658"/>
                  </a:lnTo>
                  <a:lnTo>
                    <a:pt x="1455" y="655"/>
                  </a:lnTo>
                  <a:lnTo>
                    <a:pt x="1456" y="653"/>
                  </a:lnTo>
                  <a:lnTo>
                    <a:pt x="1457" y="651"/>
                  </a:lnTo>
                  <a:lnTo>
                    <a:pt x="1458" y="651"/>
                  </a:lnTo>
                  <a:lnTo>
                    <a:pt x="1459" y="651"/>
                  </a:lnTo>
                  <a:lnTo>
                    <a:pt x="1460" y="652"/>
                  </a:lnTo>
                  <a:lnTo>
                    <a:pt x="1461" y="652"/>
                  </a:lnTo>
                  <a:lnTo>
                    <a:pt x="1462" y="653"/>
                  </a:lnTo>
                  <a:lnTo>
                    <a:pt x="1463" y="653"/>
                  </a:lnTo>
                  <a:lnTo>
                    <a:pt x="1464" y="653"/>
                  </a:lnTo>
                  <a:lnTo>
                    <a:pt x="1465" y="652"/>
                  </a:lnTo>
                  <a:lnTo>
                    <a:pt x="1466" y="651"/>
                  </a:lnTo>
                  <a:lnTo>
                    <a:pt x="1466" y="651"/>
                  </a:lnTo>
                  <a:lnTo>
                    <a:pt x="1468" y="651"/>
                  </a:lnTo>
                  <a:lnTo>
                    <a:pt x="1468" y="651"/>
                  </a:lnTo>
                  <a:lnTo>
                    <a:pt x="1469" y="651"/>
                  </a:lnTo>
                  <a:lnTo>
                    <a:pt x="1470" y="651"/>
                  </a:lnTo>
                  <a:lnTo>
                    <a:pt x="1471" y="652"/>
                  </a:lnTo>
                  <a:lnTo>
                    <a:pt x="1472" y="652"/>
                  </a:lnTo>
                  <a:lnTo>
                    <a:pt x="1473" y="652"/>
                  </a:lnTo>
                  <a:lnTo>
                    <a:pt x="1474" y="652"/>
                  </a:lnTo>
                  <a:lnTo>
                    <a:pt x="1475" y="652"/>
                  </a:lnTo>
                  <a:lnTo>
                    <a:pt x="1476" y="652"/>
                  </a:lnTo>
                  <a:lnTo>
                    <a:pt x="1477" y="651"/>
                  </a:lnTo>
                  <a:lnTo>
                    <a:pt x="1478" y="651"/>
                  </a:lnTo>
                  <a:lnTo>
                    <a:pt x="1478" y="651"/>
                  </a:lnTo>
                  <a:lnTo>
                    <a:pt x="1480" y="651"/>
                  </a:lnTo>
                  <a:lnTo>
                    <a:pt x="1480" y="650"/>
                  </a:lnTo>
                  <a:lnTo>
                    <a:pt x="1481" y="650"/>
                  </a:lnTo>
                  <a:lnTo>
                    <a:pt x="1482" y="650"/>
                  </a:lnTo>
                  <a:lnTo>
                    <a:pt x="1483" y="650"/>
                  </a:lnTo>
                  <a:lnTo>
                    <a:pt x="1484" y="650"/>
                  </a:lnTo>
                  <a:lnTo>
                    <a:pt x="1485" y="650"/>
                  </a:lnTo>
                  <a:lnTo>
                    <a:pt x="1486" y="650"/>
                  </a:lnTo>
                  <a:lnTo>
                    <a:pt x="1487" y="650"/>
                  </a:lnTo>
                  <a:lnTo>
                    <a:pt x="1488" y="650"/>
                  </a:lnTo>
                  <a:lnTo>
                    <a:pt x="1489" y="650"/>
                  </a:lnTo>
                  <a:lnTo>
                    <a:pt x="1490" y="650"/>
                  </a:lnTo>
                  <a:lnTo>
                    <a:pt x="1490" y="650"/>
                  </a:lnTo>
                  <a:lnTo>
                    <a:pt x="1492" y="651"/>
                  </a:lnTo>
                  <a:lnTo>
                    <a:pt x="1492" y="651"/>
                  </a:lnTo>
                  <a:lnTo>
                    <a:pt x="1493" y="651"/>
                  </a:lnTo>
                  <a:lnTo>
                    <a:pt x="1494" y="652"/>
                  </a:lnTo>
                  <a:lnTo>
                    <a:pt x="1495" y="652"/>
                  </a:lnTo>
                  <a:lnTo>
                    <a:pt x="1496" y="652"/>
                  </a:lnTo>
                  <a:lnTo>
                    <a:pt x="1497" y="652"/>
                  </a:lnTo>
                  <a:lnTo>
                    <a:pt x="1498" y="652"/>
                  </a:lnTo>
                  <a:lnTo>
                    <a:pt x="1499" y="652"/>
                  </a:lnTo>
                  <a:lnTo>
                    <a:pt x="1500" y="652"/>
                  </a:lnTo>
                  <a:lnTo>
                    <a:pt x="1501" y="653"/>
                  </a:lnTo>
                  <a:lnTo>
                    <a:pt x="1502" y="653"/>
                  </a:lnTo>
                  <a:lnTo>
                    <a:pt x="1503" y="653"/>
                  </a:lnTo>
                  <a:lnTo>
                    <a:pt x="1504" y="654"/>
                  </a:lnTo>
                  <a:lnTo>
                    <a:pt x="1504" y="654"/>
                  </a:lnTo>
                  <a:lnTo>
                    <a:pt x="1505" y="654"/>
                  </a:lnTo>
                  <a:lnTo>
                    <a:pt x="1506" y="655"/>
                  </a:lnTo>
                  <a:lnTo>
                    <a:pt x="1507" y="655"/>
                  </a:lnTo>
                  <a:lnTo>
                    <a:pt x="1508" y="656"/>
                  </a:lnTo>
                  <a:lnTo>
                    <a:pt x="1509" y="656"/>
                  </a:lnTo>
                  <a:lnTo>
                    <a:pt x="1510" y="657"/>
                  </a:lnTo>
                  <a:lnTo>
                    <a:pt x="1511" y="658"/>
                  </a:lnTo>
                  <a:lnTo>
                    <a:pt x="1512" y="659"/>
                  </a:lnTo>
                  <a:lnTo>
                    <a:pt x="1513" y="660"/>
                  </a:lnTo>
                  <a:lnTo>
                    <a:pt x="1514" y="660"/>
                  </a:lnTo>
                  <a:lnTo>
                    <a:pt x="1515" y="661"/>
                  </a:lnTo>
                  <a:lnTo>
                    <a:pt x="1516" y="661"/>
                  </a:lnTo>
                  <a:lnTo>
                    <a:pt x="1516" y="660"/>
                  </a:lnTo>
                  <a:lnTo>
                    <a:pt x="1518" y="660"/>
                  </a:lnTo>
                  <a:lnTo>
                    <a:pt x="1518" y="660"/>
                  </a:lnTo>
                  <a:lnTo>
                    <a:pt x="1519" y="659"/>
                  </a:lnTo>
                  <a:lnTo>
                    <a:pt x="1520" y="658"/>
                  </a:lnTo>
                  <a:lnTo>
                    <a:pt x="1521" y="658"/>
                  </a:lnTo>
                  <a:lnTo>
                    <a:pt x="1522" y="658"/>
                  </a:lnTo>
                  <a:lnTo>
                    <a:pt x="1523" y="657"/>
                  </a:lnTo>
                  <a:lnTo>
                    <a:pt x="1524" y="656"/>
                  </a:lnTo>
                  <a:lnTo>
                    <a:pt x="1525" y="655"/>
                  </a:lnTo>
                  <a:lnTo>
                    <a:pt x="1526" y="655"/>
                  </a:lnTo>
                  <a:lnTo>
                    <a:pt x="1527" y="654"/>
                  </a:lnTo>
                  <a:lnTo>
                    <a:pt x="1528" y="653"/>
                  </a:lnTo>
                  <a:lnTo>
                    <a:pt x="1528" y="653"/>
                  </a:lnTo>
                  <a:lnTo>
                    <a:pt x="1530" y="653"/>
                  </a:lnTo>
                  <a:lnTo>
                    <a:pt x="1530" y="652"/>
                  </a:lnTo>
                  <a:lnTo>
                    <a:pt x="1531" y="652"/>
                  </a:lnTo>
                  <a:lnTo>
                    <a:pt x="1532" y="651"/>
                  </a:lnTo>
                  <a:lnTo>
                    <a:pt x="1533" y="651"/>
                  </a:lnTo>
                  <a:lnTo>
                    <a:pt x="1534" y="651"/>
                  </a:lnTo>
                  <a:lnTo>
                    <a:pt x="1535" y="651"/>
                  </a:lnTo>
                  <a:lnTo>
                    <a:pt x="1536" y="650"/>
                  </a:lnTo>
                  <a:lnTo>
                    <a:pt x="1537" y="651"/>
                  </a:lnTo>
                  <a:lnTo>
                    <a:pt x="1538" y="651"/>
                  </a:lnTo>
                  <a:lnTo>
                    <a:pt x="1539" y="651"/>
                  </a:lnTo>
                  <a:lnTo>
                    <a:pt x="1540" y="650"/>
                  </a:lnTo>
                  <a:lnTo>
                    <a:pt x="1540" y="650"/>
                  </a:lnTo>
                  <a:lnTo>
                    <a:pt x="1542" y="651"/>
                  </a:lnTo>
                  <a:lnTo>
                    <a:pt x="1542" y="650"/>
                  </a:lnTo>
                  <a:lnTo>
                    <a:pt x="1543" y="650"/>
                  </a:lnTo>
                  <a:lnTo>
                    <a:pt x="1544" y="650"/>
                  </a:lnTo>
                  <a:lnTo>
                    <a:pt x="1545" y="650"/>
                  </a:lnTo>
                  <a:lnTo>
                    <a:pt x="1546" y="651"/>
                  </a:lnTo>
                  <a:lnTo>
                    <a:pt x="1547" y="652"/>
                  </a:lnTo>
                  <a:lnTo>
                    <a:pt x="1548" y="652"/>
                  </a:lnTo>
                  <a:lnTo>
                    <a:pt x="1549" y="652"/>
                  </a:lnTo>
                  <a:lnTo>
                    <a:pt x="1550" y="652"/>
                  </a:lnTo>
                  <a:lnTo>
                    <a:pt x="1551" y="654"/>
                  </a:lnTo>
                  <a:lnTo>
                    <a:pt x="1552" y="655"/>
                  </a:lnTo>
                  <a:lnTo>
                    <a:pt x="1553" y="656"/>
                  </a:lnTo>
                  <a:lnTo>
                    <a:pt x="1554" y="658"/>
                  </a:lnTo>
                  <a:lnTo>
                    <a:pt x="1554" y="669"/>
                  </a:lnTo>
                  <a:lnTo>
                    <a:pt x="1555" y="685"/>
                  </a:lnTo>
                  <a:lnTo>
                    <a:pt x="1556" y="703"/>
                  </a:lnTo>
                  <a:lnTo>
                    <a:pt x="1557" y="715"/>
                  </a:lnTo>
                  <a:lnTo>
                    <a:pt x="1558" y="711"/>
                  </a:lnTo>
                  <a:lnTo>
                    <a:pt x="1559" y="708"/>
                  </a:lnTo>
                  <a:lnTo>
                    <a:pt x="1560" y="709"/>
                  </a:lnTo>
                  <a:lnTo>
                    <a:pt x="1561" y="716"/>
                  </a:lnTo>
                  <a:lnTo>
                    <a:pt x="1562" y="720"/>
                  </a:lnTo>
                  <a:lnTo>
                    <a:pt x="1563" y="723"/>
                  </a:lnTo>
                  <a:lnTo>
                    <a:pt x="1564" y="727"/>
                  </a:lnTo>
                  <a:lnTo>
                    <a:pt x="1565" y="729"/>
                  </a:lnTo>
                  <a:lnTo>
                    <a:pt x="1566" y="730"/>
                  </a:lnTo>
                  <a:lnTo>
                    <a:pt x="1566" y="730"/>
                  </a:lnTo>
                  <a:lnTo>
                    <a:pt x="1568" y="732"/>
                  </a:lnTo>
                  <a:lnTo>
                    <a:pt x="1568" y="735"/>
                  </a:lnTo>
                  <a:lnTo>
                    <a:pt x="1569" y="736"/>
                  </a:lnTo>
                  <a:lnTo>
                    <a:pt x="1570" y="736"/>
                  </a:lnTo>
                  <a:lnTo>
                    <a:pt x="1571" y="735"/>
                  </a:lnTo>
                  <a:lnTo>
                    <a:pt x="1572" y="734"/>
                  </a:lnTo>
                  <a:lnTo>
                    <a:pt x="1573" y="733"/>
                  </a:lnTo>
                  <a:lnTo>
                    <a:pt x="1574" y="741"/>
                  </a:lnTo>
                  <a:lnTo>
                    <a:pt x="1575" y="747"/>
                  </a:lnTo>
                  <a:lnTo>
                    <a:pt x="1576" y="748"/>
                  </a:lnTo>
                  <a:lnTo>
                    <a:pt x="1577" y="747"/>
                  </a:lnTo>
                  <a:lnTo>
                    <a:pt x="1578" y="747"/>
                  </a:lnTo>
                  <a:lnTo>
                    <a:pt x="1578" y="748"/>
                  </a:lnTo>
                  <a:lnTo>
                    <a:pt x="1580" y="752"/>
                  </a:lnTo>
                  <a:lnTo>
                    <a:pt x="1580" y="753"/>
                  </a:lnTo>
                  <a:lnTo>
                    <a:pt x="1581" y="753"/>
                  </a:lnTo>
                  <a:lnTo>
                    <a:pt x="1582" y="752"/>
                  </a:lnTo>
                  <a:lnTo>
                    <a:pt x="1583" y="753"/>
                  </a:lnTo>
                  <a:lnTo>
                    <a:pt x="1584" y="756"/>
                  </a:lnTo>
                  <a:lnTo>
                    <a:pt x="1585" y="758"/>
                  </a:lnTo>
                  <a:lnTo>
                    <a:pt x="1586" y="760"/>
                  </a:lnTo>
                  <a:lnTo>
                    <a:pt x="1587" y="761"/>
                  </a:lnTo>
                  <a:lnTo>
                    <a:pt x="1588" y="761"/>
                  </a:lnTo>
                  <a:lnTo>
                    <a:pt x="1589" y="761"/>
                  </a:lnTo>
                  <a:lnTo>
                    <a:pt x="1590" y="760"/>
                  </a:lnTo>
                  <a:lnTo>
                    <a:pt x="1591" y="759"/>
                  </a:lnTo>
                  <a:lnTo>
                    <a:pt x="1592" y="760"/>
                  </a:lnTo>
                  <a:lnTo>
                    <a:pt x="1593" y="760"/>
                  </a:lnTo>
                  <a:lnTo>
                    <a:pt x="1593" y="760"/>
                  </a:lnTo>
                  <a:lnTo>
                    <a:pt x="1595" y="761"/>
                  </a:lnTo>
                  <a:lnTo>
                    <a:pt x="1595" y="762"/>
                  </a:lnTo>
                  <a:lnTo>
                    <a:pt x="1596" y="763"/>
                  </a:lnTo>
                  <a:lnTo>
                    <a:pt x="1597" y="762"/>
                  </a:lnTo>
                  <a:lnTo>
                    <a:pt x="1598" y="762"/>
                  </a:lnTo>
                  <a:lnTo>
                    <a:pt x="1599" y="763"/>
                  </a:lnTo>
                  <a:lnTo>
                    <a:pt x="1600" y="765"/>
                  </a:lnTo>
                  <a:lnTo>
                    <a:pt x="1601" y="766"/>
                  </a:lnTo>
                  <a:lnTo>
                    <a:pt x="1602" y="766"/>
                  </a:lnTo>
                  <a:lnTo>
                    <a:pt x="1603" y="766"/>
                  </a:lnTo>
                  <a:lnTo>
                    <a:pt x="1604" y="766"/>
                  </a:lnTo>
                  <a:lnTo>
                    <a:pt x="1605" y="765"/>
                  </a:lnTo>
                  <a:lnTo>
                    <a:pt x="1605" y="765"/>
                  </a:lnTo>
                  <a:lnTo>
                    <a:pt x="1607" y="766"/>
                  </a:lnTo>
                  <a:lnTo>
                    <a:pt x="1607" y="767"/>
                  </a:lnTo>
                  <a:lnTo>
                    <a:pt x="1608" y="769"/>
                  </a:lnTo>
                  <a:lnTo>
                    <a:pt x="1609" y="770"/>
                  </a:lnTo>
                  <a:lnTo>
                    <a:pt x="1610" y="771"/>
                  </a:lnTo>
                  <a:lnTo>
                    <a:pt x="1611" y="773"/>
                  </a:lnTo>
                  <a:lnTo>
                    <a:pt x="1612" y="775"/>
                  </a:lnTo>
                  <a:lnTo>
                    <a:pt x="1613" y="776"/>
                  </a:lnTo>
                  <a:lnTo>
                    <a:pt x="1614" y="776"/>
                  </a:lnTo>
                  <a:lnTo>
                    <a:pt x="1615" y="776"/>
                  </a:lnTo>
                  <a:lnTo>
                    <a:pt x="1616" y="775"/>
                  </a:lnTo>
                  <a:lnTo>
                    <a:pt x="1617" y="769"/>
                  </a:lnTo>
                  <a:lnTo>
                    <a:pt x="1618" y="756"/>
                  </a:lnTo>
                  <a:lnTo>
                    <a:pt x="1619" y="755"/>
                  </a:lnTo>
                  <a:lnTo>
                    <a:pt x="1619" y="755"/>
                  </a:lnTo>
                  <a:lnTo>
                    <a:pt x="1621" y="755"/>
                  </a:lnTo>
                  <a:lnTo>
                    <a:pt x="1621" y="755"/>
                  </a:lnTo>
                  <a:lnTo>
                    <a:pt x="1622" y="755"/>
                  </a:lnTo>
                  <a:lnTo>
                    <a:pt x="1623" y="754"/>
                  </a:lnTo>
                  <a:lnTo>
                    <a:pt x="1624" y="754"/>
                  </a:lnTo>
                  <a:lnTo>
                    <a:pt x="1625" y="754"/>
                  </a:lnTo>
                  <a:lnTo>
                    <a:pt x="1626" y="754"/>
                  </a:lnTo>
                  <a:lnTo>
                    <a:pt x="1627" y="754"/>
                  </a:lnTo>
                  <a:lnTo>
                    <a:pt x="1628" y="754"/>
                  </a:lnTo>
                  <a:lnTo>
                    <a:pt x="1629" y="754"/>
                  </a:lnTo>
                  <a:lnTo>
                    <a:pt x="1630" y="754"/>
                  </a:lnTo>
                  <a:lnTo>
                    <a:pt x="1631" y="754"/>
                  </a:lnTo>
                  <a:lnTo>
                    <a:pt x="1631" y="751"/>
                  </a:lnTo>
                  <a:lnTo>
                    <a:pt x="1633" y="752"/>
                  </a:lnTo>
                  <a:lnTo>
                    <a:pt x="1633" y="763"/>
                  </a:lnTo>
                  <a:lnTo>
                    <a:pt x="1634" y="751"/>
                  </a:lnTo>
                  <a:lnTo>
                    <a:pt x="1635" y="750"/>
                  </a:lnTo>
                  <a:lnTo>
                    <a:pt x="1636" y="752"/>
                  </a:lnTo>
                  <a:lnTo>
                    <a:pt x="1637" y="754"/>
                  </a:lnTo>
                  <a:lnTo>
                    <a:pt x="1638" y="757"/>
                  </a:lnTo>
                  <a:lnTo>
                    <a:pt x="1639" y="759"/>
                  </a:lnTo>
                  <a:lnTo>
                    <a:pt x="1640" y="762"/>
                  </a:lnTo>
                  <a:lnTo>
                    <a:pt x="1641" y="765"/>
                  </a:lnTo>
                  <a:lnTo>
                    <a:pt x="1642" y="767"/>
                  </a:lnTo>
                  <a:lnTo>
                    <a:pt x="1643" y="770"/>
                  </a:lnTo>
                  <a:lnTo>
                    <a:pt x="1643" y="773"/>
                  </a:lnTo>
                  <a:lnTo>
                    <a:pt x="1645" y="776"/>
                  </a:lnTo>
                  <a:lnTo>
                    <a:pt x="1645" y="778"/>
                  </a:lnTo>
                  <a:lnTo>
                    <a:pt x="1646" y="779"/>
                  </a:lnTo>
                  <a:lnTo>
                    <a:pt x="1647" y="780"/>
                  </a:lnTo>
                  <a:lnTo>
                    <a:pt x="1648" y="779"/>
                  </a:lnTo>
                  <a:lnTo>
                    <a:pt x="1649" y="773"/>
                  </a:lnTo>
                  <a:lnTo>
                    <a:pt x="1650" y="766"/>
                  </a:lnTo>
                  <a:lnTo>
                    <a:pt x="1651" y="762"/>
                  </a:lnTo>
                  <a:lnTo>
                    <a:pt x="1652" y="759"/>
                  </a:lnTo>
                  <a:lnTo>
                    <a:pt x="1653" y="757"/>
                  </a:lnTo>
                  <a:lnTo>
                    <a:pt x="1654" y="756"/>
                  </a:lnTo>
                  <a:lnTo>
                    <a:pt x="1655" y="757"/>
                  </a:lnTo>
                  <a:lnTo>
                    <a:pt x="1655" y="757"/>
                  </a:lnTo>
                  <a:lnTo>
                    <a:pt x="1657" y="757"/>
                  </a:lnTo>
                  <a:lnTo>
                    <a:pt x="1657" y="758"/>
                  </a:lnTo>
                  <a:lnTo>
                    <a:pt x="1658" y="759"/>
                  </a:lnTo>
                  <a:lnTo>
                    <a:pt x="1659" y="760"/>
                  </a:lnTo>
                  <a:lnTo>
                    <a:pt x="1660" y="761"/>
                  </a:lnTo>
                  <a:lnTo>
                    <a:pt x="1661" y="761"/>
                  </a:lnTo>
                  <a:lnTo>
                    <a:pt x="1662" y="762"/>
                  </a:lnTo>
                  <a:lnTo>
                    <a:pt x="1663" y="762"/>
                  </a:lnTo>
                  <a:lnTo>
                    <a:pt x="1664" y="762"/>
                  </a:lnTo>
                  <a:lnTo>
                    <a:pt x="1665" y="763"/>
                  </a:lnTo>
                  <a:lnTo>
                    <a:pt x="1666" y="764"/>
                  </a:lnTo>
                  <a:lnTo>
                    <a:pt x="1667" y="764"/>
                  </a:lnTo>
                  <a:lnTo>
                    <a:pt x="1668" y="765"/>
                  </a:lnTo>
                  <a:lnTo>
                    <a:pt x="1669" y="765"/>
                  </a:lnTo>
                  <a:lnTo>
                    <a:pt x="1669" y="766"/>
                  </a:lnTo>
                  <a:lnTo>
                    <a:pt x="1670" y="766"/>
                  </a:lnTo>
                  <a:lnTo>
                    <a:pt x="1671" y="767"/>
                  </a:lnTo>
                  <a:lnTo>
                    <a:pt x="1672" y="767"/>
                  </a:lnTo>
                  <a:lnTo>
                    <a:pt x="1673" y="767"/>
                  </a:lnTo>
                  <a:lnTo>
                    <a:pt x="1674" y="767"/>
                  </a:lnTo>
                  <a:lnTo>
                    <a:pt x="1675" y="767"/>
                  </a:lnTo>
                  <a:lnTo>
                    <a:pt x="1676" y="768"/>
                  </a:lnTo>
                  <a:lnTo>
                    <a:pt x="1677" y="768"/>
                  </a:lnTo>
                  <a:lnTo>
                    <a:pt x="1678" y="769"/>
                  </a:lnTo>
                  <a:lnTo>
                    <a:pt x="1679" y="769"/>
                  </a:lnTo>
                  <a:lnTo>
                    <a:pt x="1680" y="769"/>
                  </a:lnTo>
                  <a:lnTo>
                    <a:pt x="1681" y="769"/>
                  </a:lnTo>
                  <a:lnTo>
                    <a:pt x="1681" y="769"/>
                  </a:lnTo>
                  <a:lnTo>
                    <a:pt x="1683" y="769"/>
                  </a:lnTo>
                  <a:lnTo>
                    <a:pt x="1683" y="769"/>
                  </a:lnTo>
                  <a:lnTo>
                    <a:pt x="1684" y="769"/>
                  </a:lnTo>
                  <a:lnTo>
                    <a:pt x="1685" y="768"/>
                  </a:lnTo>
                  <a:lnTo>
                    <a:pt x="1686" y="769"/>
                  </a:lnTo>
                  <a:lnTo>
                    <a:pt x="1687" y="769"/>
                  </a:lnTo>
                  <a:lnTo>
                    <a:pt x="1688" y="769"/>
                  </a:lnTo>
                  <a:lnTo>
                    <a:pt x="1689" y="769"/>
                  </a:lnTo>
                  <a:lnTo>
                    <a:pt x="1690" y="769"/>
                  </a:lnTo>
                  <a:lnTo>
                    <a:pt x="1691" y="769"/>
                  </a:lnTo>
                  <a:lnTo>
                    <a:pt x="1692" y="770"/>
                  </a:lnTo>
                  <a:lnTo>
                    <a:pt x="1693" y="770"/>
                  </a:lnTo>
                  <a:lnTo>
                    <a:pt x="1693" y="770"/>
                  </a:lnTo>
                  <a:lnTo>
                    <a:pt x="1695" y="771"/>
                  </a:lnTo>
                  <a:lnTo>
                    <a:pt x="1695" y="771"/>
                  </a:lnTo>
                  <a:lnTo>
                    <a:pt x="1696" y="772"/>
                  </a:lnTo>
                  <a:lnTo>
                    <a:pt x="1697" y="772"/>
                  </a:lnTo>
                  <a:lnTo>
                    <a:pt x="1698" y="772"/>
                  </a:lnTo>
                  <a:lnTo>
                    <a:pt x="1699" y="772"/>
                  </a:lnTo>
                  <a:lnTo>
                    <a:pt x="1700" y="772"/>
                  </a:lnTo>
                  <a:lnTo>
                    <a:pt x="1701" y="771"/>
                  </a:lnTo>
                  <a:lnTo>
                    <a:pt x="1702" y="771"/>
                  </a:lnTo>
                  <a:lnTo>
                    <a:pt x="1703" y="771"/>
                  </a:lnTo>
                  <a:lnTo>
                    <a:pt x="1704" y="771"/>
                  </a:lnTo>
                  <a:lnTo>
                    <a:pt x="1705" y="770"/>
                  </a:lnTo>
                  <a:lnTo>
                    <a:pt x="1705" y="771"/>
                  </a:lnTo>
                  <a:lnTo>
                    <a:pt x="1707" y="771"/>
                  </a:lnTo>
                  <a:lnTo>
                    <a:pt x="1707" y="771"/>
                  </a:lnTo>
                  <a:lnTo>
                    <a:pt x="1708" y="770"/>
                  </a:lnTo>
                  <a:lnTo>
                    <a:pt x="1709" y="771"/>
                  </a:lnTo>
                  <a:lnTo>
                    <a:pt x="1710" y="771"/>
                  </a:lnTo>
                  <a:lnTo>
                    <a:pt x="1711" y="771"/>
                  </a:lnTo>
                  <a:lnTo>
                    <a:pt x="1712" y="771"/>
                  </a:lnTo>
                  <a:lnTo>
                    <a:pt x="1713" y="771"/>
                  </a:lnTo>
                  <a:lnTo>
                    <a:pt x="1714" y="770"/>
                  </a:lnTo>
                  <a:lnTo>
                    <a:pt x="1715" y="770"/>
                  </a:lnTo>
                  <a:lnTo>
                    <a:pt x="1716" y="770"/>
                  </a:lnTo>
                  <a:lnTo>
                    <a:pt x="1717" y="770"/>
                  </a:lnTo>
                  <a:lnTo>
                    <a:pt x="1718" y="769"/>
                  </a:lnTo>
                  <a:lnTo>
                    <a:pt x="1719" y="769"/>
                  </a:lnTo>
                  <a:lnTo>
                    <a:pt x="1719" y="769"/>
                  </a:lnTo>
                  <a:lnTo>
                    <a:pt x="1720" y="769"/>
                  </a:lnTo>
                  <a:lnTo>
                    <a:pt x="1721" y="769"/>
                  </a:lnTo>
                  <a:lnTo>
                    <a:pt x="1722" y="769"/>
                  </a:lnTo>
                  <a:lnTo>
                    <a:pt x="1723" y="769"/>
                  </a:lnTo>
                  <a:lnTo>
                    <a:pt x="1724" y="769"/>
                  </a:lnTo>
                  <a:lnTo>
                    <a:pt x="1725" y="770"/>
                  </a:lnTo>
                  <a:lnTo>
                    <a:pt x="1726" y="770"/>
                  </a:lnTo>
                  <a:lnTo>
                    <a:pt x="1727" y="770"/>
                  </a:lnTo>
                  <a:lnTo>
                    <a:pt x="1728" y="771"/>
                  </a:lnTo>
                  <a:lnTo>
                    <a:pt x="1729" y="771"/>
                  </a:lnTo>
                  <a:lnTo>
                    <a:pt x="1730" y="772"/>
                  </a:lnTo>
                  <a:lnTo>
                    <a:pt x="1731" y="772"/>
                  </a:lnTo>
                  <a:lnTo>
                    <a:pt x="1731" y="773"/>
                  </a:lnTo>
                  <a:lnTo>
                    <a:pt x="1733" y="775"/>
                  </a:lnTo>
                  <a:lnTo>
                    <a:pt x="1733" y="776"/>
                  </a:lnTo>
                  <a:lnTo>
                    <a:pt x="1734" y="776"/>
                  </a:lnTo>
                  <a:lnTo>
                    <a:pt x="1735" y="776"/>
                  </a:lnTo>
                  <a:lnTo>
                    <a:pt x="1736" y="777"/>
                  </a:lnTo>
                  <a:lnTo>
                    <a:pt x="1737" y="778"/>
                  </a:lnTo>
                  <a:lnTo>
                    <a:pt x="1738" y="778"/>
                  </a:lnTo>
                  <a:lnTo>
                    <a:pt x="1739" y="778"/>
                  </a:lnTo>
                  <a:lnTo>
                    <a:pt x="1740" y="778"/>
                  </a:lnTo>
                  <a:lnTo>
                    <a:pt x="1741" y="779"/>
                  </a:lnTo>
                  <a:lnTo>
                    <a:pt x="1742" y="778"/>
                  </a:lnTo>
                  <a:lnTo>
                    <a:pt x="1743" y="778"/>
                  </a:lnTo>
                  <a:lnTo>
                    <a:pt x="1743" y="778"/>
                  </a:lnTo>
                  <a:lnTo>
                    <a:pt x="1745" y="778"/>
                  </a:lnTo>
                  <a:lnTo>
                    <a:pt x="1745" y="778"/>
                  </a:lnTo>
                  <a:lnTo>
                    <a:pt x="1746" y="779"/>
                  </a:lnTo>
                  <a:lnTo>
                    <a:pt x="1747" y="779"/>
                  </a:lnTo>
                  <a:lnTo>
                    <a:pt x="1748" y="779"/>
                  </a:lnTo>
                  <a:lnTo>
                    <a:pt x="1749" y="779"/>
                  </a:lnTo>
                  <a:lnTo>
                    <a:pt x="1750" y="779"/>
                  </a:lnTo>
                  <a:lnTo>
                    <a:pt x="1751" y="779"/>
                  </a:lnTo>
                  <a:lnTo>
                    <a:pt x="1752" y="782"/>
                  </a:lnTo>
                  <a:lnTo>
                    <a:pt x="1753" y="793"/>
                  </a:lnTo>
                  <a:lnTo>
                    <a:pt x="1754" y="787"/>
                  </a:lnTo>
                  <a:lnTo>
                    <a:pt x="1755" y="783"/>
                  </a:lnTo>
                  <a:lnTo>
                    <a:pt x="1756" y="781"/>
                  </a:lnTo>
                  <a:lnTo>
                    <a:pt x="1757" y="779"/>
                  </a:lnTo>
                  <a:lnTo>
                    <a:pt x="1758" y="777"/>
                  </a:lnTo>
                  <a:lnTo>
                    <a:pt x="1758" y="775"/>
                  </a:lnTo>
                  <a:lnTo>
                    <a:pt x="1760" y="772"/>
                  </a:lnTo>
                  <a:lnTo>
                    <a:pt x="1760" y="788"/>
                  </a:lnTo>
                  <a:lnTo>
                    <a:pt x="1761" y="786"/>
                  </a:lnTo>
                  <a:lnTo>
                    <a:pt x="1762" y="784"/>
                  </a:lnTo>
                  <a:lnTo>
                    <a:pt x="1763" y="782"/>
                  </a:lnTo>
                  <a:lnTo>
                    <a:pt x="1764" y="779"/>
                  </a:lnTo>
                  <a:lnTo>
                    <a:pt x="1765" y="776"/>
                  </a:lnTo>
                  <a:lnTo>
                    <a:pt x="1766" y="773"/>
                  </a:lnTo>
                  <a:lnTo>
                    <a:pt x="1767" y="771"/>
                  </a:lnTo>
                  <a:lnTo>
                    <a:pt x="1768" y="770"/>
                  </a:lnTo>
                  <a:lnTo>
                    <a:pt x="1769" y="769"/>
                  </a:lnTo>
                  <a:lnTo>
                    <a:pt x="1770" y="770"/>
                  </a:lnTo>
                  <a:lnTo>
                    <a:pt x="1770" y="771"/>
                  </a:lnTo>
                  <a:lnTo>
                    <a:pt x="1772" y="785"/>
                  </a:lnTo>
                  <a:lnTo>
                    <a:pt x="1772" y="799"/>
                  </a:lnTo>
                  <a:lnTo>
                    <a:pt x="1773" y="809"/>
                  </a:lnTo>
                  <a:lnTo>
                    <a:pt x="1774" y="823"/>
                  </a:lnTo>
                  <a:lnTo>
                    <a:pt x="1775" y="839"/>
                  </a:lnTo>
                  <a:lnTo>
                    <a:pt x="1776" y="850"/>
                  </a:lnTo>
                  <a:lnTo>
                    <a:pt x="1777" y="852"/>
                  </a:lnTo>
                  <a:lnTo>
                    <a:pt x="1778" y="853"/>
                  </a:lnTo>
                  <a:lnTo>
                    <a:pt x="1779" y="853"/>
                  </a:lnTo>
                  <a:lnTo>
                    <a:pt x="1780" y="854"/>
                  </a:lnTo>
                  <a:lnTo>
                    <a:pt x="1781" y="854"/>
                  </a:lnTo>
                  <a:lnTo>
                    <a:pt x="1782" y="854"/>
                  </a:lnTo>
                  <a:lnTo>
                    <a:pt x="1783" y="855"/>
                  </a:lnTo>
                  <a:lnTo>
                    <a:pt x="1784" y="854"/>
                  </a:lnTo>
                  <a:lnTo>
                    <a:pt x="1784" y="854"/>
                  </a:lnTo>
                  <a:lnTo>
                    <a:pt x="1786" y="854"/>
                  </a:lnTo>
                  <a:lnTo>
                    <a:pt x="1786" y="854"/>
                  </a:lnTo>
                  <a:lnTo>
                    <a:pt x="1787" y="854"/>
                  </a:lnTo>
                  <a:lnTo>
                    <a:pt x="1788" y="855"/>
                  </a:lnTo>
                  <a:lnTo>
                    <a:pt x="1789" y="866"/>
                  </a:lnTo>
                  <a:lnTo>
                    <a:pt x="1790" y="869"/>
                  </a:lnTo>
                  <a:lnTo>
                    <a:pt x="1791" y="873"/>
                  </a:lnTo>
                  <a:lnTo>
                    <a:pt x="1792" y="881"/>
                  </a:lnTo>
                  <a:lnTo>
                    <a:pt x="1793" y="890"/>
                  </a:lnTo>
                  <a:lnTo>
                    <a:pt x="1794" y="894"/>
                  </a:lnTo>
                  <a:lnTo>
                    <a:pt x="1795" y="894"/>
                  </a:lnTo>
                  <a:lnTo>
                    <a:pt x="1796" y="896"/>
                  </a:lnTo>
                  <a:lnTo>
                    <a:pt x="1796" y="896"/>
                  </a:lnTo>
                  <a:lnTo>
                    <a:pt x="1798" y="896"/>
                  </a:lnTo>
                  <a:lnTo>
                    <a:pt x="1798" y="896"/>
                  </a:lnTo>
                  <a:lnTo>
                    <a:pt x="1799" y="896"/>
                  </a:lnTo>
                  <a:lnTo>
                    <a:pt x="1800" y="897"/>
                  </a:lnTo>
                  <a:lnTo>
                    <a:pt x="1801" y="897"/>
                  </a:lnTo>
                  <a:lnTo>
                    <a:pt x="1802" y="897"/>
                  </a:lnTo>
                  <a:lnTo>
                    <a:pt x="1803" y="897"/>
                  </a:lnTo>
                  <a:lnTo>
                    <a:pt x="1804" y="897"/>
                  </a:lnTo>
                  <a:lnTo>
                    <a:pt x="1805" y="897"/>
                  </a:lnTo>
                  <a:lnTo>
                    <a:pt x="1806" y="897"/>
                  </a:lnTo>
                  <a:lnTo>
                    <a:pt x="1807" y="897"/>
                  </a:lnTo>
                  <a:lnTo>
                    <a:pt x="1808" y="897"/>
                  </a:lnTo>
                  <a:lnTo>
                    <a:pt x="1808" y="896"/>
                  </a:lnTo>
                  <a:lnTo>
                    <a:pt x="1810" y="896"/>
                  </a:lnTo>
                  <a:lnTo>
                    <a:pt x="1810" y="895"/>
                  </a:lnTo>
                  <a:lnTo>
                    <a:pt x="1811" y="894"/>
                  </a:lnTo>
                  <a:lnTo>
                    <a:pt x="1812" y="894"/>
                  </a:lnTo>
                  <a:lnTo>
                    <a:pt x="1813" y="894"/>
                  </a:lnTo>
                  <a:lnTo>
                    <a:pt x="1814" y="893"/>
                  </a:lnTo>
                  <a:lnTo>
                    <a:pt x="1815" y="888"/>
                  </a:lnTo>
                  <a:lnTo>
                    <a:pt x="1816" y="866"/>
                  </a:lnTo>
                  <a:lnTo>
                    <a:pt x="1817" y="839"/>
                  </a:lnTo>
                  <a:lnTo>
                    <a:pt x="1818" y="839"/>
                  </a:lnTo>
                  <a:lnTo>
                    <a:pt x="1819" y="839"/>
                  </a:lnTo>
                  <a:lnTo>
                    <a:pt x="1820" y="838"/>
                  </a:lnTo>
                  <a:lnTo>
                    <a:pt x="1820" y="838"/>
                  </a:lnTo>
                  <a:lnTo>
                    <a:pt x="1822" y="838"/>
                  </a:lnTo>
                  <a:lnTo>
                    <a:pt x="1822" y="838"/>
                  </a:lnTo>
                  <a:lnTo>
                    <a:pt x="1823" y="837"/>
                  </a:lnTo>
                  <a:lnTo>
                    <a:pt x="1824" y="835"/>
                  </a:lnTo>
                  <a:lnTo>
                    <a:pt x="1825" y="804"/>
                  </a:lnTo>
                  <a:lnTo>
                    <a:pt x="1826" y="770"/>
                  </a:lnTo>
                  <a:lnTo>
                    <a:pt x="1827" y="785"/>
                  </a:lnTo>
                  <a:lnTo>
                    <a:pt x="1828" y="777"/>
                  </a:lnTo>
                  <a:lnTo>
                    <a:pt x="1829" y="779"/>
                  </a:lnTo>
                  <a:lnTo>
                    <a:pt x="1830" y="781"/>
                  </a:lnTo>
                  <a:lnTo>
                    <a:pt x="1831" y="783"/>
                  </a:lnTo>
                  <a:lnTo>
                    <a:pt x="1832" y="786"/>
                  </a:lnTo>
                  <a:lnTo>
                    <a:pt x="1833" y="788"/>
                  </a:lnTo>
                  <a:lnTo>
                    <a:pt x="1834" y="791"/>
                  </a:lnTo>
                  <a:lnTo>
                    <a:pt x="1834" y="792"/>
                  </a:lnTo>
                  <a:lnTo>
                    <a:pt x="1836" y="791"/>
                  </a:lnTo>
                  <a:lnTo>
                    <a:pt x="1836" y="792"/>
                  </a:lnTo>
                  <a:lnTo>
                    <a:pt x="1837" y="795"/>
                  </a:lnTo>
                  <a:lnTo>
                    <a:pt x="1838" y="794"/>
                  </a:lnTo>
                  <a:lnTo>
                    <a:pt x="1839" y="791"/>
                  </a:lnTo>
                  <a:lnTo>
                    <a:pt x="1840" y="785"/>
                  </a:lnTo>
                  <a:lnTo>
                    <a:pt x="1841" y="774"/>
                  </a:lnTo>
                  <a:lnTo>
                    <a:pt x="1842" y="754"/>
                  </a:lnTo>
                  <a:lnTo>
                    <a:pt x="1843" y="732"/>
                  </a:lnTo>
                  <a:lnTo>
                    <a:pt x="1844" y="711"/>
                  </a:lnTo>
                  <a:lnTo>
                    <a:pt x="1845" y="696"/>
                  </a:lnTo>
                  <a:lnTo>
                    <a:pt x="1846" y="688"/>
                  </a:lnTo>
                  <a:lnTo>
                    <a:pt x="1846" y="687"/>
                  </a:lnTo>
                  <a:lnTo>
                    <a:pt x="1848" y="687"/>
                  </a:lnTo>
                  <a:lnTo>
                    <a:pt x="1848" y="687"/>
                  </a:lnTo>
                  <a:lnTo>
                    <a:pt x="1849" y="687"/>
                  </a:lnTo>
                  <a:lnTo>
                    <a:pt x="1850" y="687"/>
                  </a:lnTo>
                  <a:lnTo>
                    <a:pt x="1851" y="687"/>
                  </a:lnTo>
                  <a:lnTo>
                    <a:pt x="1852" y="687"/>
                  </a:lnTo>
                  <a:lnTo>
                    <a:pt x="1853" y="687"/>
                  </a:lnTo>
                  <a:lnTo>
                    <a:pt x="1854" y="687"/>
                  </a:lnTo>
                  <a:lnTo>
                    <a:pt x="1855" y="686"/>
                  </a:lnTo>
                  <a:lnTo>
                    <a:pt x="1856" y="686"/>
                  </a:lnTo>
                  <a:lnTo>
                    <a:pt x="1857" y="686"/>
                  </a:lnTo>
                  <a:lnTo>
                    <a:pt x="1858" y="687"/>
                  </a:lnTo>
                  <a:lnTo>
                    <a:pt x="1858" y="687"/>
                  </a:lnTo>
                  <a:lnTo>
                    <a:pt x="1860" y="688"/>
                  </a:lnTo>
                  <a:lnTo>
                    <a:pt x="1860" y="689"/>
                  </a:lnTo>
                  <a:lnTo>
                    <a:pt x="1861" y="689"/>
                  </a:lnTo>
                  <a:lnTo>
                    <a:pt x="1862" y="690"/>
                  </a:lnTo>
                  <a:lnTo>
                    <a:pt x="1863" y="691"/>
                  </a:lnTo>
                  <a:lnTo>
                    <a:pt x="1864" y="691"/>
                  </a:lnTo>
                  <a:lnTo>
                    <a:pt x="1865" y="691"/>
                  </a:lnTo>
                  <a:lnTo>
                    <a:pt x="1866" y="692"/>
                  </a:lnTo>
                  <a:lnTo>
                    <a:pt x="1867" y="692"/>
                  </a:lnTo>
                  <a:lnTo>
                    <a:pt x="1868" y="693"/>
                  </a:lnTo>
                  <a:lnTo>
                    <a:pt x="1869" y="693"/>
                  </a:lnTo>
                  <a:lnTo>
                    <a:pt x="1870" y="693"/>
                  </a:lnTo>
                  <a:lnTo>
                    <a:pt x="1870" y="694"/>
                  </a:lnTo>
                  <a:lnTo>
                    <a:pt x="1872" y="694"/>
                  </a:lnTo>
                  <a:lnTo>
                    <a:pt x="1872" y="695"/>
                  </a:lnTo>
                  <a:lnTo>
                    <a:pt x="1873" y="695"/>
                  </a:lnTo>
                  <a:lnTo>
                    <a:pt x="1874" y="696"/>
                  </a:lnTo>
                  <a:lnTo>
                    <a:pt x="1875" y="697"/>
                  </a:lnTo>
                  <a:lnTo>
                    <a:pt x="1876" y="697"/>
                  </a:lnTo>
                  <a:lnTo>
                    <a:pt x="1877" y="698"/>
                  </a:lnTo>
                  <a:lnTo>
                    <a:pt x="1878" y="699"/>
                  </a:lnTo>
                  <a:lnTo>
                    <a:pt x="1879" y="699"/>
                  </a:lnTo>
                  <a:lnTo>
                    <a:pt x="1880" y="700"/>
                  </a:lnTo>
                  <a:lnTo>
                    <a:pt x="1881" y="700"/>
                  </a:lnTo>
                  <a:lnTo>
                    <a:pt x="1882" y="701"/>
                  </a:lnTo>
                  <a:lnTo>
                    <a:pt x="1883" y="701"/>
                  </a:lnTo>
                  <a:lnTo>
                    <a:pt x="1884" y="702"/>
                  </a:lnTo>
                  <a:lnTo>
                    <a:pt x="1884" y="702"/>
                  </a:lnTo>
                  <a:lnTo>
                    <a:pt x="1886" y="702"/>
                  </a:lnTo>
                  <a:lnTo>
                    <a:pt x="1886" y="703"/>
                  </a:lnTo>
                  <a:lnTo>
                    <a:pt x="1887" y="703"/>
                  </a:lnTo>
                  <a:lnTo>
                    <a:pt x="1888" y="703"/>
                  </a:lnTo>
                  <a:lnTo>
                    <a:pt x="1889" y="703"/>
                  </a:lnTo>
                  <a:lnTo>
                    <a:pt x="1890" y="703"/>
                  </a:lnTo>
                  <a:lnTo>
                    <a:pt x="1891" y="703"/>
                  </a:lnTo>
                  <a:lnTo>
                    <a:pt x="1892" y="702"/>
                  </a:lnTo>
                  <a:lnTo>
                    <a:pt x="1893" y="701"/>
                  </a:lnTo>
                  <a:lnTo>
                    <a:pt x="1894" y="700"/>
                  </a:lnTo>
                  <a:lnTo>
                    <a:pt x="1895" y="699"/>
                  </a:lnTo>
                  <a:lnTo>
                    <a:pt x="1896" y="699"/>
                  </a:lnTo>
                  <a:lnTo>
                    <a:pt x="1896" y="698"/>
                  </a:lnTo>
                  <a:lnTo>
                    <a:pt x="1898" y="697"/>
                  </a:lnTo>
                  <a:lnTo>
                    <a:pt x="1898" y="695"/>
                  </a:lnTo>
                  <a:lnTo>
                    <a:pt x="1899" y="693"/>
                  </a:lnTo>
                  <a:lnTo>
                    <a:pt x="1900" y="691"/>
                  </a:lnTo>
                  <a:lnTo>
                    <a:pt x="1901" y="689"/>
                  </a:lnTo>
                  <a:lnTo>
                    <a:pt x="1902" y="688"/>
                  </a:lnTo>
                  <a:lnTo>
                    <a:pt x="1903" y="687"/>
                  </a:lnTo>
                  <a:lnTo>
                    <a:pt x="1904" y="685"/>
                  </a:lnTo>
                  <a:lnTo>
                    <a:pt x="1905" y="684"/>
                  </a:lnTo>
                  <a:lnTo>
                    <a:pt x="1906" y="682"/>
                  </a:lnTo>
                  <a:lnTo>
                    <a:pt x="1907" y="681"/>
                  </a:lnTo>
                  <a:lnTo>
                    <a:pt x="1908" y="680"/>
                  </a:lnTo>
                  <a:lnTo>
                    <a:pt x="1908" y="679"/>
                  </a:lnTo>
                  <a:lnTo>
                    <a:pt x="1910" y="679"/>
                  </a:lnTo>
                  <a:lnTo>
                    <a:pt x="1910" y="678"/>
                  </a:lnTo>
                  <a:lnTo>
                    <a:pt x="1911" y="678"/>
                  </a:lnTo>
                  <a:lnTo>
                    <a:pt x="1912" y="677"/>
                  </a:lnTo>
                  <a:lnTo>
                    <a:pt x="1913" y="677"/>
                  </a:lnTo>
                  <a:lnTo>
                    <a:pt x="1914" y="677"/>
                  </a:lnTo>
                  <a:lnTo>
                    <a:pt x="1915" y="677"/>
                  </a:lnTo>
                  <a:lnTo>
                    <a:pt x="1916" y="676"/>
                  </a:lnTo>
                  <a:lnTo>
                    <a:pt x="1917" y="676"/>
                  </a:lnTo>
                  <a:lnTo>
                    <a:pt x="1918" y="676"/>
                  </a:lnTo>
                  <a:lnTo>
                    <a:pt x="1919" y="676"/>
                  </a:lnTo>
                  <a:lnTo>
                    <a:pt x="1920" y="676"/>
                  </a:lnTo>
                  <a:lnTo>
                    <a:pt x="1921" y="676"/>
                  </a:lnTo>
                  <a:lnTo>
                    <a:pt x="1922" y="675"/>
                  </a:lnTo>
                  <a:lnTo>
                    <a:pt x="1923" y="675"/>
                  </a:lnTo>
                  <a:lnTo>
                    <a:pt x="1923" y="675"/>
                  </a:lnTo>
                  <a:lnTo>
                    <a:pt x="1925" y="674"/>
                  </a:lnTo>
                  <a:lnTo>
                    <a:pt x="1925" y="674"/>
                  </a:lnTo>
                  <a:lnTo>
                    <a:pt x="1926" y="674"/>
                  </a:lnTo>
                  <a:lnTo>
                    <a:pt x="1927" y="674"/>
                  </a:lnTo>
                  <a:lnTo>
                    <a:pt x="1928" y="674"/>
                  </a:lnTo>
                  <a:lnTo>
                    <a:pt x="1929" y="675"/>
                  </a:lnTo>
                  <a:lnTo>
                    <a:pt x="1930" y="675"/>
                  </a:lnTo>
                  <a:lnTo>
                    <a:pt x="1931" y="675"/>
                  </a:lnTo>
                  <a:lnTo>
                    <a:pt x="1932" y="675"/>
                  </a:lnTo>
                  <a:lnTo>
                    <a:pt x="1933" y="674"/>
                  </a:lnTo>
                  <a:lnTo>
                    <a:pt x="1934" y="674"/>
                  </a:lnTo>
                  <a:lnTo>
                    <a:pt x="1935" y="674"/>
                  </a:lnTo>
                  <a:lnTo>
                    <a:pt x="1935" y="674"/>
                  </a:lnTo>
                  <a:lnTo>
                    <a:pt x="1937" y="673"/>
                  </a:lnTo>
                  <a:lnTo>
                    <a:pt x="1937" y="673"/>
                  </a:lnTo>
                  <a:lnTo>
                    <a:pt x="1938" y="673"/>
                  </a:lnTo>
                  <a:lnTo>
                    <a:pt x="1939" y="673"/>
                  </a:lnTo>
                  <a:lnTo>
                    <a:pt x="1940" y="672"/>
                  </a:lnTo>
                  <a:lnTo>
                    <a:pt x="1941" y="672"/>
                  </a:lnTo>
                  <a:lnTo>
                    <a:pt x="1942" y="672"/>
                  </a:lnTo>
                  <a:lnTo>
                    <a:pt x="1943" y="672"/>
                  </a:lnTo>
                  <a:lnTo>
                    <a:pt x="1944" y="672"/>
                  </a:lnTo>
                  <a:lnTo>
                    <a:pt x="1945" y="672"/>
                  </a:lnTo>
                  <a:lnTo>
                    <a:pt x="1946" y="672"/>
                  </a:lnTo>
                  <a:lnTo>
                    <a:pt x="1947" y="672"/>
                  </a:lnTo>
                  <a:lnTo>
                    <a:pt x="1948" y="672"/>
                  </a:lnTo>
                  <a:lnTo>
                    <a:pt x="1949" y="672"/>
                  </a:lnTo>
                  <a:lnTo>
                    <a:pt x="1949" y="672"/>
                  </a:lnTo>
                  <a:lnTo>
                    <a:pt x="1951" y="672"/>
                  </a:lnTo>
                  <a:lnTo>
                    <a:pt x="1951" y="672"/>
                  </a:lnTo>
                  <a:lnTo>
                    <a:pt x="1952" y="672"/>
                  </a:lnTo>
                  <a:lnTo>
                    <a:pt x="1953" y="672"/>
                  </a:lnTo>
                  <a:lnTo>
                    <a:pt x="1954" y="674"/>
                  </a:lnTo>
                  <a:lnTo>
                    <a:pt x="1955" y="685"/>
                  </a:lnTo>
                  <a:lnTo>
                    <a:pt x="1956" y="700"/>
                  </a:lnTo>
                  <a:lnTo>
                    <a:pt x="1957" y="688"/>
                  </a:lnTo>
                  <a:lnTo>
                    <a:pt x="1958" y="700"/>
                  </a:lnTo>
                  <a:lnTo>
                    <a:pt x="1959" y="705"/>
                  </a:lnTo>
                  <a:lnTo>
                    <a:pt x="1960" y="703"/>
                  </a:lnTo>
                  <a:lnTo>
                    <a:pt x="1961" y="700"/>
                  </a:lnTo>
                  <a:lnTo>
                    <a:pt x="1961" y="697"/>
                  </a:lnTo>
                  <a:lnTo>
                    <a:pt x="1963" y="694"/>
                  </a:lnTo>
                  <a:lnTo>
                    <a:pt x="1963" y="691"/>
                  </a:lnTo>
                  <a:lnTo>
                    <a:pt x="1964" y="687"/>
                  </a:lnTo>
                  <a:lnTo>
                    <a:pt x="1965" y="683"/>
                  </a:lnTo>
                  <a:lnTo>
                    <a:pt x="1966" y="679"/>
                  </a:lnTo>
                  <a:lnTo>
                    <a:pt x="1967" y="675"/>
                  </a:lnTo>
                  <a:lnTo>
                    <a:pt x="1968" y="671"/>
                  </a:lnTo>
                  <a:lnTo>
                    <a:pt x="1969" y="667"/>
                  </a:lnTo>
                  <a:lnTo>
                    <a:pt x="1970" y="662"/>
                  </a:lnTo>
                  <a:lnTo>
                    <a:pt x="1971" y="688"/>
                  </a:lnTo>
                  <a:lnTo>
                    <a:pt x="1972" y="719"/>
                  </a:lnTo>
                  <a:lnTo>
                    <a:pt x="1973" y="737"/>
                  </a:lnTo>
                  <a:lnTo>
                    <a:pt x="1973" y="745"/>
                  </a:lnTo>
                  <a:lnTo>
                    <a:pt x="1975" y="752"/>
                  </a:lnTo>
                  <a:lnTo>
                    <a:pt x="1975" y="758"/>
                  </a:lnTo>
                  <a:lnTo>
                    <a:pt x="1976" y="761"/>
                  </a:lnTo>
                  <a:lnTo>
                    <a:pt x="1977" y="761"/>
                  </a:lnTo>
                  <a:lnTo>
                    <a:pt x="1978" y="760"/>
                  </a:lnTo>
                  <a:lnTo>
                    <a:pt x="1979" y="763"/>
                  </a:lnTo>
                  <a:lnTo>
                    <a:pt x="1980" y="797"/>
                  </a:lnTo>
                  <a:lnTo>
                    <a:pt x="1981" y="816"/>
                  </a:lnTo>
                  <a:lnTo>
                    <a:pt x="1982" y="823"/>
                  </a:lnTo>
                  <a:lnTo>
                    <a:pt x="1983" y="827"/>
                  </a:lnTo>
                  <a:lnTo>
                    <a:pt x="1984" y="827"/>
                  </a:lnTo>
                  <a:lnTo>
                    <a:pt x="1985" y="827"/>
                  </a:lnTo>
                  <a:lnTo>
                    <a:pt x="1985" y="827"/>
                  </a:lnTo>
                  <a:lnTo>
                    <a:pt x="1987" y="827"/>
                  </a:lnTo>
                  <a:lnTo>
                    <a:pt x="1987" y="827"/>
                  </a:lnTo>
                  <a:lnTo>
                    <a:pt x="1988" y="827"/>
                  </a:lnTo>
                  <a:lnTo>
                    <a:pt x="1989" y="826"/>
                  </a:lnTo>
                  <a:lnTo>
                    <a:pt x="1990" y="826"/>
                  </a:lnTo>
                  <a:lnTo>
                    <a:pt x="1991" y="826"/>
                  </a:lnTo>
                  <a:lnTo>
                    <a:pt x="1992" y="826"/>
                  </a:lnTo>
                  <a:lnTo>
                    <a:pt x="1993" y="827"/>
                  </a:lnTo>
                  <a:lnTo>
                    <a:pt x="1994" y="830"/>
                  </a:lnTo>
                  <a:lnTo>
                    <a:pt x="1995" y="833"/>
                  </a:lnTo>
                  <a:lnTo>
                    <a:pt x="1996" y="835"/>
                  </a:lnTo>
                  <a:lnTo>
                    <a:pt x="1997" y="836"/>
                  </a:lnTo>
                  <a:lnTo>
                    <a:pt x="1998" y="837"/>
                  </a:lnTo>
                  <a:lnTo>
                    <a:pt x="1999" y="837"/>
                  </a:lnTo>
                  <a:lnTo>
                    <a:pt x="1999" y="837"/>
                  </a:lnTo>
                  <a:lnTo>
                    <a:pt x="2001" y="837"/>
                  </a:lnTo>
                  <a:lnTo>
                    <a:pt x="2001" y="836"/>
                  </a:lnTo>
                  <a:lnTo>
                    <a:pt x="2002" y="836"/>
                  </a:lnTo>
                  <a:lnTo>
                    <a:pt x="2003" y="835"/>
                  </a:lnTo>
                  <a:lnTo>
                    <a:pt x="2004" y="835"/>
                  </a:lnTo>
                  <a:lnTo>
                    <a:pt x="2005" y="835"/>
                  </a:lnTo>
                  <a:lnTo>
                    <a:pt x="2006" y="835"/>
                  </a:lnTo>
                  <a:lnTo>
                    <a:pt x="2007" y="834"/>
                  </a:lnTo>
                  <a:lnTo>
                    <a:pt x="2008" y="833"/>
                  </a:lnTo>
                  <a:lnTo>
                    <a:pt x="2009" y="830"/>
                  </a:lnTo>
                  <a:lnTo>
                    <a:pt x="2010" y="813"/>
                  </a:lnTo>
                  <a:lnTo>
                    <a:pt x="2011" y="824"/>
                  </a:lnTo>
                  <a:lnTo>
                    <a:pt x="2011" y="831"/>
                  </a:lnTo>
                  <a:lnTo>
                    <a:pt x="2013" y="832"/>
                  </a:lnTo>
                  <a:lnTo>
                    <a:pt x="2013" y="833"/>
                  </a:lnTo>
                  <a:lnTo>
                    <a:pt x="2014" y="834"/>
                  </a:lnTo>
                  <a:lnTo>
                    <a:pt x="2015" y="836"/>
                  </a:lnTo>
                  <a:lnTo>
                    <a:pt x="2016" y="838"/>
                  </a:lnTo>
                  <a:lnTo>
                    <a:pt x="2017" y="840"/>
                  </a:lnTo>
                  <a:lnTo>
                    <a:pt x="2018" y="842"/>
                  </a:lnTo>
                  <a:lnTo>
                    <a:pt x="2019" y="844"/>
                  </a:lnTo>
                  <a:lnTo>
                    <a:pt x="2020" y="846"/>
                  </a:lnTo>
                  <a:lnTo>
                    <a:pt x="2021" y="848"/>
                  </a:lnTo>
                  <a:lnTo>
                    <a:pt x="2022" y="850"/>
                  </a:lnTo>
                  <a:lnTo>
                    <a:pt x="2023" y="851"/>
                  </a:lnTo>
                  <a:lnTo>
                    <a:pt x="2023" y="852"/>
                  </a:lnTo>
                  <a:lnTo>
                    <a:pt x="2025" y="853"/>
                  </a:lnTo>
                  <a:lnTo>
                    <a:pt x="2025" y="851"/>
                  </a:lnTo>
                  <a:lnTo>
                    <a:pt x="2026" y="847"/>
                  </a:lnTo>
                  <a:lnTo>
                    <a:pt x="2027" y="843"/>
                  </a:lnTo>
                  <a:lnTo>
                    <a:pt x="2028" y="837"/>
                  </a:lnTo>
                  <a:lnTo>
                    <a:pt x="2029" y="831"/>
                  </a:lnTo>
                  <a:lnTo>
                    <a:pt x="2030" y="829"/>
                  </a:lnTo>
                  <a:lnTo>
                    <a:pt x="2031" y="829"/>
                  </a:lnTo>
                  <a:lnTo>
                    <a:pt x="2032" y="828"/>
                  </a:lnTo>
                  <a:lnTo>
                    <a:pt x="2033" y="827"/>
                  </a:lnTo>
                  <a:lnTo>
                    <a:pt x="2034" y="826"/>
                  </a:lnTo>
                  <a:lnTo>
                    <a:pt x="2035" y="824"/>
                  </a:lnTo>
                  <a:lnTo>
                    <a:pt x="2035" y="823"/>
                  </a:lnTo>
                  <a:lnTo>
                    <a:pt x="2037" y="822"/>
                  </a:lnTo>
                  <a:lnTo>
                    <a:pt x="2037" y="823"/>
                  </a:lnTo>
                  <a:lnTo>
                    <a:pt x="2038" y="823"/>
                  </a:lnTo>
                  <a:lnTo>
                    <a:pt x="2039" y="823"/>
                  </a:lnTo>
                  <a:lnTo>
                    <a:pt x="2040" y="824"/>
                  </a:lnTo>
                  <a:lnTo>
                    <a:pt x="2041" y="824"/>
                  </a:lnTo>
                  <a:lnTo>
                    <a:pt x="2042" y="824"/>
                  </a:lnTo>
                  <a:lnTo>
                    <a:pt x="2043" y="825"/>
                  </a:lnTo>
                  <a:lnTo>
                    <a:pt x="2044" y="825"/>
                  </a:lnTo>
                  <a:lnTo>
                    <a:pt x="2045" y="825"/>
                  </a:lnTo>
                  <a:lnTo>
                    <a:pt x="2046" y="826"/>
                  </a:lnTo>
                  <a:lnTo>
                    <a:pt x="2047" y="826"/>
                  </a:lnTo>
                  <a:lnTo>
                    <a:pt x="2048" y="827"/>
                  </a:lnTo>
                  <a:lnTo>
                    <a:pt x="2049" y="827"/>
                  </a:lnTo>
                  <a:lnTo>
                    <a:pt x="2049" y="827"/>
                  </a:lnTo>
                  <a:lnTo>
                    <a:pt x="2051" y="828"/>
                  </a:lnTo>
                  <a:lnTo>
                    <a:pt x="2051" y="828"/>
                  </a:lnTo>
                  <a:lnTo>
                    <a:pt x="2052" y="829"/>
                  </a:lnTo>
                  <a:lnTo>
                    <a:pt x="2053" y="829"/>
                  </a:lnTo>
                  <a:lnTo>
                    <a:pt x="2054" y="829"/>
                  </a:lnTo>
                  <a:lnTo>
                    <a:pt x="2055" y="829"/>
                  </a:lnTo>
                  <a:lnTo>
                    <a:pt x="2056" y="830"/>
                  </a:lnTo>
                  <a:lnTo>
                    <a:pt x="2057" y="830"/>
                  </a:lnTo>
                  <a:lnTo>
                    <a:pt x="2058" y="830"/>
                  </a:lnTo>
                  <a:lnTo>
                    <a:pt x="2059" y="830"/>
                  </a:lnTo>
                  <a:lnTo>
                    <a:pt x="2060" y="830"/>
                  </a:lnTo>
                  <a:lnTo>
                    <a:pt x="2061" y="830"/>
                  </a:lnTo>
                  <a:lnTo>
                    <a:pt x="2061" y="830"/>
                  </a:lnTo>
                  <a:lnTo>
                    <a:pt x="2063" y="830"/>
                  </a:lnTo>
                  <a:lnTo>
                    <a:pt x="2063" y="830"/>
                  </a:lnTo>
                  <a:lnTo>
                    <a:pt x="2064" y="830"/>
                  </a:lnTo>
                  <a:lnTo>
                    <a:pt x="2065" y="830"/>
                  </a:lnTo>
                  <a:lnTo>
                    <a:pt x="2066" y="831"/>
                  </a:lnTo>
                  <a:lnTo>
                    <a:pt x="2067" y="831"/>
                  </a:lnTo>
                  <a:lnTo>
                    <a:pt x="2068" y="831"/>
                  </a:lnTo>
                  <a:lnTo>
                    <a:pt x="2069" y="831"/>
                  </a:lnTo>
                  <a:lnTo>
                    <a:pt x="2070" y="831"/>
                  </a:lnTo>
                  <a:lnTo>
                    <a:pt x="2071" y="831"/>
                  </a:lnTo>
                  <a:lnTo>
                    <a:pt x="2072" y="831"/>
                  </a:lnTo>
                  <a:lnTo>
                    <a:pt x="2073" y="830"/>
                  </a:lnTo>
                  <a:lnTo>
                    <a:pt x="2073" y="830"/>
                  </a:lnTo>
                  <a:lnTo>
                    <a:pt x="2075" y="830"/>
                  </a:lnTo>
                  <a:lnTo>
                    <a:pt x="2075" y="830"/>
                  </a:lnTo>
                  <a:lnTo>
                    <a:pt x="2076" y="829"/>
                  </a:lnTo>
                  <a:lnTo>
                    <a:pt x="2077" y="829"/>
                  </a:lnTo>
                  <a:lnTo>
                    <a:pt x="2078" y="829"/>
                  </a:lnTo>
                  <a:lnTo>
                    <a:pt x="2079" y="828"/>
                  </a:lnTo>
                  <a:lnTo>
                    <a:pt x="2080" y="828"/>
                  </a:lnTo>
                  <a:lnTo>
                    <a:pt x="2081" y="827"/>
                  </a:lnTo>
                  <a:lnTo>
                    <a:pt x="2082" y="827"/>
                  </a:lnTo>
                  <a:lnTo>
                    <a:pt x="2083" y="827"/>
                  </a:lnTo>
                  <a:lnTo>
                    <a:pt x="2084" y="825"/>
                  </a:lnTo>
                  <a:lnTo>
                    <a:pt x="2085" y="825"/>
                  </a:lnTo>
                  <a:lnTo>
                    <a:pt x="2086" y="824"/>
                  </a:lnTo>
                  <a:lnTo>
                    <a:pt x="2087" y="824"/>
                  </a:lnTo>
                  <a:lnTo>
                    <a:pt x="2088" y="823"/>
                  </a:lnTo>
                  <a:lnTo>
                    <a:pt x="2088" y="823"/>
                  </a:lnTo>
                  <a:lnTo>
                    <a:pt x="2090" y="822"/>
                  </a:lnTo>
                  <a:lnTo>
                    <a:pt x="2090" y="822"/>
                  </a:lnTo>
                  <a:lnTo>
                    <a:pt x="2091" y="822"/>
                  </a:lnTo>
                  <a:lnTo>
                    <a:pt x="2092" y="822"/>
                  </a:lnTo>
                  <a:lnTo>
                    <a:pt x="2093" y="822"/>
                  </a:lnTo>
                  <a:lnTo>
                    <a:pt x="2094" y="822"/>
                  </a:lnTo>
                  <a:lnTo>
                    <a:pt x="2095" y="822"/>
                  </a:lnTo>
                  <a:lnTo>
                    <a:pt x="2096" y="823"/>
                  </a:lnTo>
                  <a:lnTo>
                    <a:pt x="2097" y="823"/>
                  </a:lnTo>
                  <a:lnTo>
                    <a:pt x="2098" y="823"/>
                  </a:lnTo>
                  <a:lnTo>
                    <a:pt x="2099" y="823"/>
                  </a:lnTo>
                  <a:lnTo>
                    <a:pt x="2100" y="823"/>
                  </a:lnTo>
                  <a:lnTo>
                    <a:pt x="2101" y="823"/>
                  </a:lnTo>
                  <a:lnTo>
                    <a:pt x="2102" y="823"/>
                  </a:lnTo>
                  <a:lnTo>
                    <a:pt x="2102" y="823"/>
                  </a:lnTo>
                  <a:lnTo>
                    <a:pt x="2103" y="823"/>
                  </a:lnTo>
                  <a:lnTo>
                    <a:pt x="2104" y="823"/>
                  </a:lnTo>
                  <a:lnTo>
                    <a:pt x="2105" y="823"/>
                  </a:lnTo>
                  <a:lnTo>
                    <a:pt x="2106" y="823"/>
                  </a:lnTo>
                  <a:lnTo>
                    <a:pt x="2107" y="823"/>
                  </a:lnTo>
                  <a:lnTo>
                    <a:pt x="2108" y="822"/>
                  </a:lnTo>
                  <a:lnTo>
                    <a:pt x="2109" y="822"/>
                  </a:lnTo>
                  <a:lnTo>
                    <a:pt x="2110" y="822"/>
                  </a:lnTo>
                  <a:lnTo>
                    <a:pt x="2111" y="821"/>
                  </a:lnTo>
                  <a:lnTo>
                    <a:pt x="2112" y="821"/>
                  </a:lnTo>
                  <a:lnTo>
                    <a:pt x="2113" y="821"/>
                  </a:lnTo>
                  <a:lnTo>
                    <a:pt x="2114" y="821"/>
                  </a:lnTo>
                  <a:lnTo>
                    <a:pt x="2114" y="821"/>
                  </a:lnTo>
                  <a:lnTo>
                    <a:pt x="2116" y="821"/>
                  </a:lnTo>
                  <a:lnTo>
                    <a:pt x="2116" y="821"/>
                  </a:lnTo>
                  <a:lnTo>
                    <a:pt x="2117" y="821"/>
                  </a:lnTo>
                  <a:lnTo>
                    <a:pt x="2118" y="821"/>
                  </a:lnTo>
                  <a:lnTo>
                    <a:pt x="2119" y="821"/>
                  </a:lnTo>
                  <a:lnTo>
                    <a:pt x="2120" y="821"/>
                  </a:lnTo>
                  <a:lnTo>
                    <a:pt x="2121" y="821"/>
                  </a:lnTo>
                  <a:lnTo>
                    <a:pt x="2122" y="821"/>
                  </a:lnTo>
                  <a:lnTo>
                    <a:pt x="2123" y="821"/>
                  </a:lnTo>
                  <a:lnTo>
                    <a:pt x="2124" y="821"/>
                  </a:lnTo>
                  <a:lnTo>
                    <a:pt x="2125" y="821"/>
                  </a:lnTo>
                  <a:lnTo>
                    <a:pt x="2126" y="820"/>
                  </a:lnTo>
                  <a:lnTo>
                    <a:pt x="2126" y="821"/>
                  </a:lnTo>
                  <a:lnTo>
                    <a:pt x="2128" y="821"/>
                  </a:lnTo>
                  <a:lnTo>
                    <a:pt x="2128" y="821"/>
                  </a:lnTo>
                  <a:lnTo>
                    <a:pt x="2129" y="821"/>
                  </a:lnTo>
                  <a:lnTo>
                    <a:pt x="2130" y="820"/>
                  </a:lnTo>
                  <a:lnTo>
                    <a:pt x="2131" y="820"/>
                  </a:lnTo>
                  <a:lnTo>
                    <a:pt x="2132" y="820"/>
                  </a:lnTo>
                  <a:lnTo>
                    <a:pt x="2133" y="820"/>
                  </a:lnTo>
                  <a:lnTo>
                    <a:pt x="2134" y="819"/>
                  </a:lnTo>
                  <a:lnTo>
                    <a:pt x="2135" y="819"/>
                  </a:lnTo>
                  <a:lnTo>
                    <a:pt x="2136" y="819"/>
                  </a:lnTo>
                  <a:lnTo>
                    <a:pt x="2137" y="819"/>
                  </a:lnTo>
                  <a:lnTo>
                    <a:pt x="2138" y="819"/>
                  </a:lnTo>
                  <a:lnTo>
                    <a:pt x="2138" y="819"/>
                  </a:lnTo>
                  <a:lnTo>
                    <a:pt x="2140" y="819"/>
                  </a:lnTo>
                  <a:lnTo>
                    <a:pt x="2140" y="819"/>
                  </a:lnTo>
                  <a:lnTo>
                    <a:pt x="2141" y="819"/>
                  </a:lnTo>
                  <a:lnTo>
                    <a:pt x="2142" y="819"/>
                  </a:lnTo>
                  <a:lnTo>
                    <a:pt x="2143" y="819"/>
                  </a:lnTo>
                  <a:lnTo>
                    <a:pt x="2144" y="819"/>
                  </a:lnTo>
                  <a:lnTo>
                    <a:pt x="2145" y="819"/>
                  </a:lnTo>
                  <a:lnTo>
                    <a:pt x="2146" y="819"/>
                  </a:lnTo>
                  <a:lnTo>
                    <a:pt x="2147" y="819"/>
                  </a:lnTo>
                  <a:lnTo>
                    <a:pt x="2148" y="819"/>
                  </a:lnTo>
                  <a:lnTo>
                    <a:pt x="2149" y="819"/>
                  </a:lnTo>
                  <a:lnTo>
                    <a:pt x="2150" y="817"/>
                  </a:lnTo>
                  <a:lnTo>
                    <a:pt x="2150" y="804"/>
                  </a:lnTo>
                  <a:lnTo>
                    <a:pt x="2152" y="821"/>
                  </a:lnTo>
                  <a:lnTo>
                    <a:pt x="2152" y="822"/>
                  </a:lnTo>
                  <a:lnTo>
                    <a:pt x="2153" y="820"/>
                  </a:lnTo>
                  <a:lnTo>
                    <a:pt x="2154" y="818"/>
                  </a:lnTo>
                  <a:lnTo>
                    <a:pt x="2155" y="815"/>
                  </a:lnTo>
                  <a:lnTo>
                    <a:pt x="2156" y="813"/>
                  </a:lnTo>
                  <a:lnTo>
                    <a:pt x="2157" y="809"/>
                  </a:lnTo>
                  <a:lnTo>
                    <a:pt x="2158" y="806"/>
                  </a:lnTo>
                  <a:lnTo>
                    <a:pt x="2159" y="803"/>
                  </a:lnTo>
                  <a:lnTo>
                    <a:pt x="2160" y="800"/>
                  </a:lnTo>
                  <a:lnTo>
                    <a:pt x="2161" y="797"/>
                  </a:lnTo>
                  <a:lnTo>
                    <a:pt x="2162" y="793"/>
                  </a:lnTo>
                  <a:lnTo>
                    <a:pt x="2163" y="790"/>
                  </a:lnTo>
                  <a:lnTo>
                    <a:pt x="2164" y="787"/>
                  </a:lnTo>
                  <a:lnTo>
                    <a:pt x="2164" y="797"/>
                  </a:lnTo>
                  <a:lnTo>
                    <a:pt x="2166" y="816"/>
                  </a:lnTo>
                  <a:lnTo>
                    <a:pt x="2166" y="823"/>
                  </a:lnTo>
                  <a:lnTo>
                    <a:pt x="2167" y="827"/>
                  </a:lnTo>
                  <a:lnTo>
                    <a:pt x="2168" y="827"/>
                  </a:lnTo>
                  <a:lnTo>
                    <a:pt x="2169" y="827"/>
                  </a:lnTo>
                  <a:lnTo>
                    <a:pt x="2170" y="827"/>
                  </a:lnTo>
                  <a:lnTo>
                    <a:pt x="2171" y="827"/>
                  </a:lnTo>
                  <a:lnTo>
                    <a:pt x="2172" y="827"/>
                  </a:lnTo>
                  <a:lnTo>
                    <a:pt x="2173" y="827"/>
                  </a:lnTo>
                  <a:lnTo>
                    <a:pt x="2174" y="826"/>
                  </a:lnTo>
                  <a:lnTo>
                    <a:pt x="2175" y="826"/>
                  </a:lnTo>
                  <a:lnTo>
                    <a:pt x="2176" y="826"/>
                  </a:lnTo>
                  <a:lnTo>
                    <a:pt x="2176" y="826"/>
                  </a:lnTo>
                  <a:lnTo>
                    <a:pt x="2178" y="827"/>
                  </a:lnTo>
                  <a:lnTo>
                    <a:pt x="2178" y="830"/>
                  </a:lnTo>
                  <a:lnTo>
                    <a:pt x="2179" y="833"/>
                  </a:lnTo>
                  <a:lnTo>
                    <a:pt x="2180" y="835"/>
                  </a:lnTo>
                  <a:lnTo>
                    <a:pt x="2181" y="836"/>
                  </a:lnTo>
                  <a:lnTo>
                    <a:pt x="2182" y="837"/>
                  </a:lnTo>
                  <a:lnTo>
                    <a:pt x="2183" y="837"/>
                  </a:lnTo>
                  <a:lnTo>
                    <a:pt x="2184" y="837"/>
                  </a:lnTo>
                  <a:lnTo>
                    <a:pt x="2185" y="837"/>
                  </a:lnTo>
                  <a:lnTo>
                    <a:pt x="2186" y="836"/>
                  </a:lnTo>
                  <a:lnTo>
                    <a:pt x="2187" y="836"/>
                  </a:lnTo>
                  <a:lnTo>
                    <a:pt x="2188" y="835"/>
                  </a:lnTo>
                  <a:lnTo>
                    <a:pt x="2188" y="835"/>
                  </a:lnTo>
                  <a:lnTo>
                    <a:pt x="2190" y="835"/>
                  </a:lnTo>
                  <a:lnTo>
                    <a:pt x="2190" y="835"/>
                  </a:lnTo>
                  <a:lnTo>
                    <a:pt x="2191" y="834"/>
                  </a:lnTo>
                  <a:lnTo>
                    <a:pt x="2192" y="833"/>
                  </a:lnTo>
                  <a:lnTo>
                    <a:pt x="2193" y="830"/>
                  </a:lnTo>
                  <a:lnTo>
                    <a:pt x="2194" y="813"/>
                  </a:lnTo>
                  <a:lnTo>
                    <a:pt x="2195" y="824"/>
                  </a:lnTo>
                  <a:lnTo>
                    <a:pt x="2196" y="831"/>
                  </a:lnTo>
                  <a:lnTo>
                    <a:pt x="2197" y="832"/>
                  </a:lnTo>
                  <a:lnTo>
                    <a:pt x="2198" y="833"/>
                  </a:lnTo>
                  <a:lnTo>
                    <a:pt x="2199" y="834"/>
                  </a:lnTo>
                  <a:lnTo>
                    <a:pt x="2200" y="836"/>
                  </a:lnTo>
                  <a:lnTo>
                    <a:pt x="2200" y="838"/>
                  </a:lnTo>
                  <a:lnTo>
                    <a:pt x="2202" y="840"/>
                  </a:lnTo>
                  <a:lnTo>
                    <a:pt x="2202" y="842"/>
                  </a:lnTo>
                  <a:lnTo>
                    <a:pt x="2203" y="844"/>
                  </a:lnTo>
                  <a:lnTo>
                    <a:pt x="2204" y="846"/>
                  </a:lnTo>
                  <a:lnTo>
                    <a:pt x="2205" y="848"/>
                  </a:lnTo>
                  <a:lnTo>
                    <a:pt x="2206" y="850"/>
                  </a:lnTo>
                  <a:lnTo>
                    <a:pt x="2207" y="851"/>
                  </a:lnTo>
                  <a:lnTo>
                    <a:pt x="2208" y="852"/>
                  </a:lnTo>
                  <a:lnTo>
                    <a:pt x="2209" y="853"/>
                  </a:lnTo>
                  <a:lnTo>
                    <a:pt x="2210" y="851"/>
                  </a:lnTo>
                  <a:lnTo>
                    <a:pt x="2211" y="847"/>
                  </a:lnTo>
                  <a:lnTo>
                    <a:pt x="2212" y="843"/>
                  </a:lnTo>
                  <a:lnTo>
                    <a:pt x="2213" y="837"/>
                  </a:lnTo>
                  <a:lnTo>
                    <a:pt x="2214" y="831"/>
                  </a:lnTo>
                  <a:lnTo>
                    <a:pt x="2214" y="829"/>
                  </a:lnTo>
                  <a:lnTo>
                    <a:pt x="2216" y="829"/>
                  </a:lnTo>
                  <a:lnTo>
                    <a:pt x="2216" y="828"/>
                  </a:lnTo>
                  <a:lnTo>
                    <a:pt x="2217" y="827"/>
                  </a:lnTo>
                  <a:lnTo>
                    <a:pt x="2218" y="826"/>
                  </a:lnTo>
                  <a:lnTo>
                    <a:pt x="2219" y="824"/>
                  </a:lnTo>
                  <a:lnTo>
                    <a:pt x="2220" y="823"/>
                  </a:lnTo>
                  <a:lnTo>
                    <a:pt x="2221" y="822"/>
                  </a:lnTo>
                  <a:lnTo>
                    <a:pt x="2222" y="823"/>
                  </a:lnTo>
                  <a:lnTo>
                    <a:pt x="2223" y="823"/>
                  </a:lnTo>
                  <a:lnTo>
                    <a:pt x="2224" y="823"/>
                  </a:lnTo>
                  <a:lnTo>
                    <a:pt x="2225" y="824"/>
                  </a:lnTo>
                  <a:lnTo>
                    <a:pt x="2226" y="824"/>
                  </a:lnTo>
                  <a:lnTo>
                    <a:pt x="2226" y="824"/>
                  </a:lnTo>
                  <a:lnTo>
                    <a:pt x="2228" y="825"/>
                  </a:lnTo>
                  <a:lnTo>
                    <a:pt x="2228" y="825"/>
                  </a:lnTo>
                  <a:lnTo>
                    <a:pt x="2229" y="825"/>
                  </a:lnTo>
                  <a:lnTo>
                    <a:pt x="2230" y="826"/>
                  </a:lnTo>
                  <a:lnTo>
                    <a:pt x="2231" y="826"/>
                  </a:lnTo>
                  <a:lnTo>
                    <a:pt x="2232" y="827"/>
                  </a:lnTo>
                  <a:lnTo>
                    <a:pt x="2233" y="827"/>
                  </a:lnTo>
                  <a:lnTo>
                    <a:pt x="2234" y="827"/>
                  </a:lnTo>
                  <a:lnTo>
                    <a:pt x="2235" y="828"/>
                  </a:lnTo>
                  <a:lnTo>
                    <a:pt x="2236" y="828"/>
                  </a:lnTo>
                  <a:lnTo>
                    <a:pt x="2237" y="829"/>
                  </a:lnTo>
                  <a:lnTo>
                    <a:pt x="2238" y="829"/>
                  </a:lnTo>
                  <a:lnTo>
                    <a:pt x="2238" y="829"/>
                  </a:lnTo>
                  <a:lnTo>
                    <a:pt x="2240" y="829"/>
                  </a:lnTo>
                  <a:lnTo>
                    <a:pt x="2240" y="830"/>
                  </a:lnTo>
                  <a:lnTo>
                    <a:pt x="2241" y="830"/>
                  </a:lnTo>
                  <a:lnTo>
                    <a:pt x="2242" y="830"/>
                  </a:lnTo>
                  <a:lnTo>
                    <a:pt x="2243" y="830"/>
                  </a:lnTo>
                  <a:lnTo>
                    <a:pt x="2244" y="830"/>
                  </a:lnTo>
                  <a:lnTo>
                    <a:pt x="2245" y="830"/>
                  </a:lnTo>
                  <a:lnTo>
                    <a:pt x="2246" y="830"/>
                  </a:lnTo>
                  <a:lnTo>
                    <a:pt x="2247" y="830"/>
                  </a:lnTo>
                  <a:lnTo>
                    <a:pt x="2248" y="830"/>
                  </a:lnTo>
                  <a:lnTo>
                    <a:pt x="2249" y="830"/>
                  </a:lnTo>
                  <a:lnTo>
                    <a:pt x="2250" y="830"/>
                  </a:lnTo>
                  <a:lnTo>
                    <a:pt x="2251" y="831"/>
                  </a:lnTo>
                  <a:lnTo>
                    <a:pt x="2252" y="831"/>
                  </a:lnTo>
                  <a:lnTo>
                    <a:pt x="2253" y="831"/>
                  </a:lnTo>
                  <a:lnTo>
                    <a:pt x="2253" y="831"/>
                  </a:lnTo>
                  <a:lnTo>
                    <a:pt x="2255" y="831"/>
                  </a:lnTo>
                  <a:lnTo>
                    <a:pt x="2255" y="831"/>
                  </a:lnTo>
                  <a:lnTo>
                    <a:pt x="2256" y="831"/>
                  </a:lnTo>
                  <a:lnTo>
                    <a:pt x="2257" y="830"/>
                  </a:lnTo>
                  <a:lnTo>
                    <a:pt x="2258" y="830"/>
                  </a:lnTo>
                  <a:lnTo>
                    <a:pt x="2259" y="830"/>
                  </a:lnTo>
                  <a:lnTo>
                    <a:pt x="2260" y="830"/>
                  </a:lnTo>
                  <a:lnTo>
                    <a:pt x="2261" y="829"/>
                  </a:lnTo>
                  <a:lnTo>
                    <a:pt x="2262" y="829"/>
                  </a:lnTo>
                  <a:lnTo>
                    <a:pt x="2263" y="829"/>
                  </a:lnTo>
                  <a:lnTo>
                    <a:pt x="2264" y="828"/>
                  </a:lnTo>
                  <a:lnTo>
                    <a:pt x="2265" y="828"/>
                  </a:lnTo>
                  <a:lnTo>
                    <a:pt x="2266" y="827"/>
                  </a:lnTo>
                  <a:lnTo>
                    <a:pt x="2267" y="827"/>
                  </a:lnTo>
                  <a:lnTo>
                    <a:pt x="2267" y="827"/>
                  </a:lnTo>
                  <a:lnTo>
                    <a:pt x="2268" y="825"/>
                  </a:lnTo>
                  <a:lnTo>
                    <a:pt x="2269" y="825"/>
                  </a:lnTo>
                  <a:lnTo>
                    <a:pt x="2270" y="824"/>
                  </a:lnTo>
                  <a:lnTo>
                    <a:pt x="2271" y="824"/>
                  </a:lnTo>
                  <a:lnTo>
                    <a:pt x="2272" y="823"/>
                  </a:lnTo>
                  <a:lnTo>
                    <a:pt x="2273" y="823"/>
                  </a:lnTo>
                  <a:lnTo>
                    <a:pt x="2274" y="822"/>
                  </a:lnTo>
                  <a:lnTo>
                    <a:pt x="2275" y="822"/>
                  </a:lnTo>
                  <a:lnTo>
                    <a:pt x="2276" y="822"/>
                  </a:lnTo>
                  <a:lnTo>
                    <a:pt x="2277" y="822"/>
                  </a:lnTo>
                  <a:lnTo>
                    <a:pt x="2278" y="822"/>
                  </a:lnTo>
                  <a:lnTo>
                    <a:pt x="2279" y="822"/>
                  </a:lnTo>
                  <a:lnTo>
                    <a:pt x="2279" y="822"/>
                  </a:lnTo>
                  <a:lnTo>
                    <a:pt x="2281" y="823"/>
                  </a:lnTo>
                  <a:lnTo>
                    <a:pt x="2281" y="823"/>
                  </a:lnTo>
                  <a:lnTo>
                    <a:pt x="2282" y="823"/>
                  </a:lnTo>
                  <a:lnTo>
                    <a:pt x="2283" y="823"/>
                  </a:lnTo>
                  <a:lnTo>
                    <a:pt x="2284" y="823"/>
                  </a:lnTo>
                  <a:lnTo>
                    <a:pt x="2285" y="823"/>
                  </a:lnTo>
                  <a:lnTo>
                    <a:pt x="2286" y="823"/>
                  </a:lnTo>
                  <a:lnTo>
                    <a:pt x="2287" y="823"/>
                  </a:lnTo>
                  <a:lnTo>
                    <a:pt x="2288" y="823"/>
                  </a:lnTo>
                  <a:lnTo>
                    <a:pt x="2289" y="823"/>
                  </a:lnTo>
                  <a:lnTo>
                    <a:pt x="2290" y="823"/>
                  </a:lnTo>
                  <a:lnTo>
                    <a:pt x="2291" y="823"/>
                  </a:lnTo>
                  <a:lnTo>
                    <a:pt x="2291" y="823"/>
                  </a:lnTo>
                  <a:lnTo>
                    <a:pt x="2293" y="822"/>
                  </a:lnTo>
                  <a:lnTo>
                    <a:pt x="2293" y="822"/>
                  </a:lnTo>
                  <a:lnTo>
                    <a:pt x="2294" y="822"/>
                  </a:lnTo>
                  <a:lnTo>
                    <a:pt x="2295" y="821"/>
                  </a:lnTo>
                  <a:lnTo>
                    <a:pt x="2296" y="821"/>
                  </a:lnTo>
                  <a:lnTo>
                    <a:pt x="2297" y="821"/>
                  </a:lnTo>
                  <a:lnTo>
                    <a:pt x="2298" y="821"/>
                  </a:lnTo>
                  <a:lnTo>
                    <a:pt x="2299" y="821"/>
                  </a:lnTo>
                  <a:lnTo>
                    <a:pt x="2300" y="821"/>
                  </a:lnTo>
                  <a:lnTo>
                    <a:pt x="2301" y="821"/>
                  </a:lnTo>
                  <a:lnTo>
                    <a:pt x="2302" y="821"/>
                  </a:lnTo>
                  <a:lnTo>
                    <a:pt x="2303" y="821"/>
                  </a:lnTo>
                  <a:lnTo>
                    <a:pt x="2303" y="821"/>
                  </a:lnTo>
                  <a:lnTo>
                    <a:pt x="2305" y="821"/>
                  </a:lnTo>
                  <a:lnTo>
                    <a:pt x="2305" y="821"/>
                  </a:lnTo>
                  <a:lnTo>
                    <a:pt x="2306" y="821"/>
                  </a:lnTo>
                  <a:lnTo>
                    <a:pt x="2307" y="821"/>
                  </a:lnTo>
                  <a:lnTo>
                    <a:pt x="2308" y="821"/>
                  </a:lnTo>
                  <a:lnTo>
                    <a:pt x="2309" y="821"/>
                  </a:lnTo>
                  <a:lnTo>
                    <a:pt x="2310" y="820"/>
                  </a:lnTo>
                  <a:lnTo>
                    <a:pt x="2311" y="821"/>
                  </a:lnTo>
                  <a:lnTo>
                    <a:pt x="2312" y="821"/>
                  </a:lnTo>
                  <a:lnTo>
                    <a:pt x="2313" y="821"/>
                  </a:lnTo>
                  <a:lnTo>
                    <a:pt x="2314" y="821"/>
                  </a:lnTo>
                  <a:lnTo>
                    <a:pt x="2315" y="820"/>
                  </a:lnTo>
                  <a:lnTo>
                    <a:pt x="2316" y="820"/>
                  </a:lnTo>
                  <a:lnTo>
                    <a:pt x="2317" y="820"/>
                  </a:lnTo>
                  <a:lnTo>
                    <a:pt x="2317" y="820"/>
                  </a:lnTo>
                  <a:lnTo>
                    <a:pt x="2318" y="819"/>
                  </a:lnTo>
                  <a:lnTo>
                    <a:pt x="2319" y="819"/>
                  </a:lnTo>
                  <a:lnTo>
                    <a:pt x="2320" y="819"/>
                  </a:lnTo>
                  <a:lnTo>
                    <a:pt x="2321" y="819"/>
                  </a:lnTo>
                  <a:lnTo>
                    <a:pt x="2322" y="819"/>
                  </a:lnTo>
                  <a:lnTo>
                    <a:pt x="2323" y="819"/>
                  </a:lnTo>
                  <a:lnTo>
                    <a:pt x="2324" y="819"/>
                  </a:lnTo>
                  <a:lnTo>
                    <a:pt x="2325" y="819"/>
                  </a:lnTo>
                  <a:lnTo>
                    <a:pt x="2326" y="819"/>
                  </a:lnTo>
                  <a:lnTo>
                    <a:pt x="2327" y="819"/>
                  </a:lnTo>
                  <a:lnTo>
                    <a:pt x="2328" y="819"/>
                  </a:lnTo>
                  <a:lnTo>
                    <a:pt x="2329" y="819"/>
                  </a:lnTo>
                  <a:lnTo>
                    <a:pt x="2329" y="819"/>
                  </a:lnTo>
                  <a:lnTo>
                    <a:pt x="2331" y="819"/>
                  </a:lnTo>
                  <a:lnTo>
                    <a:pt x="2331" y="819"/>
                  </a:lnTo>
                  <a:lnTo>
                    <a:pt x="2332" y="819"/>
                  </a:lnTo>
                  <a:lnTo>
                    <a:pt x="2333" y="819"/>
                  </a:lnTo>
                  <a:lnTo>
                    <a:pt x="2334" y="817"/>
                  </a:lnTo>
                  <a:lnTo>
                    <a:pt x="2335" y="804"/>
                  </a:lnTo>
                  <a:lnTo>
                    <a:pt x="2336" y="816"/>
                  </a:lnTo>
                  <a:lnTo>
                    <a:pt x="2337" y="821"/>
                  </a:lnTo>
                  <a:lnTo>
                    <a:pt x="2338" y="822"/>
                  </a:lnTo>
                  <a:lnTo>
                    <a:pt x="2339" y="820"/>
                  </a:lnTo>
                  <a:lnTo>
                    <a:pt x="2340" y="818"/>
                  </a:lnTo>
                  <a:lnTo>
                    <a:pt x="2341" y="815"/>
                  </a:lnTo>
                  <a:lnTo>
                    <a:pt x="2341" y="813"/>
                  </a:lnTo>
                  <a:lnTo>
                    <a:pt x="2343" y="809"/>
                  </a:lnTo>
                  <a:lnTo>
                    <a:pt x="2343" y="806"/>
                  </a:lnTo>
                  <a:lnTo>
                    <a:pt x="2344" y="803"/>
                  </a:lnTo>
                  <a:lnTo>
                    <a:pt x="2345" y="800"/>
                  </a:lnTo>
                  <a:lnTo>
                    <a:pt x="2346" y="797"/>
                  </a:lnTo>
                  <a:lnTo>
                    <a:pt x="2347" y="795"/>
                  </a:lnTo>
                  <a:lnTo>
                    <a:pt x="2348" y="791"/>
                  </a:lnTo>
                  <a:lnTo>
                    <a:pt x="2349" y="789"/>
                  </a:lnTo>
                  <a:lnTo>
                    <a:pt x="2350" y="788"/>
                  </a:lnTo>
                  <a:lnTo>
                    <a:pt x="2351" y="789"/>
                  </a:lnTo>
                  <a:lnTo>
                    <a:pt x="2352" y="791"/>
                  </a:lnTo>
                  <a:lnTo>
                    <a:pt x="2353" y="794"/>
                  </a:lnTo>
                  <a:lnTo>
                    <a:pt x="2353" y="798"/>
                  </a:lnTo>
                  <a:lnTo>
                    <a:pt x="2355" y="808"/>
                  </a:lnTo>
                  <a:lnTo>
                    <a:pt x="2355" y="819"/>
                  </a:lnTo>
                  <a:lnTo>
                    <a:pt x="2356" y="824"/>
                  </a:lnTo>
                  <a:lnTo>
                    <a:pt x="2357" y="827"/>
                  </a:lnTo>
                  <a:lnTo>
                    <a:pt x="2358" y="829"/>
                  </a:lnTo>
                  <a:lnTo>
                    <a:pt x="2359" y="832"/>
                  </a:lnTo>
                  <a:lnTo>
                    <a:pt x="2360" y="837"/>
                  </a:lnTo>
                  <a:lnTo>
                    <a:pt x="2361" y="842"/>
                  </a:lnTo>
                  <a:lnTo>
                    <a:pt x="2362" y="845"/>
                  </a:lnTo>
                  <a:lnTo>
                    <a:pt x="2363" y="847"/>
                  </a:lnTo>
                  <a:lnTo>
                    <a:pt x="2364" y="848"/>
                  </a:lnTo>
                  <a:lnTo>
                    <a:pt x="2365" y="848"/>
                  </a:lnTo>
                  <a:lnTo>
                    <a:pt x="2365" y="848"/>
                  </a:lnTo>
                  <a:lnTo>
                    <a:pt x="2367" y="847"/>
                  </a:lnTo>
                  <a:lnTo>
                    <a:pt x="2367" y="848"/>
                  </a:lnTo>
                  <a:lnTo>
                    <a:pt x="2368" y="848"/>
                  </a:lnTo>
                  <a:lnTo>
                    <a:pt x="2369" y="847"/>
                  </a:lnTo>
                  <a:lnTo>
                    <a:pt x="2370" y="847"/>
                  </a:lnTo>
                  <a:lnTo>
                    <a:pt x="2371" y="847"/>
                  </a:lnTo>
                  <a:lnTo>
                    <a:pt x="2372" y="848"/>
                  </a:lnTo>
                  <a:lnTo>
                    <a:pt x="2373" y="848"/>
                  </a:lnTo>
                  <a:lnTo>
                    <a:pt x="2374" y="848"/>
                  </a:lnTo>
                  <a:lnTo>
                    <a:pt x="2375" y="849"/>
                  </a:lnTo>
                  <a:lnTo>
                    <a:pt x="2376" y="849"/>
                  </a:lnTo>
                  <a:lnTo>
                    <a:pt x="2377" y="849"/>
                  </a:lnTo>
                  <a:lnTo>
                    <a:pt x="2378" y="848"/>
                  </a:lnTo>
                  <a:lnTo>
                    <a:pt x="2379" y="835"/>
                  </a:lnTo>
                  <a:lnTo>
                    <a:pt x="2379" y="796"/>
                  </a:lnTo>
                  <a:lnTo>
                    <a:pt x="2381" y="775"/>
                  </a:lnTo>
                  <a:lnTo>
                    <a:pt x="2381" y="769"/>
                  </a:lnTo>
                  <a:lnTo>
                    <a:pt x="2382" y="757"/>
                  </a:lnTo>
                  <a:lnTo>
                    <a:pt x="2383" y="705"/>
                  </a:lnTo>
                  <a:lnTo>
                    <a:pt x="2384" y="686"/>
                  </a:lnTo>
                  <a:lnTo>
                    <a:pt x="2385" y="673"/>
                  </a:lnTo>
                  <a:lnTo>
                    <a:pt x="2386" y="671"/>
                  </a:lnTo>
                  <a:lnTo>
                    <a:pt x="2387" y="673"/>
                  </a:lnTo>
                  <a:lnTo>
                    <a:pt x="2388" y="675"/>
                  </a:lnTo>
                  <a:lnTo>
                    <a:pt x="2389" y="677"/>
                  </a:lnTo>
                  <a:lnTo>
                    <a:pt x="2390" y="680"/>
                  </a:lnTo>
                  <a:lnTo>
                    <a:pt x="2391" y="682"/>
                  </a:lnTo>
                  <a:lnTo>
                    <a:pt x="2391" y="685"/>
                  </a:lnTo>
                  <a:lnTo>
                    <a:pt x="2393" y="689"/>
                  </a:lnTo>
                  <a:lnTo>
                    <a:pt x="2393" y="692"/>
                  </a:lnTo>
                  <a:lnTo>
                    <a:pt x="2394" y="696"/>
                  </a:lnTo>
                  <a:lnTo>
                    <a:pt x="2395" y="700"/>
                  </a:lnTo>
                  <a:lnTo>
                    <a:pt x="2396" y="703"/>
                  </a:lnTo>
                  <a:lnTo>
                    <a:pt x="2397" y="707"/>
                  </a:lnTo>
                  <a:lnTo>
                    <a:pt x="2398" y="709"/>
                  </a:lnTo>
                  <a:lnTo>
                    <a:pt x="2399" y="712"/>
                  </a:lnTo>
                  <a:lnTo>
                    <a:pt x="2400" y="715"/>
                  </a:lnTo>
                  <a:lnTo>
                    <a:pt x="2401" y="717"/>
                  </a:lnTo>
                  <a:lnTo>
                    <a:pt x="2402" y="719"/>
                  </a:lnTo>
                  <a:lnTo>
                    <a:pt x="2403" y="721"/>
                  </a:lnTo>
                  <a:lnTo>
                    <a:pt x="2403" y="723"/>
                  </a:lnTo>
                  <a:lnTo>
                    <a:pt x="2405" y="725"/>
                  </a:lnTo>
                  <a:lnTo>
                    <a:pt x="2405" y="728"/>
                  </a:lnTo>
                  <a:lnTo>
                    <a:pt x="2406" y="730"/>
                  </a:lnTo>
                  <a:lnTo>
                    <a:pt x="2407" y="731"/>
                  </a:lnTo>
                  <a:lnTo>
                    <a:pt x="2408" y="732"/>
                  </a:lnTo>
                  <a:lnTo>
                    <a:pt x="2409" y="733"/>
                  </a:lnTo>
                  <a:lnTo>
                    <a:pt x="2410" y="734"/>
                  </a:lnTo>
                  <a:lnTo>
                    <a:pt x="2411" y="735"/>
                  </a:lnTo>
                  <a:lnTo>
                    <a:pt x="2412" y="735"/>
                  </a:lnTo>
                  <a:lnTo>
                    <a:pt x="2413" y="735"/>
                  </a:lnTo>
                  <a:lnTo>
                    <a:pt x="2414" y="735"/>
                  </a:lnTo>
                  <a:lnTo>
                    <a:pt x="2415" y="734"/>
                  </a:lnTo>
                  <a:lnTo>
                    <a:pt x="2416" y="733"/>
                  </a:lnTo>
                  <a:lnTo>
                    <a:pt x="2417" y="732"/>
                  </a:lnTo>
                  <a:lnTo>
                    <a:pt x="2418" y="732"/>
                  </a:lnTo>
                  <a:lnTo>
                    <a:pt x="2418" y="731"/>
                  </a:lnTo>
                  <a:lnTo>
                    <a:pt x="2420" y="731"/>
                  </a:lnTo>
                  <a:lnTo>
                    <a:pt x="2420" y="730"/>
                  </a:lnTo>
                  <a:lnTo>
                    <a:pt x="2421" y="729"/>
                  </a:lnTo>
                  <a:lnTo>
                    <a:pt x="2422" y="729"/>
                  </a:lnTo>
                  <a:lnTo>
                    <a:pt x="2423" y="727"/>
                  </a:lnTo>
                  <a:lnTo>
                    <a:pt x="2424" y="725"/>
                  </a:lnTo>
                  <a:lnTo>
                    <a:pt x="2425" y="723"/>
                  </a:lnTo>
                  <a:lnTo>
                    <a:pt x="2426" y="722"/>
                  </a:lnTo>
                  <a:lnTo>
                    <a:pt x="2427" y="720"/>
                  </a:lnTo>
                  <a:lnTo>
                    <a:pt x="2428" y="719"/>
                  </a:lnTo>
                  <a:lnTo>
                    <a:pt x="2429" y="717"/>
                  </a:lnTo>
                  <a:lnTo>
                    <a:pt x="2430" y="716"/>
                  </a:lnTo>
                  <a:lnTo>
                    <a:pt x="2431" y="715"/>
                  </a:lnTo>
                  <a:lnTo>
                    <a:pt x="2432" y="714"/>
                  </a:lnTo>
                  <a:lnTo>
                    <a:pt x="2432" y="715"/>
                  </a:lnTo>
                  <a:lnTo>
                    <a:pt x="2433" y="716"/>
                  </a:lnTo>
                  <a:lnTo>
                    <a:pt x="2434" y="716"/>
                  </a:lnTo>
                  <a:lnTo>
                    <a:pt x="2435" y="717"/>
                  </a:lnTo>
                  <a:lnTo>
                    <a:pt x="2436" y="717"/>
                  </a:lnTo>
                  <a:lnTo>
                    <a:pt x="2437" y="718"/>
                  </a:lnTo>
                  <a:lnTo>
                    <a:pt x="2438" y="719"/>
                  </a:lnTo>
                  <a:lnTo>
                    <a:pt x="2439" y="720"/>
                  </a:lnTo>
                  <a:lnTo>
                    <a:pt x="2440" y="721"/>
                  </a:lnTo>
                  <a:lnTo>
                    <a:pt x="2441" y="722"/>
                  </a:lnTo>
                  <a:lnTo>
                    <a:pt x="2442" y="723"/>
                  </a:lnTo>
                  <a:lnTo>
                    <a:pt x="2443" y="724"/>
                  </a:lnTo>
                  <a:lnTo>
                    <a:pt x="2444" y="725"/>
                  </a:lnTo>
                  <a:lnTo>
                    <a:pt x="2444" y="726"/>
                  </a:lnTo>
                  <a:lnTo>
                    <a:pt x="2446" y="727"/>
                  </a:lnTo>
                  <a:lnTo>
                    <a:pt x="2446" y="728"/>
                  </a:lnTo>
                  <a:lnTo>
                    <a:pt x="2447" y="729"/>
                  </a:lnTo>
                  <a:lnTo>
                    <a:pt x="2448" y="730"/>
                  </a:lnTo>
                  <a:lnTo>
                    <a:pt x="2449" y="731"/>
                  </a:lnTo>
                  <a:lnTo>
                    <a:pt x="2450" y="732"/>
                  </a:lnTo>
                  <a:lnTo>
                    <a:pt x="2451" y="733"/>
                  </a:lnTo>
                  <a:lnTo>
                    <a:pt x="2452" y="734"/>
                  </a:lnTo>
                  <a:lnTo>
                    <a:pt x="2453" y="734"/>
                  </a:lnTo>
                  <a:lnTo>
                    <a:pt x="2454" y="735"/>
                  </a:lnTo>
                  <a:lnTo>
                    <a:pt x="2455" y="735"/>
                  </a:lnTo>
                  <a:lnTo>
                    <a:pt x="2456" y="736"/>
                  </a:lnTo>
                  <a:lnTo>
                    <a:pt x="2456" y="737"/>
                  </a:lnTo>
                  <a:lnTo>
                    <a:pt x="2458" y="737"/>
                  </a:lnTo>
                </a:path>
              </a:pathLst>
            </a:custGeom>
            <a:noFill/>
            <a:ln w="6350" cap="flat">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Freeform 21">
              <a:extLst>
                <a:ext uri="{FF2B5EF4-FFF2-40B4-BE49-F238E27FC236}">
                  <a16:creationId xmlns:a16="http://schemas.microsoft.com/office/drawing/2014/main" id="{CAA68EDC-9ACF-EE1A-DA3D-DC6668E21BB8}"/>
                </a:ext>
              </a:extLst>
            </p:cNvPr>
            <p:cNvSpPr>
              <a:spLocks/>
            </p:cNvSpPr>
            <p:nvPr/>
          </p:nvSpPr>
          <p:spPr bwMode="auto">
            <a:xfrm>
              <a:off x="1366982" y="3074754"/>
              <a:ext cx="9458035" cy="1423987"/>
            </a:xfrm>
            <a:custGeom>
              <a:avLst/>
              <a:gdLst>
                <a:gd name="T0" fmla="*/ 43 w 2781"/>
                <a:gd name="T1" fmla="*/ 509 h 897"/>
                <a:gd name="T2" fmla="*/ 86 w 2781"/>
                <a:gd name="T3" fmla="*/ 295 h 897"/>
                <a:gd name="T4" fmla="*/ 130 w 2781"/>
                <a:gd name="T5" fmla="*/ 577 h 897"/>
                <a:gd name="T6" fmla="*/ 173 w 2781"/>
                <a:gd name="T7" fmla="*/ 479 h 897"/>
                <a:gd name="T8" fmla="*/ 217 w 2781"/>
                <a:gd name="T9" fmla="*/ 544 h 897"/>
                <a:gd name="T10" fmla="*/ 260 w 2781"/>
                <a:gd name="T11" fmla="*/ 530 h 897"/>
                <a:gd name="T12" fmla="*/ 304 w 2781"/>
                <a:gd name="T13" fmla="*/ 579 h 897"/>
                <a:gd name="T14" fmla="*/ 347 w 2781"/>
                <a:gd name="T15" fmla="*/ 554 h 897"/>
                <a:gd name="T16" fmla="*/ 391 w 2781"/>
                <a:gd name="T17" fmla="*/ 497 h 897"/>
                <a:gd name="T18" fmla="*/ 435 w 2781"/>
                <a:gd name="T19" fmla="*/ 549 h 897"/>
                <a:gd name="T20" fmla="*/ 478 w 2781"/>
                <a:gd name="T21" fmla="*/ 332 h 897"/>
                <a:gd name="T22" fmla="*/ 522 w 2781"/>
                <a:gd name="T23" fmla="*/ 584 h 897"/>
                <a:gd name="T24" fmla="*/ 565 w 2781"/>
                <a:gd name="T25" fmla="*/ 472 h 897"/>
                <a:gd name="T26" fmla="*/ 609 w 2781"/>
                <a:gd name="T27" fmla="*/ 514 h 897"/>
                <a:gd name="T28" fmla="*/ 653 w 2781"/>
                <a:gd name="T29" fmla="*/ 512 h 897"/>
                <a:gd name="T30" fmla="*/ 696 w 2781"/>
                <a:gd name="T31" fmla="*/ 600 h 897"/>
                <a:gd name="T32" fmla="*/ 740 w 2781"/>
                <a:gd name="T33" fmla="*/ 567 h 897"/>
                <a:gd name="T34" fmla="*/ 783 w 2781"/>
                <a:gd name="T35" fmla="*/ 546 h 897"/>
                <a:gd name="T36" fmla="*/ 827 w 2781"/>
                <a:gd name="T37" fmla="*/ 570 h 897"/>
                <a:gd name="T38" fmla="*/ 870 w 2781"/>
                <a:gd name="T39" fmla="*/ 326 h 897"/>
                <a:gd name="T40" fmla="*/ 914 w 2781"/>
                <a:gd name="T41" fmla="*/ 649 h 897"/>
                <a:gd name="T42" fmla="*/ 958 w 2781"/>
                <a:gd name="T43" fmla="*/ 560 h 897"/>
                <a:gd name="T44" fmla="*/ 1001 w 2781"/>
                <a:gd name="T45" fmla="*/ 584 h 897"/>
                <a:gd name="T46" fmla="*/ 1045 w 2781"/>
                <a:gd name="T47" fmla="*/ 356 h 897"/>
                <a:gd name="T48" fmla="*/ 1088 w 2781"/>
                <a:gd name="T49" fmla="*/ 628 h 897"/>
                <a:gd name="T50" fmla="*/ 1132 w 2781"/>
                <a:gd name="T51" fmla="*/ 512 h 897"/>
                <a:gd name="T52" fmla="*/ 1175 w 2781"/>
                <a:gd name="T53" fmla="*/ 349 h 897"/>
                <a:gd name="T54" fmla="*/ 1219 w 2781"/>
                <a:gd name="T55" fmla="*/ 567 h 897"/>
                <a:gd name="T56" fmla="*/ 1263 w 2781"/>
                <a:gd name="T57" fmla="*/ 590 h 897"/>
                <a:gd name="T58" fmla="*/ 1306 w 2781"/>
                <a:gd name="T59" fmla="*/ 595 h 897"/>
                <a:gd name="T60" fmla="*/ 1350 w 2781"/>
                <a:gd name="T61" fmla="*/ 586 h 897"/>
                <a:gd name="T62" fmla="*/ 1393 w 2781"/>
                <a:gd name="T63" fmla="*/ 584 h 897"/>
                <a:gd name="T64" fmla="*/ 1437 w 2781"/>
                <a:gd name="T65" fmla="*/ 581 h 897"/>
                <a:gd name="T66" fmla="*/ 1480 w 2781"/>
                <a:gd name="T67" fmla="*/ 528 h 897"/>
                <a:gd name="T68" fmla="*/ 1524 w 2781"/>
                <a:gd name="T69" fmla="*/ 572 h 897"/>
                <a:gd name="T70" fmla="*/ 1568 w 2781"/>
                <a:gd name="T71" fmla="*/ 351 h 897"/>
                <a:gd name="T72" fmla="*/ 1611 w 2781"/>
                <a:gd name="T73" fmla="*/ 600 h 897"/>
                <a:gd name="T74" fmla="*/ 1655 w 2781"/>
                <a:gd name="T75" fmla="*/ 486 h 897"/>
                <a:gd name="T76" fmla="*/ 1698 w 2781"/>
                <a:gd name="T77" fmla="*/ 512 h 897"/>
                <a:gd name="T78" fmla="*/ 1742 w 2781"/>
                <a:gd name="T79" fmla="*/ 516 h 897"/>
                <a:gd name="T80" fmla="*/ 1786 w 2781"/>
                <a:gd name="T81" fmla="*/ 588 h 897"/>
                <a:gd name="T82" fmla="*/ 1829 w 2781"/>
                <a:gd name="T83" fmla="*/ 535 h 897"/>
                <a:gd name="T84" fmla="*/ 1872 w 2781"/>
                <a:gd name="T85" fmla="*/ 507 h 897"/>
                <a:gd name="T86" fmla="*/ 1916 w 2781"/>
                <a:gd name="T87" fmla="*/ 532 h 897"/>
                <a:gd name="T88" fmla="*/ 1960 w 2781"/>
                <a:gd name="T89" fmla="*/ 316 h 897"/>
                <a:gd name="T90" fmla="*/ 2003 w 2781"/>
                <a:gd name="T91" fmla="*/ 595 h 897"/>
                <a:gd name="T92" fmla="*/ 2047 w 2781"/>
                <a:gd name="T93" fmla="*/ 481 h 897"/>
                <a:gd name="T94" fmla="*/ 2090 w 2781"/>
                <a:gd name="T95" fmla="*/ 521 h 897"/>
                <a:gd name="T96" fmla="*/ 2134 w 2781"/>
                <a:gd name="T97" fmla="*/ 542 h 897"/>
                <a:gd name="T98" fmla="*/ 2178 w 2781"/>
                <a:gd name="T99" fmla="*/ 560 h 897"/>
                <a:gd name="T100" fmla="*/ 2221 w 2781"/>
                <a:gd name="T101" fmla="*/ 500 h 897"/>
                <a:gd name="T102" fmla="*/ 2265 w 2781"/>
                <a:gd name="T103" fmla="*/ 521 h 897"/>
                <a:gd name="T104" fmla="*/ 2308 w 2781"/>
                <a:gd name="T105" fmla="*/ 540 h 897"/>
                <a:gd name="T106" fmla="*/ 2352 w 2781"/>
                <a:gd name="T107" fmla="*/ 558 h 897"/>
                <a:gd name="T108" fmla="*/ 2395 w 2781"/>
                <a:gd name="T109" fmla="*/ 593 h 897"/>
                <a:gd name="T110" fmla="*/ 2439 w 2781"/>
                <a:gd name="T111" fmla="*/ 519 h 897"/>
                <a:gd name="T112" fmla="*/ 2482 w 2781"/>
                <a:gd name="T113" fmla="*/ 556 h 897"/>
                <a:gd name="T114" fmla="*/ 2526 w 2781"/>
                <a:gd name="T115" fmla="*/ 312 h 897"/>
                <a:gd name="T116" fmla="*/ 2570 w 2781"/>
                <a:gd name="T117" fmla="*/ 604 h 897"/>
                <a:gd name="T118" fmla="*/ 2613 w 2781"/>
                <a:gd name="T119" fmla="*/ 497 h 897"/>
                <a:gd name="T120" fmla="*/ 2657 w 2781"/>
                <a:gd name="T121" fmla="*/ 544 h 897"/>
                <a:gd name="T122" fmla="*/ 2700 w 2781"/>
                <a:gd name="T123" fmla="*/ 537 h 897"/>
                <a:gd name="T124" fmla="*/ 2744 w 2781"/>
                <a:gd name="T125" fmla="*/ 577 h 8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781" h="897">
                  <a:moveTo>
                    <a:pt x="0" y="488"/>
                  </a:moveTo>
                  <a:lnTo>
                    <a:pt x="1" y="488"/>
                  </a:lnTo>
                  <a:lnTo>
                    <a:pt x="2" y="491"/>
                  </a:lnTo>
                  <a:lnTo>
                    <a:pt x="3" y="497"/>
                  </a:lnTo>
                  <a:lnTo>
                    <a:pt x="4" y="495"/>
                  </a:lnTo>
                  <a:lnTo>
                    <a:pt x="5" y="484"/>
                  </a:lnTo>
                  <a:lnTo>
                    <a:pt x="5" y="484"/>
                  </a:lnTo>
                  <a:lnTo>
                    <a:pt x="7" y="491"/>
                  </a:lnTo>
                  <a:lnTo>
                    <a:pt x="7" y="502"/>
                  </a:lnTo>
                  <a:lnTo>
                    <a:pt x="8" y="495"/>
                  </a:lnTo>
                  <a:lnTo>
                    <a:pt x="9" y="491"/>
                  </a:lnTo>
                  <a:lnTo>
                    <a:pt x="10" y="497"/>
                  </a:lnTo>
                  <a:lnTo>
                    <a:pt x="11" y="497"/>
                  </a:lnTo>
                  <a:lnTo>
                    <a:pt x="12" y="497"/>
                  </a:lnTo>
                  <a:lnTo>
                    <a:pt x="13" y="497"/>
                  </a:lnTo>
                  <a:lnTo>
                    <a:pt x="14" y="507"/>
                  </a:lnTo>
                  <a:lnTo>
                    <a:pt x="15" y="509"/>
                  </a:lnTo>
                  <a:lnTo>
                    <a:pt x="16" y="495"/>
                  </a:lnTo>
                  <a:lnTo>
                    <a:pt x="17" y="493"/>
                  </a:lnTo>
                  <a:lnTo>
                    <a:pt x="17" y="497"/>
                  </a:lnTo>
                  <a:lnTo>
                    <a:pt x="19" y="509"/>
                  </a:lnTo>
                  <a:lnTo>
                    <a:pt x="19" y="516"/>
                  </a:lnTo>
                  <a:lnTo>
                    <a:pt x="20" y="512"/>
                  </a:lnTo>
                  <a:lnTo>
                    <a:pt x="21" y="509"/>
                  </a:lnTo>
                  <a:lnTo>
                    <a:pt x="22" y="509"/>
                  </a:lnTo>
                  <a:lnTo>
                    <a:pt x="23" y="516"/>
                  </a:lnTo>
                  <a:lnTo>
                    <a:pt x="24" y="516"/>
                  </a:lnTo>
                  <a:lnTo>
                    <a:pt x="25" y="509"/>
                  </a:lnTo>
                  <a:lnTo>
                    <a:pt x="26" y="509"/>
                  </a:lnTo>
                  <a:lnTo>
                    <a:pt x="27" y="505"/>
                  </a:lnTo>
                  <a:lnTo>
                    <a:pt x="28" y="505"/>
                  </a:lnTo>
                  <a:lnTo>
                    <a:pt x="29" y="514"/>
                  </a:lnTo>
                  <a:lnTo>
                    <a:pt x="30" y="516"/>
                  </a:lnTo>
                  <a:lnTo>
                    <a:pt x="31" y="514"/>
                  </a:lnTo>
                  <a:lnTo>
                    <a:pt x="31" y="512"/>
                  </a:lnTo>
                  <a:lnTo>
                    <a:pt x="32" y="514"/>
                  </a:lnTo>
                  <a:lnTo>
                    <a:pt x="33" y="519"/>
                  </a:lnTo>
                  <a:lnTo>
                    <a:pt x="34" y="507"/>
                  </a:lnTo>
                  <a:lnTo>
                    <a:pt x="35" y="507"/>
                  </a:lnTo>
                  <a:lnTo>
                    <a:pt x="36" y="514"/>
                  </a:lnTo>
                  <a:lnTo>
                    <a:pt x="37" y="526"/>
                  </a:lnTo>
                  <a:lnTo>
                    <a:pt x="38" y="523"/>
                  </a:lnTo>
                  <a:lnTo>
                    <a:pt x="39" y="509"/>
                  </a:lnTo>
                  <a:lnTo>
                    <a:pt x="40" y="505"/>
                  </a:lnTo>
                  <a:lnTo>
                    <a:pt x="41" y="509"/>
                  </a:lnTo>
                  <a:lnTo>
                    <a:pt x="42" y="519"/>
                  </a:lnTo>
                  <a:lnTo>
                    <a:pt x="43" y="509"/>
                  </a:lnTo>
                  <a:lnTo>
                    <a:pt x="43" y="509"/>
                  </a:lnTo>
                  <a:lnTo>
                    <a:pt x="45" y="507"/>
                  </a:lnTo>
                  <a:lnTo>
                    <a:pt x="45" y="509"/>
                  </a:lnTo>
                  <a:lnTo>
                    <a:pt x="46" y="512"/>
                  </a:lnTo>
                  <a:lnTo>
                    <a:pt x="47" y="512"/>
                  </a:lnTo>
                  <a:lnTo>
                    <a:pt x="48" y="505"/>
                  </a:lnTo>
                  <a:lnTo>
                    <a:pt x="49" y="507"/>
                  </a:lnTo>
                  <a:lnTo>
                    <a:pt x="50" y="512"/>
                  </a:lnTo>
                  <a:lnTo>
                    <a:pt x="51" y="514"/>
                  </a:lnTo>
                  <a:lnTo>
                    <a:pt x="52" y="507"/>
                  </a:lnTo>
                  <a:lnTo>
                    <a:pt x="53" y="516"/>
                  </a:lnTo>
                  <a:lnTo>
                    <a:pt x="54" y="519"/>
                  </a:lnTo>
                  <a:lnTo>
                    <a:pt x="55" y="514"/>
                  </a:lnTo>
                  <a:lnTo>
                    <a:pt x="55" y="507"/>
                  </a:lnTo>
                  <a:lnTo>
                    <a:pt x="57" y="509"/>
                  </a:lnTo>
                  <a:lnTo>
                    <a:pt x="57" y="512"/>
                  </a:lnTo>
                  <a:lnTo>
                    <a:pt x="58" y="509"/>
                  </a:lnTo>
                  <a:lnTo>
                    <a:pt x="59" y="500"/>
                  </a:lnTo>
                  <a:lnTo>
                    <a:pt x="60" y="500"/>
                  </a:lnTo>
                  <a:lnTo>
                    <a:pt x="61" y="509"/>
                  </a:lnTo>
                  <a:lnTo>
                    <a:pt x="62" y="507"/>
                  </a:lnTo>
                  <a:lnTo>
                    <a:pt x="63" y="502"/>
                  </a:lnTo>
                  <a:lnTo>
                    <a:pt x="64" y="500"/>
                  </a:lnTo>
                  <a:lnTo>
                    <a:pt x="65" y="500"/>
                  </a:lnTo>
                  <a:lnTo>
                    <a:pt x="66" y="500"/>
                  </a:lnTo>
                  <a:lnTo>
                    <a:pt x="67" y="495"/>
                  </a:lnTo>
                  <a:lnTo>
                    <a:pt x="67" y="493"/>
                  </a:lnTo>
                  <a:lnTo>
                    <a:pt x="69" y="493"/>
                  </a:lnTo>
                  <a:lnTo>
                    <a:pt x="69" y="477"/>
                  </a:lnTo>
                  <a:lnTo>
                    <a:pt x="70" y="467"/>
                  </a:lnTo>
                  <a:lnTo>
                    <a:pt x="71" y="409"/>
                  </a:lnTo>
                  <a:lnTo>
                    <a:pt x="72" y="293"/>
                  </a:lnTo>
                  <a:lnTo>
                    <a:pt x="73" y="59"/>
                  </a:lnTo>
                  <a:lnTo>
                    <a:pt x="74" y="21"/>
                  </a:lnTo>
                  <a:lnTo>
                    <a:pt x="75" y="202"/>
                  </a:lnTo>
                  <a:lnTo>
                    <a:pt x="76" y="298"/>
                  </a:lnTo>
                  <a:lnTo>
                    <a:pt x="77" y="298"/>
                  </a:lnTo>
                  <a:lnTo>
                    <a:pt x="78" y="279"/>
                  </a:lnTo>
                  <a:lnTo>
                    <a:pt x="79" y="274"/>
                  </a:lnTo>
                  <a:lnTo>
                    <a:pt x="80" y="272"/>
                  </a:lnTo>
                  <a:lnTo>
                    <a:pt x="81" y="270"/>
                  </a:lnTo>
                  <a:lnTo>
                    <a:pt x="81" y="263"/>
                  </a:lnTo>
                  <a:lnTo>
                    <a:pt x="82" y="272"/>
                  </a:lnTo>
                  <a:lnTo>
                    <a:pt x="83" y="286"/>
                  </a:lnTo>
                  <a:lnTo>
                    <a:pt x="84" y="288"/>
                  </a:lnTo>
                  <a:lnTo>
                    <a:pt x="85" y="291"/>
                  </a:lnTo>
                  <a:lnTo>
                    <a:pt x="86" y="295"/>
                  </a:lnTo>
                  <a:lnTo>
                    <a:pt x="87" y="307"/>
                  </a:lnTo>
                  <a:lnTo>
                    <a:pt x="88" y="332"/>
                  </a:lnTo>
                  <a:lnTo>
                    <a:pt x="89" y="370"/>
                  </a:lnTo>
                  <a:lnTo>
                    <a:pt x="90" y="416"/>
                  </a:lnTo>
                  <a:lnTo>
                    <a:pt x="91" y="456"/>
                  </a:lnTo>
                  <a:lnTo>
                    <a:pt x="92" y="493"/>
                  </a:lnTo>
                  <a:lnTo>
                    <a:pt x="93" y="560"/>
                  </a:lnTo>
                  <a:lnTo>
                    <a:pt x="93" y="579"/>
                  </a:lnTo>
                  <a:lnTo>
                    <a:pt x="95" y="635"/>
                  </a:lnTo>
                  <a:lnTo>
                    <a:pt x="95" y="618"/>
                  </a:lnTo>
                  <a:lnTo>
                    <a:pt x="96" y="602"/>
                  </a:lnTo>
                  <a:lnTo>
                    <a:pt x="97" y="595"/>
                  </a:lnTo>
                  <a:lnTo>
                    <a:pt x="98" y="609"/>
                  </a:lnTo>
                  <a:lnTo>
                    <a:pt x="99" y="618"/>
                  </a:lnTo>
                  <a:lnTo>
                    <a:pt x="100" y="632"/>
                  </a:lnTo>
                  <a:lnTo>
                    <a:pt x="101" y="616"/>
                  </a:lnTo>
                  <a:lnTo>
                    <a:pt x="102" y="598"/>
                  </a:lnTo>
                  <a:lnTo>
                    <a:pt x="103" y="590"/>
                  </a:lnTo>
                  <a:lnTo>
                    <a:pt x="104" y="586"/>
                  </a:lnTo>
                  <a:lnTo>
                    <a:pt x="105" y="581"/>
                  </a:lnTo>
                  <a:lnTo>
                    <a:pt x="105" y="574"/>
                  </a:lnTo>
                  <a:lnTo>
                    <a:pt x="107" y="565"/>
                  </a:lnTo>
                  <a:lnTo>
                    <a:pt x="107" y="570"/>
                  </a:lnTo>
                  <a:lnTo>
                    <a:pt x="108" y="572"/>
                  </a:lnTo>
                  <a:lnTo>
                    <a:pt x="110" y="572"/>
                  </a:lnTo>
                  <a:lnTo>
                    <a:pt x="110" y="579"/>
                  </a:lnTo>
                  <a:lnTo>
                    <a:pt x="111" y="577"/>
                  </a:lnTo>
                  <a:lnTo>
                    <a:pt x="112" y="567"/>
                  </a:lnTo>
                  <a:lnTo>
                    <a:pt x="113" y="565"/>
                  </a:lnTo>
                  <a:lnTo>
                    <a:pt x="114" y="560"/>
                  </a:lnTo>
                  <a:lnTo>
                    <a:pt x="115" y="563"/>
                  </a:lnTo>
                  <a:lnTo>
                    <a:pt x="116" y="558"/>
                  </a:lnTo>
                  <a:lnTo>
                    <a:pt x="117" y="556"/>
                  </a:lnTo>
                  <a:lnTo>
                    <a:pt x="118" y="554"/>
                  </a:lnTo>
                  <a:lnTo>
                    <a:pt x="119" y="556"/>
                  </a:lnTo>
                  <a:lnTo>
                    <a:pt x="120" y="560"/>
                  </a:lnTo>
                  <a:lnTo>
                    <a:pt x="120" y="558"/>
                  </a:lnTo>
                  <a:lnTo>
                    <a:pt x="122" y="558"/>
                  </a:lnTo>
                  <a:lnTo>
                    <a:pt x="122" y="563"/>
                  </a:lnTo>
                  <a:lnTo>
                    <a:pt x="123" y="567"/>
                  </a:lnTo>
                  <a:lnTo>
                    <a:pt x="124" y="565"/>
                  </a:lnTo>
                  <a:lnTo>
                    <a:pt x="125" y="563"/>
                  </a:lnTo>
                  <a:lnTo>
                    <a:pt x="126" y="567"/>
                  </a:lnTo>
                  <a:lnTo>
                    <a:pt x="127" y="579"/>
                  </a:lnTo>
                  <a:lnTo>
                    <a:pt x="128" y="577"/>
                  </a:lnTo>
                  <a:lnTo>
                    <a:pt x="129" y="572"/>
                  </a:lnTo>
                  <a:lnTo>
                    <a:pt x="130" y="577"/>
                  </a:lnTo>
                  <a:lnTo>
                    <a:pt x="131" y="581"/>
                  </a:lnTo>
                  <a:lnTo>
                    <a:pt x="132" y="574"/>
                  </a:lnTo>
                  <a:lnTo>
                    <a:pt x="132" y="572"/>
                  </a:lnTo>
                  <a:lnTo>
                    <a:pt x="134" y="572"/>
                  </a:lnTo>
                  <a:lnTo>
                    <a:pt x="134" y="577"/>
                  </a:lnTo>
                  <a:lnTo>
                    <a:pt x="135" y="579"/>
                  </a:lnTo>
                  <a:lnTo>
                    <a:pt x="136" y="572"/>
                  </a:lnTo>
                  <a:lnTo>
                    <a:pt x="137" y="570"/>
                  </a:lnTo>
                  <a:lnTo>
                    <a:pt x="138" y="572"/>
                  </a:lnTo>
                  <a:lnTo>
                    <a:pt x="139" y="572"/>
                  </a:lnTo>
                  <a:lnTo>
                    <a:pt x="140" y="565"/>
                  </a:lnTo>
                  <a:lnTo>
                    <a:pt x="141" y="556"/>
                  </a:lnTo>
                  <a:lnTo>
                    <a:pt x="142" y="556"/>
                  </a:lnTo>
                  <a:lnTo>
                    <a:pt x="143" y="558"/>
                  </a:lnTo>
                  <a:lnTo>
                    <a:pt x="144" y="546"/>
                  </a:lnTo>
                  <a:lnTo>
                    <a:pt x="145" y="532"/>
                  </a:lnTo>
                  <a:lnTo>
                    <a:pt x="146" y="530"/>
                  </a:lnTo>
                  <a:lnTo>
                    <a:pt x="146" y="528"/>
                  </a:lnTo>
                  <a:lnTo>
                    <a:pt x="148" y="516"/>
                  </a:lnTo>
                  <a:lnTo>
                    <a:pt x="148" y="509"/>
                  </a:lnTo>
                  <a:lnTo>
                    <a:pt x="149" y="500"/>
                  </a:lnTo>
                  <a:lnTo>
                    <a:pt x="150" y="505"/>
                  </a:lnTo>
                  <a:lnTo>
                    <a:pt x="151" y="493"/>
                  </a:lnTo>
                  <a:lnTo>
                    <a:pt x="152" y="481"/>
                  </a:lnTo>
                  <a:lnTo>
                    <a:pt x="153" y="474"/>
                  </a:lnTo>
                  <a:lnTo>
                    <a:pt x="154" y="472"/>
                  </a:lnTo>
                  <a:lnTo>
                    <a:pt x="155" y="467"/>
                  </a:lnTo>
                  <a:lnTo>
                    <a:pt x="156" y="460"/>
                  </a:lnTo>
                  <a:lnTo>
                    <a:pt x="157" y="456"/>
                  </a:lnTo>
                  <a:lnTo>
                    <a:pt x="158" y="458"/>
                  </a:lnTo>
                  <a:lnTo>
                    <a:pt x="158" y="453"/>
                  </a:lnTo>
                  <a:lnTo>
                    <a:pt x="160" y="449"/>
                  </a:lnTo>
                  <a:lnTo>
                    <a:pt x="160" y="447"/>
                  </a:lnTo>
                  <a:lnTo>
                    <a:pt x="161" y="453"/>
                  </a:lnTo>
                  <a:lnTo>
                    <a:pt x="162" y="458"/>
                  </a:lnTo>
                  <a:lnTo>
                    <a:pt x="163" y="456"/>
                  </a:lnTo>
                  <a:lnTo>
                    <a:pt x="164" y="451"/>
                  </a:lnTo>
                  <a:lnTo>
                    <a:pt x="165" y="456"/>
                  </a:lnTo>
                  <a:lnTo>
                    <a:pt x="166" y="465"/>
                  </a:lnTo>
                  <a:lnTo>
                    <a:pt x="167" y="463"/>
                  </a:lnTo>
                  <a:lnTo>
                    <a:pt x="168" y="460"/>
                  </a:lnTo>
                  <a:lnTo>
                    <a:pt x="169" y="470"/>
                  </a:lnTo>
                  <a:lnTo>
                    <a:pt x="170" y="477"/>
                  </a:lnTo>
                  <a:lnTo>
                    <a:pt x="170" y="472"/>
                  </a:lnTo>
                  <a:lnTo>
                    <a:pt x="172" y="477"/>
                  </a:lnTo>
                  <a:lnTo>
                    <a:pt x="172" y="472"/>
                  </a:lnTo>
                  <a:lnTo>
                    <a:pt x="173" y="479"/>
                  </a:lnTo>
                  <a:lnTo>
                    <a:pt x="174" y="477"/>
                  </a:lnTo>
                  <a:lnTo>
                    <a:pt x="175" y="472"/>
                  </a:lnTo>
                  <a:lnTo>
                    <a:pt x="176" y="477"/>
                  </a:lnTo>
                  <a:lnTo>
                    <a:pt x="177" y="477"/>
                  </a:lnTo>
                  <a:lnTo>
                    <a:pt x="178" y="481"/>
                  </a:lnTo>
                  <a:lnTo>
                    <a:pt x="179" y="484"/>
                  </a:lnTo>
                  <a:lnTo>
                    <a:pt x="180" y="486"/>
                  </a:lnTo>
                  <a:lnTo>
                    <a:pt x="181" y="486"/>
                  </a:lnTo>
                  <a:lnTo>
                    <a:pt x="182" y="491"/>
                  </a:lnTo>
                  <a:lnTo>
                    <a:pt x="182" y="484"/>
                  </a:lnTo>
                  <a:lnTo>
                    <a:pt x="184" y="486"/>
                  </a:lnTo>
                  <a:lnTo>
                    <a:pt x="184" y="495"/>
                  </a:lnTo>
                  <a:lnTo>
                    <a:pt x="185" y="502"/>
                  </a:lnTo>
                  <a:lnTo>
                    <a:pt x="186" y="500"/>
                  </a:lnTo>
                  <a:lnTo>
                    <a:pt x="187" y="505"/>
                  </a:lnTo>
                  <a:lnTo>
                    <a:pt x="188" y="509"/>
                  </a:lnTo>
                  <a:lnTo>
                    <a:pt x="189" y="514"/>
                  </a:lnTo>
                  <a:lnTo>
                    <a:pt x="190" y="512"/>
                  </a:lnTo>
                  <a:lnTo>
                    <a:pt x="191" y="505"/>
                  </a:lnTo>
                  <a:lnTo>
                    <a:pt x="192" y="509"/>
                  </a:lnTo>
                  <a:lnTo>
                    <a:pt x="193" y="512"/>
                  </a:lnTo>
                  <a:lnTo>
                    <a:pt x="194" y="514"/>
                  </a:lnTo>
                  <a:lnTo>
                    <a:pt x="195" y="512"/>
                  </a:lnTo>
                  <a:lnTo>
                    <a:pt x="196" y="516"/>
                  </a:lnTo>
                  <a:lnTo>
                    <a:pt x="196" y="516"/>
                  </a:lnTo>
                  <a:lnTo>
                    <a:pt x="197" y="519"/>
                  </a:lnTo>
                  <a:lnTo>
                    <a:pt x="198" y="521"/>
                  </a:lnTo>
                  <a:lnTo>
                    <a:pt x="199" y="526"/>
                  </a:lnTo>
                  <a:lnTo>
                    <a:pt x="200" y="521"/>
                  </a:lnTo>
                  <a:lnTo>
                    <a:pt x="201" y="521"/>
                  </a:lnTo>
                  <a:lnTo>
                    <a:pt x="202" y="521"/>
                  </a:lnTo>
                  <a:lnTo>
                    <a:pt x="203" y="521"/>
                  </a:lnTo>
                  <a:lnTo>
                    <a:pt x="204" y="530"/>
                  </a:lnTo>
                  <a:lnTo>
                    <a:pt x="205" y="535"/>
                  </a:lnTo>
                  <a:lnTo>
                    <a:pt x="206" y="526"/>
                  </a:lnTo>
                  <a:lnTo>
                    <a:pt x="207" y="526"/>
                  </a:lnTo>
                  <a:lnTo>
                    <a:pt x="208" y="537"/>
                  </a:lnTo>
                  <a:lnTo>
                    <a:pt x="208" y="532"/>
                  </a:lnTo>
                  <a:lnTo>
                    <a:pt x="210" y="535"/>
                  </a:lnTo>
                  <a:lnTo>
                    <a:pt x="210" y="535"/>
                  </a:lnTo>
                  <a:lnTo>
                    <a:pt x="211" y="540"/>
                  </a:lnTo>
                  <a:lnTo>
                    <a:pt x="212" y="544"/>
                  </a:lnTo>
                  <a:lnTo>
                    <a:pt x="213" y="542"/>
                  </a:lnTo>
                  <a:lnTo>
                    <a:pt x="214" y="544"/>
                  </a:lnTo>
                  <a:lnTo>
                    <a:pt x="215" y="542"/>
                  </a:lnTo>
                  <a:lnTo>
                    <a:pt x="216" y="544"/>
                  </a:lnTo>
                  <a:lnTo>
                    <a:pt x="217" y="544"/>
                  </a:lnTo>
                  <a:lnTo>
                    <a:pt x="218" y="542"/>
                  </a:lnTo>
                  <a:lnTo>
                    <a:pt x="219" y="544"/>
                  </a:lnTo>
                  <a:lnTo>
                    <a:pt x="220" y="549"/>
                  </a:lnTo>
                  <a:lnTo>
                    <a:pt x="220" y="546"/>
                  </a:lnTo>
                  <a:lnTo>
                    <a:pt x="222" y="542"/>
                  </a:lnTo>
                  <a:lnTo>
                    <a:pt x="222" y="542"/>
                  </a:lnTo>
                  <a:lnTo>
                    <a:pt x="223" y="549"/>
                  </a:lnTo>
                  <a:lnTo>
                    <a:pt x="224" y="551"/>
                  </a:lnTo>
                  <a:lnTo>
                    <a:pt x="225" y="546"/>
                  </a:lnTo>
                  <a:lnTo>
                    <a:pt x="226" y="546"/>
                  </a:lnTo>
                  <a:lnTo>
                    <a:pt x="227" y="546"/>
                  </a:lnTo>
                  <a:lnTo>
                    <a:pt x="228" y="544"/>
                  </a:lnTo>
                  <a:lnTo>
                    <a:pt x="229" y="544"/>
                  </a:lnTo>
                  <a:lnTo>
                    <a:pt x="230" y="546"/>
                  </a:lnTo>
                  <a:lnTo>
                    <a:pt x="231" y="551"/>
                  </a:lnTo>
                  <a:lnTo>
                    <a:pt x="232" y="544"/>
                  </a:lnTo>
                  <a:lnTo>
                    <a:pt x="232" y="544"/>
                  </a:lnTo>
                  <a:lnTo>
                    <a:pt x="234" y="542"/>
                  </a:lnTo>
                  <a:lnTo>
                    <a:pt x="234" y="546"/>
                  </a:lnTo>
                  <a:lnTo>
                    <a:pt x="235" y="551"/>
                  </a:lnTo>
                  <a:lnTo>
                    <a:pt x="236" y="546"/>
                  </a:lnTo>
                  <a:lnTo>
                    <a:pt x="237" y="546"/>
                  </a:lnTo>
                  <a:lnTo>
                    <a:pt x="238" y="546"/>
                  </a:lnTo>
                  <a:lnTo>
                    <a:pt x="239" y="554"/>
                  </a:lnTo>
                  <a:lnTo>
                    <a:pt x="240" y="551"/>
                  </a:lnTo>
                  <a:lnTo>
                    <a:pt x="241" y="546"/>
                  </a:lnTo>
                  <a:lnTo>
                    <a:pt x="242" y="549"/>
                  </a:lnTo>
                  <a:lnTo>
                    <a:pt x="243" y="544"/>
                  </a:lnTo>
                  <a:lnTo>
                    <a:pt x="244" y="542"/>
                  </a:lnTo>
                  <a:lnTo>
                    <a:pt x="245" y="542"/>
                  </a:lnTo>
                  <a:lnTo>
                    <a:pt x="246" y="542"/>
                  </a:lnTo>
                  <a:lnTo>
                    <a:pt x="246" y="549"/>
                  </a:lnTo>
                  <a:lnTo>
                    <a:pt x="247" y="549"/>
                  </a:lnTo>
                  <a:lnTo>
                    <a:pt x="248" y="544"/>
                  </a:lnTo>
                  <a:lnTo>
                    <a:pt x="249" y="549"/>
                  </a:lnTo>
                  <a:lnTo>
                    <a:pt x="250" y="549"/>
                  </a:lnTo>
                  <a:lnTo>
                    <a:pt x="251" y="549"/>
                  </a:lnTo>
                  <a:lnTo>
                    <a:pt x="252" y="542"/>
                  </a:lnTo>
                  <a:lnTo>
                    <a:pt x="253" y="537"/>
                  </a:lnTo>
                  <a:lnTo>
                    <a:pt x="254" y="549"/>
                  </a:lnTo>
                  <a:lnTo>
                    <a:pt x="255" y="549"/>
                  </a:lnTo>
                  <a:lnTo>
                    <a:pt x="256" y="549"/>
                  </a:lnTo>
                  <a:lnTo>
                    <a:pt x="257" y="540"/>
                  </a:lnTo>
                  <a:lnTo>
                    <a:pt x="258" y="542"/>
                  </a:lnTo>
                  <a:lnTo>
                    <a:pt x="258" y="549"/>
                  </a:lnTo>
                  <a:lnTo>
                    <a:pt x="260" y="537"/>
                  </a:lnTo>
                  <a:lnTo>
                    <a:pt x="260" y="530"/>
                  </a:lnTo>
                  <a:lnTo>
                    <a:pt x="261" y="535"/>
                  </a:lnTo>
                  <a:lnTo>
                    <a:pt x="262" y="540"/>
                  </a:lnTo>
                  <a:lnTo>
                    <a:pt x="263" y="532"/>
                  </a:lnTo>
                  <a:lnTo>
                    <a:pt x="264" y="532"/>
                  </a:lnTo>
                  <a:lnTo>
                    <a:pt x="265" y="530"/>
                  </a:lnTo>
                  <a:lnTo>
                    <a:pt x="266" y="528"/>
                  </a:lnTo>
                  <a:lnTo>
                    <a:pt x="267" y="519"/>
                  </a:lnTo>
                  <a:lnTo>
                    <a:pt x="268" y="491"/>
                  </a:lnTo>
                  <a:lnTo>
                    <a:pt x="269" y="444"/>
                  </a:lnTo>
                  <a:lnTo>
                    <a:pt x="270" y="326"/>
                  </a:lnTo>
                  <a:lnTo>
                    <a:pt x="270" y="91"/>
                  </a:lnTo>
                  <a:lnTo>
                    <a:pt x="272" y="21"/>
                  </a:lnTo>
                  <a:lnTo>
                    <a:pt x="272" y="191"/>
                  </a:lnTo>
                  <a:lnTo>
                    <a:pt x="273" y="321"/>
                  </a:lnTo>
                  <a:lnTo>
                    <a:pt x="275" y="332"/>
                  </a:lnTo>
                  <a:lnTo>
                    <a:pt x="275" y="326"/>
                  </a:lnTo>
                  <a:lnTo>
                    <a:pt x="276" y="321"/>
                  </a:lnTo>
                  <a:lnTo>
                    <a:pt x="277" y="318"/>
                  </a:lnTo>
                  <a:lnTo>
                    <a:pt x="278" y="316"/>
                  </a:lnTo>
                  <a:lnTo>
                    <a:pt x="279" y="309"/>
                  </a:lnTo>
                  <a:lnTo>
                    <a:pt x="280" y="300"/>
                  </a:lnTo>
                  <a:lnTo>
                    <a:pt x="281" y="300"/>
                  </a:lnTo>
                  <a:lnTo>
                    <a:pt x="282" y="312"/>
                  </a:lnTo>
                  <a:lnTo>
                    <a:pt x="283" y="314"/>
                  </a:lnTo>
                  <a:lnTo>
                    <a:pt x="284" y="309"/>
                  </a:lnTo>
                  <a:lnTo>
                    <a:pt x="285" y="307"/>
                  </a:lnTo>
                  <a:lnTo>
                    <a:pt x="285" y="316"/>
                  </a:lnTo>
                  <a:lnTo>
                    <a:pt x="287" y="316"/>
                  </a:lnTo>
                  <a:lnTo>
                    <a:pt x="287" y="316"/>
                  </a:lnTo>
                  <a:lnTo>
                    <a:pt x="288" y="337"/>
                  </a:lnTo>
                  <a:lnTo>
                    <a:pt x="289" y="381"/>
                  </a:lnTo>
                  <a:lnTo>
                    <a:pt x="290" y="412"/>
                  </a:lnTo>
                  <a:lnTo>
                    <a:pt x="291" y="437"/>
                  </a:lnTo>
                  <a:lnTo>
                    <a:pt x="292" y="472"/>
                  </a:lnTo>
                  <a:lnTo>
                    <a:pt x="293" y="530"/>
                  </a:lnTo>
                  <a:lnTo>
                    <a:pt x="294" y="574"/>
                  </a:lnTo>
                  <a:lnTo>
                    <a:pt x="295" y="577"/>
                  </a:lnTo>
                  <a:lnTo>
                    <a:pt x="296" y="560"/>
                  </a:lnTo>
                  <a:lnTo>
                    <a:pt x="297" y="544"/>
                  </a:lnTo>
                  <a:lnTo>
                    <a:pt x="297" y="544"/>
                  </a:lnTo>
                  <a:lnTo>
                    <a:pt x="299" y="554"/>
                  </a:lnTo>
                  <a:lnTo>
                    <a:pt x="299" y="572"/>
                  </a:lnTo>
                  <a:lnTo>
                    <a:pt x="300" y="586"/>
                  </a:lnTo>
                  <a:lnTo>
                    <a:pt x="301" y="593"/>
                  </a:lnTo>
                  <a:lnTo>
                    <a:pt x="302" y="593"/>
                  </a:lnTo>
                  <a:lnTo>
                    <a:pt x="303" y="584"/>
                  </a:lnTo>
                  <a:lnTo>
                    <a:pt x="304" y="579"/>
                  </a:lnTo>
                  <a:lnTo>
                    <a:pt x="305" y="584"/>
                  </a:lnTo>
                  <a:lnTo>
                    <a:pt x="306" y="581"/>
                  </a:lnTo>
                  <a:lnTo>
                    <a:pt x="307" y="577"/>
                  </a:lnTo>
                  <a:lnTo>
                    <a:pt x="308" y="579"/>
                  </a:lnTo>
                  <a:lnTo>
                    <a:pt x="309" y="584"/>
                  </a:lnTo>
                  <a:lnTo>
                    <a:pt x="310" y="584"/>
                  </a:lnTo>
                  <a:lnTo>
                    <a:pt x="311" y="590"/>
                  </a:lnTo>
                  <a:lnTo>
                    <a:pt x="311" y="602"/>
                  </a:lnTo>
                  <a:lnTo>
                    <a:pt x="313" y="607"/>
                  </a:lnTo>
                  <a:lnTo>
                    <a:pt x="313" y="593"/>
                  </a:lnTo>
                  <a:lnTo>
                    <a:pt x="314" y="590"/>
                  </a:lnTo>
                  <a:lnTo>
                    <a:pt x="315" y="590"/>
                  </a:lnTo>
                  <a:lnTo>
                    <a:pt x="316" y="595"/>
                  </a:lnTo>
                  <a:lnTo>
                    <a:pt x="317" y="586"/>
                  </a:lnTo>
                  <a:lnTo>
                    <a:pt x="318" y="581"/>
                  </a:lnTo>
                  <a:lnTo>
                    <a:pt x="319" y="586"/>
                  </a:lnTo>
                  <a:lnTo>
                    <a:pt x="320" y="586"/>
                  </a:lnTo>
                  <a:lnTo>
                    <a:pt x="321" y="590"/>
                  </a:lnTo>
                  <a:lnTo>
                    <a:pt x="322" y="584"/>
                  </a:lnTo>
                  <a:lnTo>
                    <a:pt x="323" y="581"/>
                  </a:lnTo>
                  <a:lnTo>
                    <a:pt x="323" y="581"/>
                  </a:lnTo>
                  <a:lnTo>
                    <a:pt x="325" y="586"/>
                  </a:lnTo>
                  <a:lnTo>
                    <a:pt x="325" y="584"/>
                  </a:lnTo>
                  <a:lnTo>
                    <a:pt x="326" y="584"/>
                  </a:lnTo>
                  <a:lnTo>
                    <a:pt x="327" y="595"/>
                  </a:lnTo>
                  <a:lnTo>
                    <a:pt x="328" y="595"/>
                  </a:lnTo>
                  <a:lnTo>
                    <a:pt x="329" y="586"/>
                  </a:lnTo>
                  <a:lnTo>
                    <a:pt x="330" y="584"/>
                  </a:lnTo>
                  <a:lnTo>
                    <a:pt x="331" y="588"/>
                  </a:lnTo>
                  <a:lnTo>
                    <a:pt x="332" y="593"/>
                  </a:lnTo>
                  <a:lnTo>
                    <a:pt x="333" y="590"/>
                  </a:lnTo>
                  <a:lnTo>
                    <a:pt x="334" y="588"/>
                  </a:lnTo>
                  <a:lnTo>
                    <a:pt x="335" y="590"/>
                  </a:lnTo>
                  <a:lnTo>
                    <a:pt x="335" y="590"/>
                  </a:lnTo>
                  <a:lnTo>
                    <a:pt x="337" y="593"/>
                  </a:lnTo>
                  <a:lnTo>
                    <a:pt x="337" y="586"/>
                  </a:lnTo>
                  <a:lnTo>
                    <a:pt x="338" y="584"/>
                  </a:lnTo>
                  <a:lnTo>
                    <a:pt x="339" y="588"/>
                  </a:lnTo>
                  <a:lnTo>
                    <a:pt x="340" y="586"/>
                  </a:lnTo>
                  <a:lnTo>
                    <a:pt x="341" y="579"/>
                  </a:lnTo>
                  <a:lnTo>
                    <a:pt x="342" y="579"/>
                  </a:lnTo>
                  <a:lnTo>
                    <a:pt x="343" y="577"/>
                  </a:lnTo>
                  <a:lnTo>
                    <a:pt x="344" y="577"/>
                  </a:lnTo>
                  <a:lnTo>
                    <a:pt x="345" y="563"/>
                  </a:lnTo>
                  <a:lnTo>
                    <a:pt x="346" y="565"/>
                  </a:lnTo>
                  <a:lnTo>
                    <a:pt x="347" y="565"/>
                  </a:lnTo>
                  <a:lnTo>
                    <a:pt x="347" y="554"/>
                  </a:lnTo>
                  <a:lnTo>
                    <a:pt x="349" y="549"/>
                  </a:lnTo>
                  <a:lnTo>
                    <a:pt x="349" y="540"/>
                  </a:lnTo>
                  <a:lnTo>
                    <a:pt x="350" y="540"/>
                  </a:lnTo>
                  <a:lnTo>
                    <a:pt x="351" y="530"/>
                  </a:lnTo>
                  <a:lnTo>
                    <a:pt x="352" y="528"/>
                  </a:lnTo>
                  <a:lnTo>
                    <a:pt x="353" y="516"/>
                  </a:lnTo>
                  <a:lnTo>
                    <a:pt x="354" y="514"/>
                  </a:lnTo>
                  <a:lnTo>
                    <a:pt x="355" y="507"/>
                  </a:lnTo>
                  <a:lnTo>
                    <a:pt x="356" y="500"/>
                  </a:lnTo>
                  <a:lnTo>
                    <a:pt x="357" y="495"/>
                  </a:lnTo>
                  <a:lnTo>
                    <a:pt x="358" y="493"/>
                  </a:lnTo>
                  <a:lnTo>
                    <a:pt x="359" y="488"/>
                  </a:lnTo>
                  <a:lnTo>
                    <a:pt x="360" y="486"/>
                  </a:lnTo>
                  <a:lnTo>
                    <a:pt x="361" y="477"/>
                  </a:lnTo>
                  <a:lnTo>
                    <a:pt x="361" y="467"/>
                  </a:lnTo>
                  <a:lnTo>
                    <a:pt x="363" y="470"/>
                  </a:lnTo>
                  <a:lnTo>
                    <a:pt x="363" y="470"/>
                  </a:lnTo>
                  <a:lnTo>
                    <a:pt x="364" y="463"/>
                  </a:lnTo>
                  <a:lnTo>
                    <a:pt x="365" y="467"/>
                  </a:lnTo>
                  <a:lnTo>
                    <a:pt x="366" y="463"/>
                  </a:lnTo>
                  <a:lnTo>
                    <a:pt x="367" y="465"/>
                  </a:lnTo>
                  <a:lnTo>
                    <a:pt x="368" y="458"/>
                  </a:lnTo>
                  <a:lnTo>
                    <a:pt x="369" y="460"/>
                  </a:lnTo>
                  <a:lnTo>
                    <a:pt x="370" y="467"/>
                  </a:lnTo>
                  <a:lnTo>
                    <a:pt x="371" y="470"/>
                  </a:lnTo>
                  <a:lnTo>
                    <a:pt x="372" y="472"/>
                  </a:lnTo>
                  <a:lnTo>
                    <a:pt x="373" y="467"/>
                  </a:lnTo>
                  <a:lnTo>
                    <a:pt x="373" y="474"/>
                  </a:lnTo>
                  <a:lnTo>
                    <a:pt x="375" y="486"/>
                  </a:lnTo>
                  <a:lnTo>
                    <a:pt x="375" y="479"/>
                  </a:lnTo>
                  <a:lnTo>
                    <a:pt x="376" y="477"/>
                  </a:lnTo>
                  <a:lnTo>
                    <a:pt x="377" y="488"/>
                  </a:lnTo>
                  <a:lnTo>
                    <a:pt x="378" y="493"/>
                  </a:lnTo>
                  <a:lnTo>
                    <a:pt x="379" y="488"/>
                  </a:lnTo>
                  <a:lnTo>
                    <a:pt x="380" y="486"/>
                  </a:lnTo>
                  <a:lnTo>
                    <a:pt x="381" y="491"/>
                  </a:lnTo>
                  <a:lnTo>
                    <a:pt x="382" y="495"/>
                  </a:lnTo>
                  <a:lnTo>
                    <a:pt x="383" y="493"/>
                  </a:lnTo>
                  <a:lnTo>
                    <a:pt x="384" y="495"/>
                  </a:lnTo>
                  <a:lnTo>
                    <a:pt x="385" y="500"/>
                  </a:lnTo>
                  <a:lnTo>
                    <a:pt x="385" y="505"/>
                  </a:lnTo>
                  <a:lnTo>
                    <a:pt x="387" y="500"/>
                  </a:lnTo>
                  <a:lnTo>
                    <a:pt x="387" y="500"/>
                  </a:lnTo>
                  <a:lnTo>
                    <a:pt x="388" y="500"/>
                  </a:lnTo>
                  <a:lnTo>
                    <a:pt x="389" y="505"/>
                  </a:lnTo>
                  <a:lnTo>
                    <a:pt x="390" y="505"/>
                  </a:lnTo>
                  <a:lnTo>
                    <a:pt x="391" y="497"/>
                  </a:lnTo>
                  <a:lnTo>
                    <a:pt x="392" y="497"/>
                  </a:lnTo>
                  <a:lnTo>
                    <a:pt x="393" y="502"/>
                  </a:lnTo>
                  <a:lnTo>
                    <a:pt x="394" y="507"/>
                  </a:lnTo>
                  <a:lnTo>
                    <a:pt x="395" y="505"/>
                  </a:lnTo>
                  <a:lnTo>
                    <a:pt x="396" y="509"/>
                  </a:lnTo>
                  <a:lnTo>
                    <a:pt x="397" y="507"/>
                  </a:lnTo>
                  <a:lnTo>
                    <a:pt x="397" y="509"/>
                  </a:lnTo>
                  <a:lnTo>
                    <a:pt x="399" y="505"/>
                  </a:lnTo>
                  <a:lnTo>
                    <a:pt x="399" y="502"/>
                  </a:lnTo>
                  <a:lnTo>
                    <a:pt x="400" y="505"/>
                  </a:lnTo>
                  <a:lnTo>
                    <a:pt x="401" y="512"/>
                  </a:lnTo>
                  <a:lnTo>
                    <a:pt x="402" y="507"/>
                  </a:lnTo>
                  <a:lnTo>
                    <a:pt x="403" y="507"/>
                  </a:lnTo>
                  <a:lnTo>
                    <a:pt x="404" y="512"/>
                  </a:lnTo>
                  <a:lnTo>
                    <a:pt x="405" y="514"/>
                  </a:lnTo>
                  <a:lnTo>
                    <a:pt x="406" y="514"/>
                  </a:lnTo>
                  <a:lnTo>
                    <a:pt x="407" y="514"/>
                  </a:lnTo>
                  <a:lnTo>
                    <a:pt x="408" y="519"/>
                  </a:lnTo>
                  <a:lnTo>
                    <a:pt x="409" y="526"/>
                  </a:lnTo>
                  <a:lnTo>
                    <a:pt x="410" y="530"/>
                  </a:lnTo>
                  <a:lnTo>
                    <a:pt x="411" y="530"/>
                  </a:lnTo>
                  <a:lnTo>
                    <a:pt x="411" y="532"/>
                  </a:lnTo>
                  <a:lnTo>
                    <a:pt x="412" y="535"/>
                  </a:lnTo>
                  <a:lnTo>
                    <a:pt x="413" y="537"/>
                  </a:lnTo>
                  <a:lnTo>
                    <a:pt x="414" y="532"/>
                  </a:lnTo>
                  <a:lnTo>
                    <a:pt x="415" y="528"/>
                  </a:lnTo>
                  <a:lnTo>
                    <a:pt x="416" y="530"/>
                  </a:lnTo>
                  <a:lnTo>
                    <a:pt x="417" y="523"/>
                  </a:lnTo>
                  <a:lnTo>
                    <a:pt x="418" y="521"/>
                  </a:lnTo>
                  <a:lnTo>
                    <a:pt x="419" y="509"/>
                  </a:lnTo>
                  <a:lnTo>
                    <a:pt x="420" y="519"/>
                  </a:lnTo>
                  <a:lnTo>
                    <a:pt x="421" y="523"/>
                  </a:lnTo>
                  <a:lnTo>
                    <a:pt x="422" y="514"/>
                  </a:lnTo>
                  <a:lnTo>
                    <a:pt x="423" y="512"/>
                  </a:lnTo>
                  <a:lnTo>
                    <a:pt x="423" y="512"/>
                  </a:lnTo>
                  <a:lnTo>
                    <a:pt x="425" y="519"/>
                  </a:lnTo>
                  <a:lnTo>
                    <a:pt x="425" y="519"/>
                  </a:lnTo>
                  <a:lnTo>
                    <a:pt x="426" y="516"/>
                  </a:lnTo>
                  <a:lnTo>
                    <a:pt x="427" y="514"/>
                  </a:lnTo>
                  <a:lnTo>
                    <a:pt x="428" y="519"/>
                  </a:lnTo>
                  <a:lnTo>
                    <a:pt x="429" y="516"/>
                  </a:lnTo>
                  <a:lnTo>
                    <a:pt x="430" y="519"/>
                  </a:lnTo>
                  <a:lnTo>
                    <a:pt x="431" y="530"/>
                  </a:lnTo>
                  <a:lnTo>
                    <a:pt x="432" y="544"/>
                  </a:lnTo>
                  <a:lnTo>
                    <a:pt x="433" y="549"/>
                  </a:lnTo>
                  <a:lnTo>
                    <a:pt x="434" y="544"/>
                  </a:lnTo>
                  <a:lnTo>
                    <a:pt x="435" y="549"/>
                  </a:lnTo>
                  <a:lnTo>
                    <a:pt x="435" y="549"/>
                  </a:lnTo>
                  <a:lnTo>
                    <a:pt x="437" y="551"/>
                  </a:lnTo>
                  <a:lnTo>
                    <a:pt x="438" y="549"/>
                  </a:lnTo>
                  <a:lnTo>
                    <a:pt x="438" y="549"/>
                  </a:lnTo>
                  <a:lnTo>
                    <a:pt x="440" y="554"/>
                  </a:lnTo>
                  <a:lnTo>
                    <a:pt x="440" y="549"/>
                  </a:lnTo>
                  <a:lnTo>
                    <a:pt x="441" y="546"/>
                  </a:lnTo>
                  <a:lnTo>
                    <a:pt x="442" y="544"/>
                  </a:lnTo>
                  <a:lnTo>
                    <a:pt x="443" y="544"/>
                  </a:lnTo>
                  <a:lnTo>
                    <a:pt x="444" y="554"/>
                  </a:lnTo>
                  <a:lnTo>
                    <a:pt x="445" y="546"/>
                  </a:lnTo>
                  <a:lnTo>
                    <a:pt x="446" y="546"/>
                  </a:lnTo>
                  <a:lnTo>
                    <a:pt x="447" y="551"/>
                  </a:lnTo>
                  <a:lnTo>
                    <a:pt x="448" y="558"/>
                  </a:lnTo>
                  <a:lnTo>
                    <a:pt x="449" y="556"/>
                  </a:lnTo>
                  <a:lnTo>
                    <a:pt x="450" y="551"/>
                  </a:lnTo>
                  <a:lnTo>
                    <a:pt x="450" y="554"/>
                  </a:lnTo>
                  <a:lnTo>
                    <a:pt x="452" y="554"/>
                  </a:lnTo>
                  <a:lnTo>
                    <a:pt x="452" y="546"/>
                  </a:lnTo>
                  <a:lnTo>
                    <a:pt x="453" y="537"/>
                  </a:lnTo>
                  <a:lnTo>
                    <a:pt x="454" y="542"/>
                  </a:lnTo>
                  <a:lnTo>
                    <a:pt x="455" y="544"/>
                  </a:lnTo>
                  <a:lnTo>
                    <a:pt x="456" y="544"/>
                  </a:lnTo>
                  <a:lnTo>
                    <a:pt x="457" y="544"/>
                  </a:lnTo>
                  <a:lnTo>
                    <a:pt x="458" y="549"/>
                  </a:lnTo>
                  <a:lnTo>
                    <a:pt x="459" y="549"/>
                  </a:lnTo>
                  <a:lnTo>
                    <a:pt x="460" y="549"/>
                  </a:lnTo>
                  <a:lnTo>
                    <a:pt x="461" y="546"/>
                  </a:lnTo>
                  <a:lnTo>
                    <a:pt x="462" y="544"/>
                  </a:lnTo>
                  <a:lnTo>
                    <a:pt x="462" y="537"/>
                  </a:lnTo>
                  <a:lnTo>
                    <a:pt x="464" y="535"/>
                  </a:lnTo>
                  <a:lnTo>
                    <a:pt x="464" y="532"/>
                  </a:lnTo>
                  <a:lnTo>
                    <a:pt x="465" y="535"/>
                  </a:lnTo>
                  <a:lnTo>
                    <a:pt x="466" y="540"/>
                  </a:lnTo>
                  <a:lnTo>
                    <a:pt x="467" y="542"/>
                  </a:lnTo>
                  <a:lnTo>
                    <a:pt x="468" y="528"/>
                  </a:lnTo>
                  <a:lnTo>
                    <a:pt x="469" y="516"/>
                  </a:lnTo>
                  <a:lnTo>
                    <a:pt x="470" y="514"/>
                  </a:lnTo>
                  <a:lnTo>
                    <a:pt x="471" y="512"/>
                  </a:lnTo>
                  <a:lnTo>
                    <a:pt x="472" y="479"/>
                  </a:lnTo>
                  <a:lnTo>
                    <a:pt x="473" y="416"/>
                  </a:lnTo>
                  <a:lnTo>
                    <a:pt x="474" y="244"/>
                  </a:lnTo>
                  <a:lnTo>
                    <a:pt x="475" y="33"/>
                  </a:lnTo>
                  <a:lnTo>
                    <a:pt x="476" y="77"/>
                  </a:lnTo>
                  <a:lnTo>
                    <a:pt x="476" y="256"/>
                  </a:lnTo>
                  <a:lnTo>
                    <a:pt x="478" y="340"/>
                  </a:lnTo>
                  <a:lnTo>
                    <a:pt x="478" y="332"/>
                  </a:lnTo>
                  <a:lnTo>
                    <a:pt x="479" y="321"/>
                  </a:lnTo>
                  <a:lnTo>
                    <a:pt x="480" y="309"/>
                  </a:lnTo>
                  <a:lnTo>
                    <a:pt x="481" y="300"/>
                  </a:lnTo>
                  <a:lnTo>
                    <a:pt x="482" y="307"/>
                  </a:lnTo>
                  <a:lnTo>
                    <a:pt x="483" y="298"/>
                  </a:lnTo>
                  <a:lnTo>
                    <a:pt x="484" y="291"/>
                  </a:lnTo>
                  <a:lnTo>
                    <a:pt x="485" y="300"/>
                  </a:lnTo>
                  <a:lnTo>
                    <a:pt x="486" y="307"/>
                  </a:lnTo>
                  <a:lnTo>
                    <a:pt x="487" y="302"/>
                  </a:lnTo>
                  <a:lnTo>
                    <a:pt x="488" y="298"/>
                  </a:lnTo>
                  <a:lnTo>
                    <a:pt x="488" y="295"/>
                  </a:lnTo>
                  <a:lnTo>
                    <a:pt x="490" y="302"/>
                  </a:lnTo>
                  <a:lnTo>
                    <a:pt x="490" y="309"/>
                  </a:lnTo>
                  <a:lnTo>
                    <a:pt x="491" y="337"/>
                  </a:lnTo>
                  <a:lnTo>
                    <a:pt x="492" y="381"/>
                  </a:lnTo>
                  <a:lnTo>
                    <a:pt x="493" y="419"/>
                  </a:lnTo>
                  <a:lnTo>
                    <a:pt x="494" y="453"/>
                  </a:lnTo>
                  <a:lnTo>
                    <a:pt x="495" y="502"/>
                  </a:lnTo>
                  <a:lnTo>
                    <a:pt x="496" y="556"/>
                  </a:lnTo>
                  <a:lnTo>
                    <a:pt x="497" y="586"/>
                  </a:lnTo>
                  <a:lnTo>
                    <a:pt x="498" y="588"/>
                  </a:lnTo>
                  <a:lnTo>
                    <a:pt x="499" y="572"/>
                  </a:lnTo>
                  <a:lnTo>
                    <a:pt x="500" y="565"/>
                  </a:lnTo>
                  <a:lnTo>
                    <a:pt x="500" y="570"/>
                  </a:lnTo>
                  <a:lnTo>
                    <a:pt x="502" y="577"/>
                  </a:lnTo>
                  <a:lnTo>
                    <a:pt x="502" y="593"/>
                  </a:lnTo>
                  <a:lnTo>
                    <a:pt x="503" y="600"/>
                  </a:lnTo>
                  <a:lnTo>
                    <a:pt x="504" y="602"/>
                  </a:lnTo>
                  <a:lnTo>
                    <a:pt x="505" y="600"/>
                  </a:lnTo>
                  <a:lnTo>
                    <a:pt x="506" y="598"/>
                  </a:lnTo>
                  <a:lnTo>
                    <a:pt x="507" y="590"/>
                  </a:lnTo>
                  <a:lnTo>
                    <a:pt x="508" y="590"/>
                  </a:lnTo>
                  <a:lnTo>
                    <a:pt x="509" y="598"/>
                  </a:lnTo>
                  <a:lnTo>
                    <a:pt x="510" y="590"/>
                  </a:lnTo>
                  <a:lnTo>
                    <a:pt x="511" y="590"/>
                  </a:lnTo>
                  <a:lnTo>
                    <a:pt x="512" y="590"/>
                  </a:lnTo>
                  <a:lnTo>
                    <a:pt x="512" y="598"/>
                  </a:lnTo>
                  <a:lnTo>
                    <a:pt x="514" y="595"/>
                  </a:lnTo>
                  <a:lnTo>
                    <a:pt x="514" y="588"/>
                  </a:lnTo>
                  <a:lnTo>
                    <a:pt x="515" y="579"/>
                  </a:lnTo>
                  <a:lnTo>
                    <a:pt x="516" y="584"/>
                  </a:lnTo>
                  <a:lnTo>
                    <a:pt x="517" y="598"/>
                  </a:lnTo>
                  <a:lnTo>
                    <a:pt x="518" y="595"/>
                  </a:lnTo>
                  <a:lnTo>
                    <a:pt x="519" y="590"/>
                  </a:lnTo>
                  <a:lnTo>
                    <a:pt x="520" y="590"/>
                  </a:lnTo>
                  <a:lnTo>
                    <a:pt x="521" y="590"/>
                  </a:lnTo>
                  <a:lnTo>
                    <a:pt x="522" y="584"/>
                  </a:lnTo>
                  <a:lnTo>
                    <a:pt x="523" y="577"/>
                  </a:lnTo>
                  <a:lnTo>
                    <a:pt x="524" y="574"/>
                  </a:lnTo>
                  <a:lnTo>
                    <a:pt x="525" y="579"/>
                  </a:lnTo>
                  <a:lnTo>
                    <a:pt x="526" y="577"/>
                  </a:lnTo>
                  <a:lnTo>
                    <a:pt x="526" y="572"/>
                  </a:lnTo>
                  <a:lnTo>
                    <a:pt x="528" y="567"/>
                  </a:lnTo>
                  <a:lnTo>
                    <a:pt x="528" y="581"/>
                  </a:lnTo>
                  <a:lnTo>
                    <a:pt x="529" y="586"/>
                  </a:lnTo>
                  <a:lnTo>
                    <a:pt x="530" y="586"/>
                  </a:lnTo>
                  <a:lnTo>
                    <a:pt x="531" y="581"/>
                  </a:lnTo>
                  <a:lnTo>
                    <a:pt x="532" y="581"/>
                  </a:lnTo>
                  <a:lnTo>
                    <a:pt x="533" y="584"/>
                  </a:lnTo>
                  <a:lnTo>
                    <a:pt x="534" y="586"/>
                  </a:lnTo>
                  <a:lnTo>
                    <a:pt x="535" y="586"/>
                  </a:lnTo>
                  <a:lnTo>
                    <a:pt x="536" y="590"/>
                  </a:lnTo>
                  <a:lnTo>
                    <a:pt x="537" y="584"/>
                  </a:lnTo>
                  <a:lnTo>
                    <a:pt x="538" y="572"/>
                  </a:lnTo>
                  <a:lnTo>
                    <a:pt x="538" y="570"/>
                  </a:lnTo>
                  <a:lnTo>
                    <a:pt x="540" y="572"/>
                  </a:lnTo>
                  <a:lnTo>
                    <a:pt x="540" y="572"/>
                  </a:lnTo>
                  <a:lnTo>
                    <a:pt x="541" y="558"/>
                  </a:lnTo>
                  <a:lnTo>
                    <a:pt x="542" y="551"/>
                  </a:lnTo>
                  <a:lnTo>
                    <a:pt x="543" y="546"/>
                  </a:lnTo>
                  <a:lnTo>
                    <a:pt x="544" y="544"/>
                  </a:lnTo>
                  <a:lnTo>
                    <a:pt x="545" y="540"/>
                  </a:lnTo>
                  <a:lnTo>
                    <a:pt x="546" y="532"/>
                  </a:lnTo>
                  <a:lnTo>
                    <a:pt x="547" y="535"/>
                  </a:lnTo>
                  <a:lnTo>
                    <a:pt x="548" y="544"/>
                  </a:lnTo>
                  <a:lnTo>
                    <a:pt x="549" y="526"/>
                  </a:lnTo>
                  <a:lnTo>
                    <a:pt x="550" y="512"/>
                  </a:lnTo>
                  <a:lnTo>
                    <a:pt x="550" y="502"/>
                  </a:lnTo>
                  <a:lnTo>
                    <a:pt x="552" y="507"/>
                  </a:lnTo>
                  <a:lnTo>
                    <a:pt x="552" y="512"/>
                  </a:lnTo>
                  <a:lnTo>
                    <a:pt x="553" y="502"/>
                  </a:lnTo>
                  <a:lnTo>
                    <a:pt x="554" y="488"/>
                  </a:lnTo>
                  <a:lnTo>
                    <a:pt x="555" y="479"/>
                  </a:lnTo>
                  <a:lnTo>
                    <a:pt x="556" y="479"/>
                  </a:lnTo>
                  <a:lnTo>
                    <a:pt x="557" y="477"/>
                  </a:lnTo>
                  <a:lnTo>
                    <a:pt x="558" y="472"/>
                  </a:lnTo>
                  <a:lnTo>
                    <a:pt x="559" y="479"/>
                  </a:lnTo>
                  <a:lnTo>
                    <a:pt x="560" y="474"/>
                  </a:lnTo>
                  <a:lnTo>
                    <a:pt x="561" y="470"/>
                  </a:lnTo>
                  <a:lnTo>
                    <a:pt x="562" y="458"/>
                  </a:lnTo>
                  <a:lnTo>
                    <a:pt x="562" y="463"/>
                  </a:lnTo>
                  <a:lnTo>
                    <a:pt x="564" y="474"/>
                  </a:lnTo>
                  <a:lnTo>
                    <a:pt x="564" y="472"/>
                  </a:lnTo>
                  <a:lnTo>
                    <a:pt x="565" y="472"/>
                  </a:lnTo>
                  <a:lnTo>
                    <a:pt x="566" y="479"/>
                  </a:lnTo>
                  <a:lnTo>
                    <a:pt x="567" y="484"/>
                  </a:lnTo>
                  <a:lnTo>
                    <a:pt x="568" y="481"/>
                  </a:lnTo>
                  <a:lnTo>
                    <a:pt x="569" y="484"/>
                  </a:lnTo>
                  <a:lnTo>
                    <a:pt x="570" y="491"/>
                  </a:lnTo>
                  <a:lnTo>
                    <a:pt x="571" y="493"/>
                  </a:lnTo>
                  <a:lnTo>
                    <a:pt x="572" y="484"/>
                  </a:lnTo>
                  <a:lnTo>
                    <a:pt x="573" y="479"/>
                  </a:lnTo>
                  <a:lnTo>
                    <a:pt x="574" y="486"/>
                  </a:lnTo>
                  <a:lnTo>
                    <a:pt x="575" y="495"/>
                  </a:lnTo>
                  <a:lnTo>
                    <a:pt x="576" y="497"/>
                  </a:lnTo>
                  <a:lnTo>
                    <a:pt x="576" y="491"/>
                  </a:lnTo>
                  <a:lnTo>
                    <a:pt x="578" y="497"/>
                  </a:lnTo>
                  <a:lnTo>
                    <a:pt x="578" y="505"/>
                  </a:lnTo>
                  <a:lnTo>
                    <a:pt x="579" y="509"/>
                  </a:lnTo>
                  <a:lnTo>
                    <a:pt x="580" y="505"/>
                  </a:lnTo>
                  <a:lnTo>
                    <a:pt x="581" y="500"/>
                  </a:lnTo>
                  <a:lnTo>
                    <a:pt x="582" y="507"/>
                  </a:lnTo>
                  <a:lnTo>
                    <a:pt x="583" y="507"/>
                  </a:lnTo>
                  <a:lnTo>
                    <a:pt x="584" y="497"/>
                  </a:lnTo>
                  <a:lnTo>
                    <a:pt x="585" y="495"/>
                  </a:lnTo>
                  <a:lnTo>
                    <a:pt x="586" y="500"/>
                  </a:lnTo>
                  <a:lnTo>
                    <a:pt x="587" y="512"/>
                  </a:lnTo>
                  <a:lnTo>
                    <a:pt x="588" y="502"/>
                  </a:lnTo>
                  <a:lnTo>
                    <a:pt x="588" y="505"/>
                  </a:lnTo>
                  <a:lnTo>
                    <a:pt x="590" y="514"/>
                  </a:lnTo>
                  <a:lnTo>
                    <a:pt x="590" y="521"/>
                  </a:lnTo>
                  <a:lnTo>
                    <a:pt x="591" y="512"/>
                  </a:lnTo>
                  <a:lnTo>
                    <a:pt x="592" y="505"/>
                  </a:lnTo>
                  <a:lnTo>
                    <a:pt x="593" y="516"/>
                  </a:lnTo>
                  <a:lnTo>
                    <a:pt x="594" y="521"/>
                  </a:lnTo>
                  <a:lnTo>
                    <a:pt x="595" y="514"/>
                  </a:lnTo>
                  <a:lnTo>
                    <a:pt x="596" y="507"/>
                  </a:lnTo>
                  <a:lnTo>
                    <a:pt x="597" y="521"/>
                  </a:lnTo>
                  <a:lnTo>
                    <a:pt x="598" y="528"/>
                  </a:lnTo>
                  <a:lnTo>
                    <a:pt x="599" y="514"/>
                  </a:lnTo>
                  <a:lnTo>
                    <a:pt x="600" y="500"/>
                  </a:lnTo>
                  <a:lnTo>
                    <a:pt x="600" y="500"/>
                  </a:lnTo>
                  <a:lnTo>
                    <a:pt x="602" y="516"/>
                  </a:lnTo>
                  <a:lnTo>
                    <a:pt x="603" y="523"/>
                  </a:lnTo>
                  <a:lnTo>
                    <a:pt x="603" y="521"/>
                  </a:lnTo>
                  <a:lnTo>
                    <a:pt x="605" y="512"/>
                  </a:lnTo>
                  <a:lnTo>
                    <a:pt x="605" y="509"/>
                  </a:lnTo>
                  <a:lnTo>
                    <a:pt x="606" y="512"/>
                  </a:lnTo>
                  <a:lnTo>
                    <a:pt x="607" y="505"/>
                  </a:lnTo>
                  <a:lnTo>
                    <a:pt x="608" y="505"/>
                  </a:lnTo>
                  <a:lnTo>
                    <a:pt x="609" y="514"/>
                  </a:lnTo>
                  <a:lnTo>
                    <a:pt x="610" y="526"/>
                  </a:lnTo>
                  <a:lnTo>
                    <a:pt x="611" y="528"/>
                  </a:lnTo>
                  <a:lnTo>
                    <a:pt x="612" y="530"/>
                  </a:lnTo>
                  <a:lnTo>
                    <a:pt x="613" y="528"/>
                  </a:lnTo>
                  <a:lnTo>
                    <a:pt x="614" y="537"/>
                  </a:lnTo>
                  <a:lnTo>
                    <a:pt x="615" y="537"/>
                  </a:lnTo>
                  <a:lnTo>
                    <a:pt x="615" y="530"/>
                  </a:lnTo>
                  <a:lnTo>
                    <a:pt x="617" y="521"/>
                  </a:lnTo>
                  <a:lnTo>
                    <a:pt x="617" y="521"/>
                  </a:lnTo>
                  <a:lnTo>
                    <a:pt x="618" y="526"/>
                  </a:lnTo>
                  <a:lnTo>
                    <a:pt x="619" y="526"/>
                  </a:lnTo>
                  <a:lnTo>
                    <a:pt x="620" y="526"/>
                  </a:lnTo>
                  <a:lnTo>
                    <a:pt x="621" y="544"/>
                  </a:lnTo>
                  <a:lnTo>
                    <a:pt x="622" y="554"/>
                  </a:lnTo>
                  <a:lnTo>
                    <a:pt x="623" y="549"/>
                  </a:lnTo>
                  <a:lnTo>
                    <a:pt x="624" y="532"/>
                  </a:lnTo>
                  <a:lnTo>
                    <a:pt x="625" y="530"/>
                  </a:lnTo>
                  <a:lnTo>
                    <a:pt x="626" y="532"/>
                  </a:lnTo>
                  <a:lnTo>
                    <a:pt x="627" y="530"/>
                  </a:lnTo>
                  <a:lnTo>
                    <a:pt x="627" y="530"/>
                  </a:lnTo>
                  <a:lnTo>
                    <a:pt x="629" y="535"/>
                  </a:lnTo>
                  <a:lnTo>
                    <a:pt x="629" y="540"/>
                  </a:lnTo>
                  <a:lnTo>
                    <a:pt x="630" y="532"/>
                  </a:lnTo>
                  <a:lnTo>
                    <a:pt x="631" y="530"/>
                  </a:lnTo>
                  <a:lnTo>
                    <a:pt x="632" y="526"/>
                  </a:lnTo>
                  <a:lnTo>
                    <a:pt x="633" y="523"/>
                  </a:lnTo>
                  <a:lnTo>
                    <a:pt x="634" y="519"/>
                  </a:lnTo>
                  <a:lnTo>
                    <a:pt x="635" y="523"/>
                  </a:lnTo>
                  <a:lnTo>
                    <a:pt x="636" y="526"/>
                  </a:lnTo>
                  <a:lnTo>
                    <a:pt x="637" y="526"/>
                  </a:lnTo>
                  <a:lnTo>
                    <a:pt x="638" y="516"/>
                  </a:lnTo>
                  <a:lnTo>
                    <a:pt x="639" y="519"/>
                  </a:lnTo>
                  <a:lnTo>
                    <a:pt x="640" y="530"/>
                  </a:lnTo>
                  <a:lnTo>
                    <a:pt x="641" y="537"/>
                  </a:lnTo>
                  <a:lnTo>
                    <a:pt x="641" y="532"/>
                  </a:lnTo>
                  <a:lnTo>
                    <a:pt x="643" y="521"/>
                  </a:lnTo>
                  <a:lnTo>
                    <a:pt x="643" y="519"/>
                  </a:lnTo>
                  <a:lnTo>
                    <a:pt x="644" y="528"/>
                  </a:lnTo>
                  <a:lnTo>
                    <a:pt x="645" y="532"/>
                  </a:lnTo>
                  <a:lnTo>
                    <a:pt x="646" y="521"/>
                  </a:lnTo>
                  <a:lnTo>
                    <a:pt x="647" y="512"/>
                  </a:lnTo>
                  <a:lnTo>
                    <a:pt x="648" y="512"/>
                  </a:lnTo>
                  <a:lnTo>
                    <a:pt x="649" y="521"/>
                  </a:lnTo>
                  <a:lnTo>
                    <a:pt x="650" y="516"/>
                  </a:lnTo>
                  <a:lnTo>
                    <a:pt x="651" y="512"/>
                  </a:lnTo>
                  <a:lnTo>
                    <a:pt x="652" y="512"/>
                  </a:lnTo>
                  <a:lnTo>
                    <a:pt x="653" y="512"/>
                  </a:lnTo>
                  <a:lnTo>
                    <a:pt x="653" y="507"/>
                  </a:lnTo>
                  <a:lnTo>
                    <a:pt x="655" y="507"/>
                  </a:lnTo>
                  <a:lnTo>
                    <a:pt x="655" y="509"/>
                  </a:lnTo>
                  <a:lnTo>
                    <a:pt x="656" y="516"/>
                  </a:lnTo>
                  <a:lnTo>
                    <a:pt x="657" y="512"/>
                  </a:lnTo>
                  <a:lnTo>
                    <a:pt x="658" y="507"/>
                  </a:lnTo>
                  <a:lnTo>
                    <a:pt x="659" y="509"/>
                  </a:lnTo>
                  <a:lnTo>
                    <a:pt x="660" y="521"/>
                  </a:lnTo>
                  <a:lnTo>
                    <a:pt x="661" y="521"/>
                  </a:lnTo>
                  <a:lnTo>
                    <a:pt x="662" y="523"/>
                  </a:lnTo>
                  <a:lnTo>
                    <a:pt x="663" y="514"/>
                  </a:lnTo>
                  <a:lnTo>
                    <a:pt x="664" y="514"/>
                  </a:lnTo>
                  <a:lnTo>
                    <a:pt x="665" y="514"/>
                  </a:lnTo>
                  <a:lnTo>
                    <a:pt x="665" y="497"/>
                  </a:lnTo>
                  <a:lnTo>
                    <a:pt x="667" y="477"/>
                  </a:lnTo>
                  <a:lnTo>
                    <a:pt x="667" y="421"/>
                  </a:lnTo>
                  <a:lnTo>
                    <a:pt x="668" y="244"/>
                  </a:lnTo>
                  <a:lnTo>
                    <a:pt x="669" y="54"/>
                  </a:lnTo>
                  <a:lnTo>
                    <a:pt x="670" y="140"/>
                  </a:lnTo>
                  <a:lnTo>
                    <a:pt x="671" y="312"/>
                  </a:lnTo>
                  <a:lnTo>
                    <a:pt x="672" y="342"/>
                  </a:lnTo>
                  <a:lnTo>
                    <a:pt x="673" y="335"/>
                  </a:lnTo>
                  <a:lnTo>
                    <a:pt x="674" y="300"/>
                  </a:lnTo>
                  <a:lnTo>
                    <a:pt x="675" y="293"/>
                  </a:lnTo>
                  <a:lnTo>
                    <a:pt x="676" y="277"/>
                  </a:lnTo>
                  <a:lnTo>
                    <a:pt x="677" y="258"/>
                  </a:lnTo>
                  <a:lnTo>
                    <a:pt x="677" y="249"/>
                  </a:lnTo>
                  <a:lnTo>
                    <a:pt x="679" y="256"/>
                  </a:lnTo>
                  <a:lnTo>
                    <a:pt x="679" y="260"/>
                  </a:lnTo>
                  <a:lnTo>
                    <a:pt x="680" y="242"/>
                  </a:lnTo>
                  <a:lnTo>
                    <a:pt x="681" y="228"/>
                  </a:lnTo>
                  <a:lnTo>
                    <a:pt x="682" y="228"/>
                  </a:lnTo>
                  <a:lnTo>
                    <a:pt x="683" y="230"/>
                  </a:lnTo>
                  <a:lnTo>
                    <a:pt x="684" y="240"/>
                  </a:lnTo>
                  <a:lnTo>
                    <a:pt x="685" y="263"/>
                  </a:lnTo>
                  <a:lnTo>
                    <a:pt x="686" y="309"/>
                  </a:lnTo>
                  <a:lnTo>
                    <a:pt x="687" y="347"/>
                  </a:lnTo>
                  <a:lnTo>
                    <a:pt x="688" y="384"/>
                  </a:lnTo>
                  <a:lnTo>
                    <a:pt x="689" y="444"/>
                  </a:lnTo>
                  <a:lnTo>
                    <a:pt x="690" y="519"/>
                  </a:lnTo>
                  <a:lnTo>
                    <a:pt x="691" y="563"/>
                  </a:lnTo>
                  <a:lnTo>
                    <a:pt x="691" y="554"/>
                  </a:lnTo>
                  <a:lnTo>
                    <a:pt x="693" y="537"/>
                  </a:lnTo>
                  <a:lnTo>
                    <a:pt x="693" y="549"/>
                  </a:lnTo>
                  <a:lnTo>
                    <a:pt x="694" y="577"/>
                  </a:lnTo>
                  <a:lnTo>
                    <a:pt x="695" y="595"/>
                  </a:lnTo>
                  <a:lnTo>
                    <a:pt x="696" y="600"/>
                  </a:lnTo>
                  <a:lnTo>
                    <a:pt x="697" y="616"/>
                  </a:lnTo>
                  <a:lnTo>
                    <a:pt x="698" y="612"/>
                  </a:lnTo>
                  <a:lnTo>
                    <a:pt x="699" y="602"/>
                  </a:lnTo>
                  <a:lnTo>
                    <a:pt x="700" y="593"/>
                  </a:lnTo>
                  <a:lnTo>
                    <a:pt x="701" y="590"/>
                  </a:lnTo>
                  <a:lnTo>
                    <a:pt x="702" y="595"/>
                  </a:lnTo>
                  <a:lnTo>
                    <a:pt x="703" y="600"/>
                  </a:lnTo>
                  <a:lnTo>
                    <a:pt x="703" y="604"/>
                  </a:lnTo>
                  <a:lnTo>
                    <a:pt x="705" y="604"/>
                  </a:lnTo>
                  <a:lnTo>
                    <a:pt x="705" y="621"/>
                  </a:lnTo>
                  <a:lnTo>
                    <a:pt x="706" y="630"/>
                  </a:lnTo>
                  <a:lnTo>
                    <a:pt x="707" y="618"/>
                  </a:lnTo>
                  <a:lnTo>
                    <a:pt x="708" y="609"/>
                  </a:lnTo>
                  <a:lnTo>
                    <a:pt x="709" y="612"/>
                  </a:lnTo>
                  <a:lnTo>
                    <a:pt x="710" y="616"/>
                  </a:lnTo>
                  <a:lnTo>
                    <a:pt x="711" y="609"/>
                  </a:lnTo>
                  <a:lnTo>
                    <a:pt x="712" y="602"/>
                  </a:lnTo>
                  <a:lnTo>
                    <a:pt x="713" y="600"/>
                  </a:lnTo>
                  <a:lnTo>
                    <a:pt x="714" y="609"/>
                  </a:lnTo>
                  <a:lnTo>
                    <a:pt x="715" y="614"/>
                  </a:lnTo>
                  <a:lnTo>
                    <a:pt x="715" y="600"/>
                  </a:lnTo>
                  <a:lnTo>
                    <a:pt x="717" y="602"/>
                  </a:lnTo>
                  <a:lnTo>
                    <a:pt x="717" y="607"/>
                  </a:lnTo>
                  <a:lnTo>
                    <a:pt x="718" y="607"/>
                  </a:lnTo>
                  <a:lnTo>
                    <a:pt x="719" y="604"/>
                  </a:lnTo>
                  <a:lnTo>
                    <a:pt x="720" y="604"/>
                  </a:lnTo>
                  <a:lnTo>
                    <a:pt x="721" y="612"/>
                  </a:lnTo>
                  <a:lnTo>
                    <a:pt x="722" y="607"/>
                  </a:lnTo>
                  <a:lnTo>
                    <a:pt x="723" y="607"/>
                  </a:lnTo>
                  <a:lnTo>
                    <a:pt x="724" y="607"/>
                  </a:lnTo>
                  <a:lnTo>
                    <a:pt x="725" y="614"/>
                  </a:lnTo>
                  <a:lnTo>
                    <a:pt x="726" y="616"/>
                  </a:lnTo>
                  <a:lnTo>
                    <a:pt x="727" y="607"/>
                  </a:lnTo>
                  <a:lnTo>
                    <a:pt x="727" y="607"/>
                  </a:lnTo>
                  <a:lnTo>
                    <a:pt x="729" y="616"/>
                  </a:lnTo>
                  <a:lnTo>
                    <a:pt x="729" y="614"/>
                  </a:lnTo>
                  <a:lnTo>
                    <a:pt x="730" y="612"/>
                  </a:lnTo>
                  <a:lnTo>
                    <a:pt x="731" y="604"/>
                  </a:lnTo>
                  <a:lnTo>
                    <a:pt x="732" y="607"/>
                  </a:lnTo>
                  <a:lnTo>
                    <a:pt x="733" y="607"/>
                  </a:lnTo>
                  <a:lnTo>
                    <a:pt x="734" y="600"/>
                  </a:lnTo>
                  <a:lnTo>
                    <a:pt x="735" y="593"/>
                  </a:lnTo>
                  <a:lnTo>
                    <a:pt x="736" y="593"/>
                  </a:lnTo>
                  <a:lnTo>
                    <a:pt x="737" y="590"/>
                  </a:lnTo>
                  <a:lnTo>
                    <a:pt x="738" y="586"/>
                  </a:lnTo>
                  <a:lnTo>
                    <a:pt x="739" y="574"/>
                  </a:lnTo>
                  <a:lnTo>
                    <a:pt x="740" y="567"/>
                  </a:lnTo>
                  <a:lnTo>
                    <a:pt x="741" y="563"/>
                  </a:lnTo>
                  <a:lnTo>
                    <a:pt x="741" y="558"/>
                  </a:lnTo>
                  <a:lnTo>
                    <a:pt x="743" y="554"/>
                  </a:lnTo>
                  <a:lnTo>
                    <a:pt x="743" y="540"/>
                  </a:lnTo>
                  <a:lnTo>
                    <a:pt x="744" y="542"/>
                  </a:lnTo>
                  <a:lnTo>
                    <a:pt x="745" y="535"/>
                  </a:lnTo>
                  <a:lnTo>
                    <a:pt x="746" y="526"/>
                  </a:lnTo>
                  <a:lnTo>
                    <a:pt x="747" y="521"/>
                  </a:lnTo>
                  <a:lnTo>
                    <a:pt x="748" y="521"/>
                  </a:lnTo>
                  <a:lnTo>
                    <a:pt x="749" y="521"/>
                  </a:lnTo>
                  <a:lnTo>
                    <a:pt x="750" y="516"/>
                  </a:lnTo>
                  <a:lnTo>
                    <a:pt x="751" y="514"/>
                  </a:lnTo>
                  <a:lnTo>
                    <a:pt x="752" y="514"/>
                  </a:lnTo>
                  <a:lnTo>
                    <a:pt x="753" y="512"/>
                  </a:lnTo>
                  <a:lnTo>
                    <a:pt x="753" y="502"/>
                  </a:lnTo>
                  <a:lnTo>
                    <a:pt x="755" y="507"/>
                  </a:lnTo>
                  <a:lnTo>
                    <a:pt x="755" y="512"/>
                  </a:lnTo>
                  <a:lnTo>
                    <a:pt x="756" y="514"/>
                  </a:lnTo>
                  <a:lnTo>
                    <a:pt x="757" y="514"/>
                  </a:lnTo>
                  <a:lnTo>
                    <a:pt x="758" y="514"/>
                  </a:lnTo>
                  <a:lnTo>
                    <a:pt x="759" y="521"/>
                  </a:lnTo>
                  <a:lnTo>
                    <a:pt x="760" y="523"/>
                  </a:lnTo>
                  <a:lnTo>
                    <a:pt x="761" y="523"/>
                  </a:lnTo>
                  <a:lnTo>
                    <a:pt x="762" y="523"/>
                  </a:lnTo>
                  <a:lnTo>
                    <a:pt x="763" y="526"/>
                  </a:lnTo>
                  <a:lnTo>
                    <a:pt x="764" y="532"/>
                  </a:lnTo>
                  <a:lnTo>
                    <a:pt x="765" y="532"/>
                  </a:lnTo>
                  <a:lnTo>
                    <a:pt x="765" y="532"/>
                  </a:lnTo>
                  <a:lnTo>
                    <a:pt x="767" y="535"/>
                  </a:lnTo>
                  <a:lnTo>
                    <a:pt x="768" y="540"/>
                  </a:lnTo>
                  <a:lnTo>
                    <a:pt x="768" y="540"/>
                  </a:lnTo>
                  <a:lnTo>
                    <a:pt x="770" y="532"/>
                  </a:lnTo>
                  <a:lnTo>
                    <a:pt x="770" y="537"/>
                  </a:lnTo>
                  <a:lnTo>
                    <a:pt x="771" y="540"/>
                  </a:lnTo>
                  <a:lnTo>
                    <a:pt x="772" y="542"/>
                  </a:lnTo>
                  <a:lnTo>
                    <a:pt x="773" y="540"/>
                  </a:lnTo>
                  <a:lnTo>
                    <a:pt x="774" y="540"/>
                  </a:lnTo>
                  <a:lnTo>
                    <a:pt x="775" y="542"/>
                  </a:lnTo>
                  <a:lnTo>
                    <a:pt x="776" y="546"/>
                  </a:lnTo>
                  <a:lnTo>
                    <a:pt x="777" y="546"/>
                  </a:lnTo>
                  <a:lnTo>
                    <a:pt x="778" y="542"/>
                  </a:lnTo>
                  <a:lnTo>
                    <a:pt x="779" y="544"/>
                  </a:lnTo>
                  <a:lnTo>
                    <a:pt x="780" y="549"/>
                  </a:lnTo>
                  <a:lnTo>
                    <a:pt x="780" y="544"/>
                  </a:lnTo>
                  <a:lnTo>
                    <a:pt x="782" y="540"/>
                  </a:lnTo>
                  <a:lnTo>
                    <a:pt x="782" y="540"/>
                  </a:lnTo>
                  <a:lnTo>
                    <a:pt x="783" y="546"/>
                  </a:lnTo>
                  <a:lnTo>
                    <a:pt x="784" y="549"/>
                  </a:lnTo>
                  <a:lnTo>
                    <a:pt x="785" y="542"/>
                  </a:lnTo>
                  <a:lnTo>
                    <a:pt x="786" y="542"/>
                  </a:lnTo>
                  <a:lnTo>
                    <a:pt x="787" y="544"/>
                  </a:lnTo>
                  <a:lnTo>
                    <a:pt x="788" y="544"/>
                  </a:lnTo>
                  <a:lnTo>
                    <a:pt x="789" y="542"/>
                  </a:lnTo>
                  <a:lnTo>
                    <a:pt x="790" y="537"/>
                  </a:lnTo>
                  <a:lnTo>
                    <a:pt x="791" y="544"/>
                  </a:lnTo>
                  <a:lnTo>
                    <a:pt x="792" y="549"/>
                  </a:lnTo>
                  <a:lnTo>
                    <a:pt x="793" y="537"/>
                  </a:lnTo>
                  <a:lnTo>
                    <a:pt x="794" y="535"/>
                  </a:lnTo>
                  <a:lnTo>
                    <a:pt x="794" y="544"/>
                  </a:lnTo>
                  <a:lnTo>
                    <a:pt x="795" y="546"/>
                  </a:lnTo>
                  <a:lnTo>
                    <a:pt x="796" y="544"/>
                  </a:lnTo>
                  <a:lnTo>
                    <a:pt x="797" y="544"/>
                  </a:lnTo>
                  <a:lnTo>
                    <a:pt x="798" y="544"/>
                  </a:lnTo>
                  <a:lnTo>
                    <a:pt x="799" y="554"/>
                  </a:lnTo>
                  <a:lnTo>
                    <a:pt x="800" y="549"/>
                  </a:lnTo>
                  <a:lnTo>
                    <a:pt x="801" y="546"/>
                  </a:lnTo>
                  <a:lnTo>
                    <a:pt x="802" y="551"/>
                  </a:lnTo>
                  <a:lnTo>
                    <a:pt x="803" y="560"/>
                  </a:lnTo>
                  <a:lnTo>
                    <a:pt x="804" y="556"/>
                  </a:lnTo>
                  <a:lnTo>
                    <a:pt x="805" y="549"/>
                  </a:lnTo>
                  <a:lnTo>
                    <a:pt x="806" y="554"/>
                  </a:lnTo>
                  <a:lnTo>
                    <a:pt x="806" y="560"/>
                  </a:lnTo>
                  <a:lnTo>
                    <a:pt x="808" y="560"/>
                  </a:lnTo>
                  <a:lnTo>
                    <a:pt x="808" y="554"/>
                  </a:lnTo>
                  <a:lnTo>
                    <a:pt x="809" y="556"/>
                  </a:lnTo>
                  <a:lnTo>
                    <a:pt x="810" y="567"/>
                  </a:lnTo>
                  <a:lnTo>
                    <a:pt x="811" y="563"/>
                  </a:lnTo>
                  <a:lnTo>
                    <a:pt x="812" y="560"/>
                  </a:lnTo>
                  <a:lnTo>
                    <a:pt x="813" y="560"/>
                  </a:lnTo>
                  <a:lnTo>
                    <a:pt x="814" y="563"/>
                  </a:lnTo>
                  <a:lnTo>
                    <a:pt x="815" y="572"/>
                  </a:lnTo>
                  <a:lnTo>
                    <a:pt x="816" y="565"/>
                  </a:lnTo>
                  <a:lnTo>
                    <a:pt x="817" y="563"/>
                  </a:lnTo>
                  <a:lnTo>
                    <a:pt x="818" y="567"/>
                  </a:lnTo>
                  <a:lnTo>
                    <a:pt x="818" y="570"/>
                  </a:lnTo>
                  <a:lnTo>
                    <a:pt x="820" y="563"/>
                  </a:lnTo>
                  <a:lnTo>
                    <a:pt x="820" y="565"/>
                  </a:lnTo>
                  <a:lnTo>
                    <a:pt x="821" y="567"/>
                  </a:lnTo>
                  <a:lnTo>
                    <a:pt x="822" y="572"/>
                  </a:lnTo>
                  <a:lnTo>
                    <a:pt x="823" y="570"/>
                  </a:lnTo>
                  <a:lnTo>
                    <a:pt x="824" y="567"/>
                  </a:lnTo>
                  <a:lnTo>
                    <a:pt x="825" y="565"/>
                  </a:lnTo>
                  <a:lnTo>
                    <a:pt x="826" y="574"/>
                  </a:lnTo>
                  <a:lnTo>
                    <a:pt x="827" y="570"/>
                  </a:lnTo>
                  <a:lnTo>
                    <a:pt x="828" y="565"/>
                  </a:lnTo>
                  <a:lnTo>
                    <a:pt x="829" y="572"/>
                  </a:lnTo>
                  <a:lnTo>
                    <a:pt x="830" y="577"/>
                  </a:lnTo>
                  <a:lnTo>
                    <a:pt x="830" y="577"/>
                  </a:lnTo>
                  <a:lnTo>
                    <a:pt x="832" y="570"/>
                  </a:lnTo>
                  <a:lnTo>
                    <a:pt x="832" y="570"/>
                  </a:lnTo>
                  <a:lnTo>
                    <a:pt x="833" y="577"/>
                  </a:lnTo>
                  <a:lnTo>
                    <a:pt x="834" y="577"/>
                  </a:lnTo>
                  <a:lnTo>
                    <a:pt x="835" y="574"/>
                  </a:lnTo>
                  <a:lnTo>
                    <a:pt x="836" y="574"/>
                  </a:lnTo>
                  <a:lnTo>
                    <a:pt x="837" y="574"/>
                  </a:lnTo>
                  <a:lnTo>
                    <a:pt x="838" y="577"/>
                  </a:lnTo>
                  <a:lnTo>
                    <a:pt x="839" y="572"/>
                  </a:lnTo>
                  <a:lnTo>
                    <a:pt x="840" y="567"/>
                  </a:lnTo>
                  <a:lnTo>
                    <a:pt x="841" y="572"/>
                  </a:lnTo>
                  <a:lnTo>
                    <a:pt x="842" y="574"/>
                  </a:lnTo>
                  <a:lnTo>
                    <a:pt x="843" y="572"/>
                  </a:lnTo>
                  <a:lnTo>
                    <a:pt x="844" y="570"/>
                  </a:lnTo>
                  <a:lnTo>
                    <a:pt x="844" y="572"/>
                  </a:lnTo>
                  <a:lnTo>
                    <a:pt x="845" y="574"/>
                  </a:lnTo>
                  <a:lnTo>
                    <a:pt x="846" y="572"/>
                  </a:lnTo>
                  <a:lnTo>
                    <a:pt x="847" y="567"/>
                  </a:lnTo>
                  <a:lnTo>
                    <a:pt x="848" y="570"/>
                  </a:lnTo>
                  <a:lnTo>
                    <a:pt x="849" y="565"/>
                  </a:lnTo>
                  <a:lnTo>
                    <a:pt x="850" y="565"/>
                  </a:lnTo>
                  <a:lnTo>
                    <a:pt x="851" y="558"/>
                  </a:lnTo>
                  <a:lnTo>
                    <a:pt x="852" y="560"/>
                  </a:lnTo>
                  <a:lnTo>
                    <a:pt x="853" y="556"/>
                  </a:lnTo>
                  <a:lnTo>
                    <a:pt x="854" y="542"/>
                  </a:lnTo>
                  <a:lnTo>
                    <a:pt x="855" y="516"/>
                  </a:lnTo>
                  <a:lnTo>
                    <a:pt x="856" y="456"/>
                  </a:lnTo>
                  <a:lnTo>
                    <a:pt x="856" y="291"/>
                  </a:lnTo>
                  <a:lnTo>
                    <a:pt x="858" y="103"/>
                  </a:lnTo>
                  <a:lnTo>
                    <a:pt x="858" y="68"/>
                  </a:lnTo>
                  <a:lnTo>
                    <a:pt x="859" y="300"/>
                  </a:lnTo>
                  <a:lnTo>
                    <a:pt x="860" y="358"/>
                  </a:lnTo>
                  <a:lnTo>
                    <a:pt x="861" y="354"/>
                  </a:lnTo>
                  <a:lnTo>
                    <a:pt x="862" y="342"/>
                  </a:lnTo>
                  <a:lnTo>
                    <a:pt x="863" y="340"/>
                  </a:lnTo>
                  <a:lnTo>
                    <a:pt x="864" y="335"/>
                  </a:lnTo>
                  <a:lnTo>
                    <a:pt x="865" y="332"/>
                  </a:lnTo>
                  <a:lnTo>
                    <a:pt x="866" y="323"/>
                  </a:lnTo>
                  <a:lnTo>
                    <a:pt x="867" y="321"/>
                  </a:lnTo>
                  <a:lnTo>
                    <a:pt x="868" y="323"/>
                  </a:lnTo>
                  <a:lnTo>
                    <a:pt x="868" y="326"/>
                  </a:lnTo>
                  <a:lnTo>
                    <a:pt x="870" y="321"/>
                  </a:lnTo>
                  <a:lnTo>
                    <a:pt x="870" y="326"/>
                  </a:lnTo>
                  <a:lnTo>
                    <a:pt x="871" y="335"/>
                  </a:lnTo>
                  <a:lnTo>
                    <a:pt x="872" y="351"/>
                  </a:lnTo>
                  <a:lnTo>
                    <a:pt x="873" y="370"/>
                  </a:lnTo>
                  <a:lnTo>
                    <a:pt x="874" y="416"/>
                  </a:lnTo>
                  <a:lnTo>
                    <a:pt x="875" y="463"/>
                  </a:lnTo>
                  <a:lnTo>
                    <a:pt x="876" y="505"/>
                  </a:lnTo>
                  <a:lnTo>
                    <a:pt x="877" y="563"/>
                  </a:lnTo>
                  <a:lnTo>
                    <a:pt x="878" y="607"/>
                  </a:lnTo>
                  <a:lnTo>
                    <a:pt x="879" y="628"/>
                  </a:lnTo>
                  <a:lnTo>
                    <a:pt x="880" y="618"/>
                  </a:lnTo>
                  <a:lnTo>
                    <a:pt x="880" y="595"/>
                  </a:lnTo>
                  <a:lnTo>
                    <a:pt x="882" y="586"/>
                  </a:lnTo>
                  <a:lnTo>
                    <a:pt x="882" y="581"/>
                  </a:lnTo>
                  <a:lnTo>
                    <a:pt x="883" y="595"/>
                  </a:lnTo>
                  <a:lnTo>
                    <a:pt x="884" y="609"/>
                  </a:lnTo>
                  <a:lnTo>
                    <a:pt x="885" y="612"/>
                  </a:lnTo>
                  <a:lnTo>
                    <a:pt x="886" y="612"/>
                  </a:lnTo>
                  <a:lnTo>
                    <a:pt x="887" y="604"/>
                  </a:lnTo>
                  <a:lnTo>
                    <a:pt x="888" y="609"/>
                  </a:lnTo>
                  <a:lnTo>
                    <a:pt x="889" y="609"/>
                  </a:lnTo>
                  <a:lnTo>
                    <a:pt x="890" y="612"/>
                  </a:lnTo>
                  <a:lnTo>
                    <a:pt x="891" y="618"/>
                  </a:lnTo>
                  <a:lnTo>
                    <a:pt x="892" y="628"/>
                  </a:lnTo>
                  <a:lnTo>
                    <a:pt x="892" y="637"/>
                  </a:lnTo>
                  <a:lnTo>
                    <a:pt x="894" y="642"/>
                  </a:lnTo>
                  <a:lnTo>
                    <a:pt x="894" y="656"/>
                  </a:lnTo>
                  <a:lnTo>
                    <a:pt x="895" y="651"/>
                  </a:lnTo>
                  <a:lnTo>
                    <a:pt x="896" y="646"/>
                  </a:lnTo>
                  <a:lnTo>
                    <a:pt x="897" y="644"/>
                  </a:lnTo>
                  <a:lnTo>
                    <a:pt x="898" y="649"/>
                  </a:lnTo>
                  <a:lnTo>
                    <a:pt x="899" y="651"/>
                  </a:lnTo>
                  <a:lnTo>
                    <a:pt x="900" y="653"/>
                  </a:lnTo>
                  <a:lnTo>
                    <a:pt x="901" y="644"/>
                  </a:lnTo>
                  <a:lnTo>
                    <a:pt x="902" y="644"/>
                  </a:lnTo>
                  <a:lnTo>
                    <a:pt x="903" y="651"/>
                  </a:lnTo>
                  <a:lnTo>
                    <a:pt x="904" y="646"/>
                  </a:lnTo>
                  <a:lnTo>
                    <a:pt x="905" y="646"/>
                  </a:lnTo>
                  <a:lnTo>
                    <a:pt x="906" y="644"/>
                  </a:lnTo>
                  <a:lnTo>
                    <a:pt x="906" y="649"/>
                  </a:lnTo>
                  <a:lnTo>
                    <a:pt x="908" y="649"/>
                  </a:lnTo>
                  <a:lnTo>
                    <a:pt x="908" y="646"/>
                  </a:lnTo>
                  <a:lnTo>
                    <a:pt x="909" y="644"/>
                  </a:lnTo>
                  <a:lnTo>
                    <a:pt x="910" y="646"/>
                  </a:lnTo>
                  <a:lnTo>
                    <a:pt x="911" y="651"/>
                  </a:lnTo>
                  <a:lnTo>
                    <a:pt x="912" y="644"/>
                  </a:lnTo>
                  <a:lnTo>
                    <a:pt x="913" y="642"/>
                  </a:lnTo>
                  <a:lnTo>
                    <a:pt x="914" y="649"/>
                  </a:lnTo>
                  <a:lnTo>
                    <a:pt x="915" y="651"/>
                  </a:lnTo>
                  <a:lnTo>
                    <a:pt x="916" y="644"/>
                  </a:lnTo>
                  <a:lnTo>
                    <a:pt x="917" y="637"/>
                  </a:lnTo>
                  <a:lnTo>
                    <a:pt x="918" y="642"/>
                  </a:lnTo>
                  <a:lnTo>
                    <a:pt x="918" y="644"/>
                  </a:lnTo>
                  <a:lnTo>
                    <a:pt x="920" y="637"/>
                  </a:lnTo>
                  <a:lnTo>
                    <a:pt x="920" y="635"/>
                  </a:lnTo>
                  <a:lnTo>
                    <a:pt x="921" y="630"/>
                  </a:lnTo>
                  <a:lnTo>
                    <a:pt x="922" y="630"/>
                  </a:lnTo>
                  <a:lnTo>
                    <a:pt x="923" y="628"/>
                  </a:lnTo>
                  <a:lnTo>
                    <a:pt x="924" y="621"/>
                  </a:lnTo>
                  <a:lnTo>
                    <a:pt x="925" y="616"/>
                  </a:lnTo>
                  <a:lnTo>
                    <a:pt x="926" y="612"/>
                  </a:lnTo>
                  <a:lnTo>
                    <a:pt x="927" y="604"/>
                  </a:lnTo>
                  <a:lnTo>
                    <a:pt x="928" y="602"/>
                  </a:lnTo>
                  <a:lnTo>
                    <a:pt x="929" y="586"/>
                  </a:lnTo>
                  <a:lnTo>
                    <a:pt x="930" y="586"/>
                  </a:lnTo>
                  <a:lnTo>
                    <a:pt x="930" y="577"/>
                  </a:lnTo>
                  <a:lnTo>
                    <a:pt x="932" y="570"/>
                  </a:lnTo>
                  <a:lnTo>
                    <a:pt x="933" y="565"/>
                  </a:lnTo>
                  <a:lnTo>
                    <a:pt x="933" y="556"/>
                  </a:lnTo>
                  <a:lnTo>
                    <a:pt x="935" y="556"/>
                  </a:lnTo>
                  <a:lnTo>
                    <a:pt x="935" y="549"/>
                  </a:lnTo>
                  <a:lnTo>
                    <a:pt x="936" y="540"/>
                  </a:lnTo>
                  <a:lnTo>
                    <a:pt x="937" y="540"/>
                  </a:lnTo>
                  <a:lnTo>
                    <a:pt x="938" y="535"/>
                  </a:lnTo>
                  <a:lnTo>
                    <a:pt x="939" y="528"/>
                  </a:lnTo>
                  <a:lnTo>
                    <a:pt x="940" y="523"/>
                  </a:lnTo>
                  <a:lnTo>
                    <a:pt x="941" y="523"/>
                  </a:lnTo>
                  <a:lnTo>
                    <a:pt x="942" y="523"/>
                  </a:lnTo>
                  <a:lnTo>
                    <a:pt x="943" y="521"/>
                  </a:lnTo>
                  <a:lnTo>
                    <a:pt x="944" y="521"/>
                  </a:lnTo>
                  <a:lnTo>
                    <a:pt x="945" y="523"/>
                  </a:lnTo>
                  <a:lnTo>
                    <a:pt x="945" y="528"/>
                  </a:lnTo>
                  <a:lnTo>
                    <a:pt x="947" y="532"/>
                  </a:lnTo>
                  <a:lnTo>
                    <a:pt x="947" y="526"/>
                  </a:lnTo>
                  <a:lnTo>
                    <a:pt x="948" y="526"/>
                  </a:lnTo>
                  <a:lnTo>
                    <a:pt x="949" y="528"/>
                  </a:lnTo>
                  <a:lnTo>
                    <a:pt x="950" y="540"/>
                  </a:lnTo>
                  <a:lnTo>
                    <a:pt x="951" y="537"/>
                  </a:lnTo>
                  <a:lnTo>
                    <a:pt x="952" y="535"/>
                  </a:lnTo>
                  <a:lnTo>
                    <a:pt x="953" y="537"/>
                  </a:lnTo>
                  <a:lnTo>
                    <a:pt x="954" y="546"/>
                  </a:lnTo>
                  <a:lnTo>
                    <a:pt x="955" y="542"/>
                  </a:lnTo>
                  <a:lnTo>
                    <a:pt x="956" y="546"/>
                  </a:lnTo>
                  <a:lnTo>
                    <a:pt x="957" y="556"/>
                  </a:lnTo>
                  <a:lnTo>
                    <a:pt x="958" y="560"/>
                  </a:lnTo>
                  <a:lnTo>
                    <a:pt x="959" y="546"/>
                  </a:lnTo>
                  <a:lnTo>
                    <a:pt x="959" y="544"/>
                  </a:lnTo>
                  <a:lnTo>
                    <a:pt x="960" y="554"/>
                  </a:lnTo>
                  <a:lnTo>
                    <a:pt x="961" y="558"/>
                  </a:lnTo>
                  <a:lnTo>
                    <a:pt x="962" y="556"/>
                  </a:lnTo>
                  <a:lnTo>
                    <a:pt x="963" y="554"/>
                  </a:lnTo>
                  <a:lnTo>
                    <a:pt x="964" y="554"/>
                  </a:lnTo>
                  <a:lnTo>
                    <a:pt x="965" y="558"/>
                  </a:lnTo>
                  <a:lnTo>
                    <a:pt x="966" y="551"/>
                  </a:lnTo>
                  <a:lnTo>
                    <a:pt x="967" y="544"/>
                  </a:lnTo>
                  <a:lnTo>
                    <a:pt x="968" y="554"/>
                  </a:lnTo>
                  <a:lnTo>
                    <a:pt x="969" y="560"/>
                  </a:lnTo>
                  <a:lnTo>
                    <a:pt x="970" y="560"/>
                  </a:lnTo>
                  <a:lnTo>
                    <a:pt x="971" y="551"/>
                  </a:lnTo>
                  <a:lnTo>
                    <a:pt x="971" y="551"/>
                  </a:lnTo>
                  <a:lnTo>
                    <a:pt x="973" y="560"/>
                  </a:lnTo>
                  <a:lnTo>
                    <a:pt x="973" y="560"/>
                  </a:lnTo>
                  <a:lnTo>
                    <a:pt x="974" y="558"/>
                  </a:lnTo>
                  <a:lnTo>
                    <a:pt x="975" y="551"/>
                  </a:lnTo>
                  <a:lnTo>
                    <a:pt x="976" y="558"/>
                  </a:lnTo>
                  <a:lnTo>
                    <a:pt x="977" y="565"/>
                  </a:lnTo>
                  <a:lnTo>
                    <a:pt x="978" y="558"/>
                  </a:lnTo>
                  <a:lnTo>
                    <a:pt x="979" y="563"/>
                  </a:lnTo>
                  <a:lnTo>
                    <a:pt x="980" y="567"/>
                  </a:lnTo>
                  <a:lnTo>
                    <a:pt x="981" y="572"/>
                  </a:lnTo>
                  <a:lnTo>
                    <a:pt x="982" y="567"/>
                  </a:lnTo>
                  <a:lnTo>
                    <a:pt x="983" y="565"/>
                  </a:lnTo>
                  <a:lnTo>
                    <a:pt x="983" y="570"/>
                  </a:lnTo>
                  <a:lnTo>
                    <a:pt x="985" y="574"/>
                  </a:lnTo>
                  <a:lnTo>
                    <a:pt x="985" y="572"/>
                  </a:lnTo>
                  <a:lnTo>
                    <a:pt x="986" y="570"/>
                  </a:lnTo>
                  <a:lnTo>
                    <a:pt x="987" y="570"/>
                  </a:lnTo>
                  <a:lnTo>
                    <a:pt x="988" y="567"/>
                  </a:lnTo>
                  <a:lnTo>
                    <a:pt x="989" y="567"/>
                  </a:lnTo>
                  <a:lnTo>
                    <a:pt x="990" y="565"/>
                  </a:lnTo>
                  <a:lnTo>
                    <a:pt x="991" y="570"/>
                  </a:lnTo>
                  <a:lnTo>
                    <a:pt x="992" y="579"/>
                  </a:lnTo>
                  <a:lnTo>
                    <a:pt x="993" y="579"/>
                  </a:lnTo>
                  <a:lnTo>
                    <a:pt x="994" y="574"/>
                  </a:lnTo>
                  <a:lnTo>
                    <a:pt x="995" y="572"/>
                  </a:lnTo>
                  <a:lnTo>
                    <a:pt x="995" y="574"/>
                  </a:lnTo>
                  <a:lnTo>
                    <a:pt x="997" y="572"/>
                  </a:lnTo>
                  <a:lnTo>
                    <a:pt x="997" y="567"/>
                  </a:lnTo>
                  <a:lnTo>
                    <a:pt x="998" y="570"/>
                  </a:lnTo>
                  <a:lnTo>
                    <a:pt x="999" y="584"/>
                  </a:lnTo>
                  <a:lnTo>
                    <a:pt x="1000" y="590"/>
                  </a:lnTo>
                  <a:lnTo>
                    <a:pt x="1001" y="584"/>
                  </a:lnTo>
                  <a:lnTo>
                    <a:pt x="1002" y="581"/>
                  </a:lnTo>
                  <a:lnTo>
                    <a:pt x="1003" y="586"/>
                  </a:lnTo>
                  <a:lnTo>
                    <a:pt x="1004" y="593"/>
                  </a:lnTo>
                  <a:lnTo>
                    <a:pt x="1005" y="586"/>
                  </a:lnTo>
                  <a:lnTo>
                    <a:pt x="1006" y="584"/>
                  </a:lnTo>
                  <a:lnTo>
                    <a:pt x="1007" y="590"/>
                  </a:lnTo>
                  <a:lnTo>
                    <a:pt x="1008" y="595"/>
                  </a:lnTo>
                  <a:lnTo>
                    <a:pt x="1009" y="586"/>
                  </a:lnTo>
                  <a:lnTo>
                    <a:pt x="1009" y="579"/>
                  </a:lnTo>
                  <a:lnTo>
                    <a:pt x="1010" y="581"/>
                  </a:lnTo>
                  <a:lnTo>
                    <a:pt x="1011" y="579"/>
                  </a:lnTo>
                  <a:lnTo>
                    <a:pt x="1012" y="574"/>
                  </a:lnTo>
                  <a:lnTo>
                    <a:pt x="1013" y="572"/>
                  </a:lnTo>
                  <a:lnTo>
                    <a:pt x="1014" y="577"/>
                  </a:lnTo>
                  <a:lnTo>
                    <a:pt x="1015" y="584"/>
                  </a:lnTo>
                  <a:lnTo>
                    <a:pt x="1016" y="579"/>
                  </a:lnTo>
                  <a:lnTo>
                    <a:pt x="1017" y="572"/>
                  </a:lnTo>
                  <a:lnTo>
                    <a:pt x="1018" y="581"/>
                  </a:lnTo>
                  <a:lnTo>
                    <a:pt x="1019" y="584"/>
                  </a:lnTo>
                  <a:lnTo>
                    <a:pt x="1020" y="588"/>
                  </a:lnTo>
                  <a:lnTo>
                    <a:pt x="1021" y="586"/>
                  </a:lnTo>
                  <a:lnTo>
                    <a:pt x="1021" y="572"/>
                  </a:lnTo>
                  <a:lnTo>
                    <a:pt x="1023" y="572"/>
                  </a:lnTo>
                  <a:lnTo>
                    <a:pt x="1023" y="579"/>
                  </a:lnTo>
                  <a:lnTo>
                    <a:pt x="1024" y="581"/>
                  </a:lnTo>
                  <a:lnTo>
                    <a:pt x="1025" y="577"/>
                  </a:lnTo>
                  <a:lnTo>
                    <a:pt x="1026" y="584"/>
                  </a:lnTo>
                  <a:lnTo>
                    <a:pt x="1027" y="590"/>
                  </a:lnTo>
                  <a:lnTo>
                    <a:pt x="1028" y="579"/>
                  </a:lnTo>
                  <a:lnTo>
                    <a:pt x="1029" y="577"/>
                  </a:lnTo>
                  <a:lnTo>
                    <a:pt x="1030" y="581"/>
                  </a:lnTo>
                  <a:lnTo>
                    <a:pt x="1031" y="586"/>
                  </a:lnTo>
                  <a:lnTo>
                    <a:pt x="1032" y="574"/>
                  </a:lnTo>
                  <a:lnTo>
                    <a:pt x="1033" y="574"/>
                  </a:lnTo>
                  <a:lnTo>
                    <a:pt x="1033" y="572"/>
                  </a:lnTo>
                  <a:lnTo>
                    <a:pt x="1035" y="565"/>
                  </a:lnTo>
                  <a:lnTo>
                    <a:pt x="1035" y="567"/>
                  </a:lnTo>
                  <a:lnTo>
                    <a:pt x="1036" y="563"/>
                  </a:lnTo>
                  <a:lnTo>
                    <a:pt x="1037" y="565"/>
                  </a:lnTo>
                  <a:lnTo>
                    <a:pt x="1038" y="565"/>
                  </a:lnTo>
                  <a:lnTo>
                    <a:pt x="1039" y="551"/>
                  </a:lnTo>
                  <a:lnTo>
                    <a:pt x="1040" y="516"/>
                  </a:lnTo>
                  <a:lnTo>
                    <a:pt x="1041" y="439"/>
                  </a:lnTo>
                  <a:lnTo>
                    <a:pt x="1042" y="244"/>
                  </a:lnTo>
                  <a:lnTo>
                    <a:pt x="1043" y="98"/>
                  </a:lnTo>
                  <a:lnTo>
                    <a:pt x="1044" y="89"/>
                  </a:lnTo>
                  <a:lnTo>
                    <a:pt x="1045" y="356"/>
                  </a:lnTo>
                  <a:lnTo>
                    <a:pt x="1045" y="379"/>
                  </a:lnTo>
                  <a:lnTo>
                    <a:pt x="1047" y="370"/>
                  </a:lnTo>
                  <a:lnTo>
                    <a:pt x="1047" y="358"/>
                  </a:lnTo>
                  <a:lnTo>
                    <a:pt x="1048" y="354"/>
                  </a:lnTo>
                  <a:lnTo>
                    <a:pt x="1049" y="344"/>
                  </a:lnTo>
                  <a:lnTo>
                    <a:pt x="1050" y="344"/>
                  </a:lnTo>
                  <a:lnTo>
                    <a:pt x="1051" y="347"/>
                  </a:lnTo>
                  <a:lnTo>
                    <a:pt x="1052" y="356"/>
                  </a:lnTo>
                  <a:lnTo>
                    <a:pt x="1053" y="365"/>
                  </a:lnTo>
                  <a:lnTo>
                    <a:pt x="1054" y="370"/>
                  </a:lnTo>
                  <a:lnTo>
                    <a:pt x="1055" y="367"/>
                  </a:lnTo>
                  <a:lnTo>
                    <a:pt x="1056" y="363"/>
                  </a:lnTo>
                  <a:lnTo>
                    <a:pt x="1057" y="372"/>
                  </a:lnTo>
                  <a:lnTo>
                    <a:pt x="1058" y="400"/>
                  </a:lnTo>
                  <a:lnTo>
                    <a:pt x="1059" y="449"/>
                  </a:lnTo>
                  <a:lnTo>
                    <a:pt x="1059" y="491"/>
                  </a:lnTo>
                  <a:lnTo>
                    <a:pt x="1060" y="528"/>
                  </a:lnTo>
                  <a:lnTo>
                    <a:pt x="1061" y="590"/>
                  </a:lnTo>
                  <a:lnTo>
                    <a:pt x="1062" y="651"/>
                  </a:lnTo>
                  <a:lnTo>
                    <a:pt x="1063" y="665"/>
                  </a:lnTo>
                  <a:lnTo>
                    <a:pt x="1064" y="642"/>
                  </a:lnTo>
                  <a:lnTo>
                    <a:pt x="1065" y="628"/>
                  </a:lnTo>
                  <a:lnTo>
                    <a:pt x="1066" y="632"/>
                  </a:lnTo>
                  <a:lnTo>
                    <a:pt x="1067" y="635"/>
                  </a:lnTo>
                  <a:lnTo>
                    <a:pt x="1068" y="653"/>
                  </a:lnTo>
                  <a:lnTo>
                    <a:pt x="1069" y="665"/>
                  </a:lnTo>
                  <a:lnTo>
                    <a:pt x="1070" y="660"/>
                  </a:lnTo>
                  <a:lnTo>
                    <a:pt x="1071" y="646"/>
                  </a:lnTo>
                  <a:lnTo>
                    <a:pt x="1071" y="639"/>
                  </a:lnTo>
                  <a:lnTo>
                    <a:pt x="1073" y="626"/>
                  </a:lnTo>
                  <a:lnTo>
                    <a:pt x="1073" y="618"/>
                  </a:lnTo>
                  <a:lnTo>
                    <a:pt x="1074" y="612"/>
                  </a:lnTo>
                  <a:lnTo>
                    <a:pt x="1075" y="609"/>
                  </a:lnTo>
                  <a:lnTo>
                    <a:pt x="1076" y="614"/>
                  </a:lnTo>
                  <a:lnTo>
                    <a:pt x="1077" y="630"/>
                  </a:lnTo>
                  <a:lnTo>
                    <a:pt x="1078" y="632"/>
                  </a:lnTo>
                  <a:lnTo>
                    <a:pt x="1079" y="637"/>
                  </a:lnTo>
                  <a:lnTo>
                    <a:pt x="1080" y="626"/>
                  </a:lnTo>
                  <a:lnTo>
                    <a:pt x="1081" y="621"/>
                  </a:lnTo>
                  <a:lnTo>
                    <a:pt x="1082" y="616"/>
                  </a:lnTo>
                  <a:lnTo>
                    <a:pt x="1083" y="621"/>
                  </a:lnTo>
                  <a:lnTo>
                    <a:pt x="1083" y="642"/>
                  </a:lnTo>
                  <a:lnTo>
                    <a:pt x="1085" y="649"/>
                  </a:lnTo>
                  <a:lnTo>
                    <a:pt x="1085" y="642"/>
                  </a:lnTo>
                  <a:lnTo>
                    <a:pt x="1086" y="630"/>
                  </a:lnTo>
                  <a:lnTo>
                    <a:pt x="1087" y="623"/>
                  </a:lnTo>
                  <a:lnTo>
                    <a:pt x="1088" y="628"/>
                  </a:lnTo>
                  <a:lnTo>
                    <a:pt x="1089" y="626"/>
                  </a:lnTo>
                  <a:lnTo>
                    <a:pt x="1090" y="623"/>
                  </a:lnTo>
                  <a:lnTo>
                    <a:pt x="1091" y="621"/>
                  </a:lnTo>
                  <a:lnTo>
                    <a:pt x="1092" y="639"/>
                  </a:lnTo>
                  <a:lnTo>
                    <a:pt x="1093" y="644"/>
                  </a:lnTo>
                  <a:lnTo>
                    <a:pt x="1094" y="637"/>
                  </a:lnTo>
                  <a:lnTo>
                    <a:pt x="1095" y="644"/>
                  </a:lnTo>
                  <a:lnTo>
                    <a:pt x="1095" y="646"/>
                  </a:lnTo>
                  <a:lnTo>
                    <a:pt x="1097" y="656"/>
                  </a:lnTo>
                  <a:lnTo>
                    <a:pt x="1098" y="651"/>
                  </a:lnTo>
                  <a:lnTo>
                    <a:pt x="1098" y="653"/>
                  </a:lnTo>
                  <a:lnTo>
                    <a:pt x="1100" y="660"/>
                  </a:lnTo>
                  <a:lnTo>
                    <a:pt x="1100" y="658"/>
                  </a:lnTo>
                  <a:lnTo>
                    <a:pt x="1101" y="637"/>
                  </a:lnTo>
                  <a:lnTo>
                    <a:pt x="1102" y="628"/>
                  </a:lnTo>
                  <a:lnTo>
                    <a:pt x="1103" y="630"/>
                  </a:lnTo>
                  <a:lnTo>
                    <a:pt x="1104" y="632"/>
                  </a:lnTo>
                  <a:lnTo>
                    <a:pt x="1105" y="637"/>
                  </a:lnTo>
                  <a:lnTo>
                    <a:pt x="1106" y="626"/>
                  </a:lnTo>
                  <a:lnTo>
                    <a:pt x="1107" y="621"/>
                  </a:lnTo>
                  <a:lnTo>
                    <a:pt x="1108" y="623"/>
                  </a:lnTo>
                  <a:lnTo>
                    <a:pt x="1109" y="626"/>
                  </a:lnTo>
                  <a:lnTo>
                    <a:pt x="1110" y="616"/>
                  </a:lnTo>
                  <a:lnTo>
                    <a:pt x="1110" y="609"/>
                  </a:lnTo>
                  <a:lnTo>
                    <a:pt x="1112" y="598"/>
                  </a:lnTo>
                  <a:lnTo>
                    <a:pt x="1112" y="588"/>
                  </a:lnTo>
                  <a:lnTo>
                    <a:pt x="1113" y="584"/>
                  </a:lnTo>
                  <a:lnTo>
                    <a:pt x="1114" y="577"/>
                  </a:lnTo>
                  <a:lnTo>
                    <a:pt x="1115" y="572"/>
                  </a:lnTo>
                  <a:lnTo>
                    <a:pt x="1116" y="556"/>
                  </a:lnTo>
                  <a:lnTo>
                    <a:pt x="1117" y="537"/>
                  </a:lnTo>
                  <a:lnTo>
                    <a:pt x="1118" y="530"/>
                  </a:lnTo>
                  <a:lnTo>
                    <a:pt x="1119" y="532"/>
                  </a:lnTo>
                  <a:lnTo>
                    <a:pt x="1120" y="519"/>
                  </a:lnTo>
                  <a:lnTo>
                    <a:pt x="1121" y="505"/>
                  </a:lnTo>
                  <a:lnTo>
                    <a:pt x="1122" y="502"/>
                  </a:lnTo>
                  <a:lnTo>
                    <a:pt x="1123" y="507"/>
                  </a:lnTo>
                  <a:lnTo>
                    <a:pt x="1124" y="507"/>
                  </a:lnTo>
                  <a:lnTo>
                    <a:pt x="1124" y="502"/>
                  </a:lnTo>
                  <a:lnTo>
                    <a:pt x="1125" y="497"/>
                  </a:lnTo>
                  <a:lnTo>
                    <a:pt x="1126" y="500"/>
                  </a:lnTo>
                  <a:lnTo>
                    <a:pt x="1127" y="502"/>
                  </a:lnTo>
                  <a:lnTo>
                    <a:pt x="1128" y="502"/>
                  </a:lnTo>
                  <a:lnTo>
                    <a:pt x="1129" y="502"/>
                  </a:lnTo>
                  <a:lnTo>
                    <a:pt x="1130" y="512"/>
                  </a:lnTo>
                  <a:lnTo>
                    <a:pt x="1131" y="519"/>
                  </a:lnTo>
                  <a:lnTo>
                    <a:pt x="1132" y="512"/>
                  </a:lnTo>
                  <a:lnTo>
                    <a:pt x="1133" y="514"/>
                  </a:lnTo>
                  <a:lnTo>
                    <a:pt x="1134" y="526"/>
                  </a:lnTo>
                  <a:lnTo>
                    <a:pt x="1135" y="537"/>
                  </a:lnTo>
                  <a:lnTo>
                    <a:pt x="1136" y="530"/>
                  </a:lnTo>
                  <a:lnTo>
                    <a:pt x="1136" y="528"/>
                  </a:lnTo>
                  <a:lnTo>
                    <a:pt x="1138" y="535"/>
                  </a:lnTo>
                  <a:lnTo>
                    <a:pt x="1138" y="549"/>
                  </a:lnTo>
                  <a:lnTo>
                    <a:pt x="1139" y="554"/>
                  </a:lnTo>
                  <a:lnTo>
                    <a:pt x="1140" y="549"/>
                  </a:lnTo>
                  <a:lnTo>
                    <a:pt x="1141" y="546"/>
                  </a:lnTo>
                  <a:lnTo>
                    <a:pt x="1142" y="551"/>
                  </a:lnTo>
                  <a:lnTo>
                    <a:pt x="1143" y="554"/>
                  </a:lnTo>
                  <a:lnTo>
                    <a:pt x="1144" y="546"/>
                  </a:lnTo>
                  <a:lnTo>
                    <a:pt x="1145" y="546"/>
                  </a:lnTo>
                  <a:lnTo>
                    <a:pt x="1146" y="556"/>
                  </a:lnTo>
                  <a:lnTo>
                    <a:pt x="1147" y="565"/>
                  </a:lnTo>
                  <a:lnTo>
                    <a:pt x="1148" y="570"/>
                  </a:lnTo>
                  <a:lnTo>
                    <a:pt x="1148" y="565"/>
                  </a:lnTo>
                  <a:lnTo>
                    <a:pt x="1150" y="563"/>
                  </a:lnTo>
                  <a:lnTo>
                    <a:pt x="1150" y="563"/>
                  </a:lnTo>
                  <a:lnTo>
                    <a:pt x="1151" y="558"/>
                  </a:lnTo>
                  <a:lnTo>
                    <a:pt x="1152" y="558"/>
                  </a:lnTo>
                  <a:lnTo>
                    <a:pt x="1153" y="560"/>
                  </a:lnTo>
                  <a:lnTo>
                    <a:pt x="1154" y="572"/>
                  </a:lnTo>
                  <a:lnTo>
                    <a:pt x="1155" y="581"/>
                  </a:lnTo>
                  <a:lnTo>
                    <a:pt x="1156" y="593"/>
                  </a:lnTo>
                  <a:lnTo>
                    <a:pt x="1157" y="609"/>
                  </a:lnTo>
                  <a:lnTo>
                    <a:pt x="1158" y="623"/>
                  </a:lnTo>
                  <a:lnTo>
                    <a:pt x="1159" y="632"/>
                  </a:lnTo>
                  <a:lnTo>
                    <a:pt x="1160" y="635"/>
                  </a:lnTo>
                  <a:lnTo>
                    <a:pt x="1160" y="653"/>
                  </a:lnTo>
                  <a:lnTo>
                    <a:pt x="1162" y="674"/>
                  </a:lnTo>
                  <a:lnTo>
                    <a:pt x="1162" y="688"/>
                  </a:lnTo>
                  <a:lnTo>
                    <a:pt x="1163" y="681"/>
                  </a:lnTo>
                  <a:lnTo>
                    <a:pt x="1164" y="672"/>
                  </a:lnTo>
                  <a:lnTo>
                    <a:pt x="1165" y="660"/>
                  </a:lnTo>
                  <a:lnTo>
                    <a:pt x="1166" y="635"/>
                  </a:lnTo>
                  <a:lnTo>
                    <a:pt x="1167" y="612"/>
                  </a:lnTo>
                  <a:lnTo>
                    <a:pt x="1168" y="602"/>
                  </a:lnTo>
                  <a:lnTo>
                    <a:pt x="1169" y="581"/>
                  </a:lnTo>
                  <a:lnTo>
                    <a:pt x="1170" y="535"/>
                  </a:lnTo>
                  <a:lnTo>
                    <a:pt x="1171" y="460"/>
                  </a:lnTo>
                  <a:lnTo>
                    <a:pt x="1172" y="398"/>
                  </a:lnTo>
                  <a:lnTo>
                    <a:pt x="1173" y="363"/>
                  </a:lnTo>
                  <a:lnTo>
                    <a:pt x="1174" y="340"/>
                  </a:lnTo>
                  <a:lnTo>
                    <a:pt x="1174" y="321"/>
                  </a:lnTo>
                  <a:lnTo>
                    <a:pt x="1175" y="349"/>
                  </a:lnTo>
                  <a:lnTo>
                    <a:pt x="1176" y="423"/>
                  </a:lnTo>
                  <a:lnTo>
                    <a:pt x="1177" y="563"/>
                  </a:lnTo>
                  <a:lnTo>
                    <a:pt x="1178" y="714"/>
                  </a:lnTo>
                  <a:lnTo>
                    <a:pt x="1179" y="816"/>
                  </a:lnTo>
                  <a:lnTo>
                    <a:pt x="1180" y="860"/>
                  </a:lnTo>
                  <a:lnTo>
                    <a:pt x="1181" y="874"/>
                  </a:lnTo>
                  <a:lnTo>
                    <a:pt x="1182" y="895"/>
                  </a:lnTo>
                  <a:lnTo>
                    <a:pt x="1183" y="897"/>
                  </a:lnTo>
                  <a:lnTo>
                    <a:pt x="1184" y="839"/>
                  </a:lnTo>
                  <a:lnTo>
                    <a:pt x="1185" y="800"/>
                  </a:lnTo>
                  <a:lnTo>
                    <a:pt x="1186" y="755"/>
                  </a:lnTo>
                  <a:lnTo>
                    <a:pt x="1186" y="711"/>
                  </a:lnTo>
                  <a:lnTo>
                    <a:pt x="1188" y="688"/>
                  </a:lnTo>
                  <a:lnTo>
                    <a:pt x="1188" y="677"/>
                  </a:lnTo>
                  <a:lnTo>
                    <a:pt x="1189" y="658"/>
                  </a:lnTo>
                  <a:lnTo>
                    <a:pt x="1190" y="637"/>
                  </a:lnTo>
                  <a:lnTo>
                    <a:pt x="1191" y="632"/>
                  </a:lnTo>
                  <a:lnTo>
                    <a:pt x="1192" y="635"/>
                  </a:lnTo>
                  <a:lnTo>
                    <a:pt x="1193" y="632"/>
                  </a:lnTo>
                  <a:lnTo>
                    <a:pt x="1194" y="628"/>
                  </a:lnTo>
                  <a:lnTo>
                    <a:pt x="1195" y="621"/>
                  </a:lnTo>
                  <a:lnTo>
                    <a:pt x="1196" y="621"/>
                  </a:lnTo>
                  <a:lnTo>
                    <a:pt x="1197" y="623"/>
                  </a:lnTo>
                  <a:lnTo>
                    <a:pt x="1198" y="621"/>
                  </a:lnTo>
                  <a:lnTo>
                    <a:pt x="1198" y="618"/>
                  </a:lnTo>
                  <a:lnTo>
                    <a:pt x="1200" y="618"/>
                  </a:lnTo>
                  <a:lnTo>
                    <a:pt x="1200" y="621"/>
                  </a:lnTo>
                  <a:lnTo>
                    <a:pt x="1201" y="616"/>
                  </a:lnTo>
                  <a:lnTo>
                    <a:pt x="1202" y="609"/>
                  </a:lnTo>
                  <a:lnTo>
                    <a:pt x="1203" y="604"/>
                  </a:lnTo>
                  <a:lnTo>
                    <a:pt x="1204" y="609"/>
                  </a:lnTo>
                  <a:lnTo>
                    <a:pt x="1205" y="602"/>
                  </a:lnTo>
                  <a:lnTo>
                    <a:pt x="1206" y="600"/>
                  </a:lnTo>
                  <a:lnTo>
                    <a:pt x="1207" y="593"/>
                  </a:lnTo>
                  <a:lnTo>
                    <a:pt x="1208" y="593"/>
                  </a:lnTo>
                  <a:lnTo>
                    <a:pt x="1209" y="593"/>
                  </a:lnTo>
                  <a:lnTo>
                    <a:pt x="1210" y="581"/>
                  </a:lnTo>
                  <a:lnTo>
                    <a:pt x="1210" y="584"/>
                  </a:lnTo>
                  <a:lnTo>
                    <a:pt x="1212" y="579"/>
                  </a:lnTo>
                  <a:lnTo>
                    <a:pt x="1212" y="584"/>
                  </a:lnTo>
                  <a:lnTo>
                    <a:pt x="1213" y="574"/>
                  </a:lnTo>
                  <a:lnTo>
                    <a:pt x="1214" y="572"/>
                  </a:lnTo>
                  <a:lnTo>
                    <a:pt x="1215" y="572"/>
                  </a:lnTo>
                  <a:lnTo>
                    <a:pt x="1216" y="574"/>
                  </a:lnTo>
                  <a:lnTo>
                    <a:pt x="1217" y="567"/>
                  </a:lnTo>
                  <a:lnTo>
                    <a:pt x="1218" y="567"/>
                  </a:lnTo>
                  <a:lnTo>
                    <a:pt x="1219" y="567"/>
                  </a:lnTo>
                  <a:lnTo>
                    <a:pt x="1220" y="574"/>
                  </a:lnTo>
                  <a:lnTo>
                    <a:pt x="1221" y="572"/>
                  </a:lnTo>
                  <a:lnTo>
                    <a:pt x="1222" y="567"/>
                  </a:lnTo>
                  <a:lnTo>
                    <a:pt x="1223" y="572"/>
                  </a:lnTo>
                  <a:lnTo>
                    <a:pt x="1224" y="584"/>
                  </a:lnTo>
                  <a:lnTo>
                    <a:pt x="1224" y="581"/>
                  </a:lnTo>
                  <a:lnTo>
                    <a:pt x="1225" y="577"/>
                  </a:lnTo>
                  <a:lnTo>
                    <a:pt x="1226" y="579"/>
                  </a:lnTo>
                  <a:lnTo>
                    <a:pt x="1227" y="581"/>
                  </a:lnTo>
                  <a:lnTo>
                    <a:pt x="1228" y="584"/>
                  </a:lnTo>
                  <a:lnTo>
                    <a:pt x="1229" y="577"/>
                  </a:lnTo>
                  <a:lnTo>
                    <a:pt x="1230" y="577"/>
                  </a:lnTo>
                  <a:lnTo>
                    <a:pt x="1231" y="579"/>
                  </a:lnTo>
                  <a:lnTo>
                    <a:pt x="1232" y="579"/>
                  </a:lnTo>
                  <a:lnTo>
                    <a:pt x="1233" y="570"/>
                  </a:lnTo>
                  <a:lnTo>
                    <a:pt x="1234" y="565"/>
                  </a:lnTo>
                  <a:lnTo>
                    <a:pt x="1235" y="567"/>
                  </a:lnTo>
                  <a:lnTo>
                    <a:pt x="1236" y="567"/>
                  </a:lnTo>
                  <a:lnTo>
                    <a:pt x="1236" y="563"/>
                  </a:lnTo>
                  <a:lnTo>
                    <a:pt x="1238" y="558"/>
                  </a:lnTo>
                  <a:lnTo>
                    <a:pt x="1238" y="560"/>
                  </a:lnTo>
                  <a:lnTo>
                    <a:pt x="1239" y="565"/>
                  </a:lnTo>
                  <a:lnTo>
                    <a:pt x="1240" y="563"/>
                  </a:lnTo>
                  <a:lnTo>
                    <a:pt x="1241" y="567"/>
                  </a:lnTo>
                  <a:lnTo>
                    <a:pt x="1242" y="567"/>
                  </a:lnTo>
                  <a:lnTo>
                    <a:pt x="1243" y="574"/>
                  </a:lnTo>
                  <a:lnTo>
                    <a:pt x="1244" y="574"/>
                  </a:lnTo>
                  <a:lnTo>
                    <a:pt x="1245" y="572"/>
                  </a:lnTo>
                  <a:lnTo>
                    <a:pt x="1246" y="572"/>
                  </a:lnTo>
                  <a:lnTo>
                    <a:pt x="1247" y="579"/>
                  </a:lnTo>
                  <a:lnTo>
                    <a:pt x="1248" y="577"/>
                  </a:lnTo>
                  <a:lnTo>
                    <a:pt x="1248" y="577"/>
                  </a:lnTo>
                  <a:lnTo>
                    <a:pt x="1250" y="577"/>
                  </a:lnTo>
                  <a:lnTo>
                    <a:pt x="1250" y="579"/>
                  </a:lnTo>
                  <a:lnTo>
                    <a:pt x="1251" y="579"/>
                  </a:lnTo>
                  <a:lnTo>
                    <a:pt x="1252" y="577"/>
                  </a:lnTo>
                  <a:lnTo>
                    <a:pt x="1253" y="581"/>
                  </a:lnTo>
                  <a:lnTo>
                    <a:pt x="1254" y="584"/>
                  </a:lnTo>
                  <a:lnTo>
                    <a:pt x="1255" y="584"/>
                  </a:lnTo>
                  <a:lnTo>
                    <a:pt x="1256" y="581"/>
                  </a:lnTo>
                  <a:lnTo>
                    <a:pt x="1257" y="584"/>
                  </a:lnTo>
                  <a:lnTo>
                    <a:pt x="1258" y="590"/>
                  </a:lnTo>
                  <a:lnTo>
                    <a:pt x="1259" y="593"/>
                  </a:lnTo>
                  <a:lnTo>
                    <a:pt x="1260" y="590"/>
                  </a:lnTo>
                  <a:lnTo>
                    <a:pt x="1260" y="588"/>
                  </a:lnTo>
                  <a:lnTo>
                    <a:pt x="1262" y="593"/>
                  </a:lnTo>
                  <a:lnTo>
                    <a:pt x="1263" y="590"/>
                  </a:lnTo>
                  <a:lnTo>
                    <a:pt x="1263" y="590"/>
                  </a:lnTo>
                  <a:lnTo>
                    <a:pt x="1265" y="588"/>
                  </a:lnTo>
                  <a:lnTo>
                    <a:pt x="1265" y="588"/>
                  </a:lnTo>
                  <a:lnTo>
                    <a:pt x="1266" y="595"/>
                  </a:lnTo>
                  <a:lnTo>
                    <a:pt x="1267" y="598"/>
                  </a:lnTo>
                  <a:lnTo>
                    <a:pt x="1268" y="590"/>
                  </a:lnTo>
                  <a:lnTo>
                    <a:pt x="1269" y="602"/>
                  </a:lnTo>
                  <a:lnTo>
                    <a:pt x="1270" y="602"/>
                  </a:lnTo>
                  <a:lnTo>
                    <a:pt x="1271" y="590"/>
                  </a:lnTo>
                  <a:lnTo>
                    <a:pt x="1272" y="584"/>
                  </a:lnTo>
                  <a:lnTo>
                    <a:pt x="1273" y="584"/>
                  </a:lnTo>
                  <a:lnTo>
                    <a:pt x="1274" y="588"/>
                  </a:lnTo>
                  <a:lnTo>
                    <a:pt x="1275" y="588"/>
                  </a:lnTo>
                  <a:lnTo>
                    <a:pt x="1275" y="586"/>
                  </a:lnTo>
                  <a:lnTo>
                    <a:pt x="1277" y="579"/>
                  </a:lnTo>
                  <a:lnTo>
                    <a:pt x="1277" y="579"/>
                  </a:lnTo>
                  <a:lnTo>
                    <a:pt x="1278" y="577"/>
                  </a:lnTo>
                  <a:lnTo>
                    <a:pt x="1279" y="572"/>
                  </a:lnTo>
                  <a:lnTo>
                    <a:pt x="1280" y="572"/>
                  </a:lnTo>
                  <a:lnTo>
                    <a:pt x="1281" y="579"/>
                  </a:lnTo>
                  <a:lnTo>
                    <a:pt x="1282" y="577"/>
                  </a:lnTo>
                  <a:lnTo>
                    <a:pt x="1283" y="574"/>
                  </a:lnTo>
                  <a:lnTo>
                    <a:pt x="1284" y="572"/>
                  </a:lnTo>
                  <a:lnTo>
                    <a:pt x="1285" y="579"/>
                  </a:lnTo>
                  <a:lnTo>
                    <a:pt x="1286" y="588"/>
                  </a:lnTo>
                  <a:lnTo>
                    <a:pt x="1287" y="588"/>
                  </a:lnTo>
                  <a:lnTo>
                    <a:pt x="1288" y="590"/>
                  </a:lnTo>
                  <a:lnTo>
                    <a:pt x="1289" y="598"/>
                  </a:lnTo>
                  <a:lnTo>
                    <a:pt x="1289" y="600"/>
                  </a:lnTo>
                  <a:lnTo>
                    <a:pt x="1290" y="590"/>
                  </a:lnTo>
                  <a:lnTo>
                    <a:pt x="1291" y="593"/>
                  </a:lnTo>
                  <a:lnTo>
                    <a:pt x="1292" y="593"/>
                  </a:lnTo>
                  <a:lnTo>
                    <a:pt x="1293" y="600"/>
                  </a:lnTo>
                  <a:lnTo>
                    <a:pt x="1294" y="598"/>
                  </a:lnTo>
                  <a:lnTo>
                    <a:pt x="1295" y="595"/>
                  </a:lnTo>
                  <a:lnTo>
                    <a:pt x="1296" y="598"/>
                  </a:lnTo>
                  <a:lnTo>
                    <a:pt x="1297" y="604"/>
                  </a:lnTo>
                  <a:lnTo>
                    <a:pt x="1298" y="600"/>
                  </a:lnTo>
                  <a:lnTo>
                    <a:pt x="1299" y="602"/>
                  </a:lnTo>
                  <a:lnTo>
                    <a:pt x="1300" y="593"/>
                  </a:lnTo>
                  <a:lnTo>
                    <a:pt x="1301" y="595"/>
                  </a:lnTo>
                  <a:lnTo>
                    <a:pt x="1301" y="600"/>
                  </a:lnTo>
                  <a:lnTo>
                    <a:pt x="1303" y="595"/>
                  </a:lnTo>
                  <a:lnTo>
                    <a:pt x="1303" y="593"/>
                  </a:lnTo>
                  <a:lnTo>
                    <a:pt x="1304" y="602"/>
                  </a:lnTo>
                  <a:lnTo>
                    <a:pt x="1305" y="600"/>
                  </a:lnTo>
                  <a:lnTo>
                    <a:pt x="1306" y="595"/>
                  </a:lnTo>
                  <a:lnTo>
                    <a:pt x="1307" y="595"/>
                  </a:lnTo>
                  <a:lnTo>
                    <a:pt x="1308" y="600"/>
                  </a:lnTo>
                  <a:lnTo>
                    <a:pt x="1309" y="598"/>
                  </a:lnTo>
                  <a:lnTo>
                    <a:pt x="1310" y="598"/>
                  </a:lnTo>
                  <a:lnTo>
                    <a:pt x="1311" y="593"/>
                  </a:lnTo>
                  <a:lnTo>
                    <a:pt x="1312" y="600"/>
                  </a:lnTo>
                  <a:lnTo>
                    <a:pt x="1313" y="602"/>
                  </a:lnTo>
                  <a:lnTo>
                    <a:pt x="1313" y="595"/>
                  </a:lnTo>
                  <a:lnTo>
                    <a:pt x="1315" y="590"/>
                  </a:lnTo>
                  <a:lnTo>
                    <a:pt x="1315" y="600"/>
                  </a:lnTo>
                  <a:lnTo>
                    <a:pt x="1316" y="609"/>
                  </a:lnTo>
                  <a:lnTo>
                    <a:pt x="1317" y="607"/>
                  </a:lnTo>
                  <a:lnTo>
                    <a:pt x="1318" y="598"/>
                  </a:lnTo>
                  <a:lnTo>
                    <a:pt x="1319" y="600"/>
                  </a:lnTo>
                  <a:lnTo>
                    <a:pt x="1320" y="604"/>
                  </a:lnTo>
                  <a:lnTo>
                    <a:pt x="1321" y="602"/>
                  </a:lnTo>
                  <a:lnTo>
                    <a:pt x="1322" y="598"/>
                  </a:lnTo>
                  <a:lnTo>
                    <a:pt x="1323" y="598"/>
                  </a:lnTo>
                  <a:lnTo>
                    <a:pt x="1324" y="602"/>
                  </a:lnTo>
                  <a:lnTo>
                    <a:pt x="1325" y="602"/>
                  </a:lnTo>
                  <a:lnTo>
                    <a:pt x="1325" y="595"/>
                  </a:lnTo>
                  <a:lnTo>
                    <a:pt x="1327" y="602"/>
                  </a:lnTo>
                  <a:lnTo>
                    <a:pt x="1327" y="602"/>
                  </a:lnTo>
                  <a:lnTo>
                    <a:pt x="1328" y="607"/>
                  </a:lnTo>
                  <a:lnTo>
                    <a:pt x="1329" y="600"/>
                  </a:lnTo>
                  <a:lnTo>
                    <a:pt x="1330" y="598"/>
                  </a:lnTo>
                  <a:lnTo>
                    <a:pt x="1331" y="602"/>
                  </a:lnTo>
                  <a:lnTo>
                    <a:pt x="1332" y="607"/>
                  </a:lnTo>
                  <a:lnTo>
                    <a:pt x="1333" y="602"/>
                  </a:lnTo>
                  <a:lnTo>
                    <a:pt x="1334" y="598"/>
                  </a:lnTo>
                  <a:lnTo>
                    <a:pt x="1335" y="602"/>
                  </a:lnTo>
                  <a:lnTo>
                    <a:pt x="1336" y="609"/>
                  </a:lnTo>
                  <a:lnTo>
                    <a:pt x="1337" y="602"/>
                  </a:lnTo>
                  <a:lnTo>
                    <a:pt x="1338" y="598"/>
                  </a:lnTo>
                  <a:lnTo>
                    <a:pt x="1339" y="600"/>
                  </a:lnTo>
                  <a:lnTo>
                    <a:pt x="1339" y="602"/>
                  </a:lnTo>
                  <a:lnTo>
                    <a:pt x="1340" y="598"/>
                  </a:lnTo>
                  <a:lnTo>
                    <a:pt x="1341" y="595"/>
                  </a:lnTo>
                  <a:lnTo>
                    <a:pt x="1342" y="593"/>
                  </a:lnTo>
                  <a:lnTo>
                    <a:pt x="1343" y="598"/>
                  </a:lnTo>
                  <a:lnTo>
                    <a:pt x="1344" y="598"/>
                  </a:lnTo>
                  <a:lnTo>
                    <a:pt x="1345" y="598"/>
                  </a:lnTo>
                  <a:lnTo>
                    <a:pt x="1346" y="593"/>
                  </a:lnTo>
                  <a:lnTo>
                    <a:pt x="1347" y="595"/>
                  </a:lnTo>
                  <a:lnTo>
                    <a:pt x="1348" y="595"/>
                  </a:lnTo>
                  <a:lnTo>
                    <a:pt x="1349" y="588"/>
                  </a:lnTo>
                  <a:lnTo>
                    <a:pt x="1350" y="586"/>
                  </a:lnTo>
                  <a:lnTo>
                    <a:pt x="1351" y="588"/>
                  </a:lnTo>
                  <a:lnTo>
                    <a:pt x="1351" y="593"/>
                  </a:lnTo>
                  <a:lnTo>
                    <a:pt x="1353" y="586"/>
                  </a:lnTo>
                  <a:lnTo>
                    <a:pt x="1353" y="581"/>
                  </a:lnTo>
                  <a:lnTo>
                    <a:pt x="1354" y="584"/>
                  </a:lnTo>
                  <a:lnTo>
                    <a:pt x="1355" y="586"/>
                  </a:lnTo>
                  <a:lnTo>
                    <a:pt x="1356" y="584"/>
                  </a:lnTo>
                  <a:lnTo>
                    <a:pt x="1357" y="577"/>
                  </a:lnTo>
                  <a:lnTo>
                    <a:pt x="1358" y="581"/>
                  </a:lnTo>
                  <a:lnTo>
                    <a:pt x="1359" y="584"/>
                  </a:lnTo>
                  <a:lnTo>
                    <a:pt x="1360" y="577"/>
                  </a:lnTo>
                  <a:lnTo>
                    <a:pt x="1361" y="570"/>
                  </a:lnTo>
                  <a:lnTo>
                    <a:pt x="1362" y="565"/>
                  </a:lnTo>
                  <a:lnTo>
                    <a:pt x="1363" y="558"/>
                  </a:lnTo>
                  <a:lnTo>
                    <a:pt x="1363" y="532"/>
                  </a:lnTo>
                  <a:lnTo>
                    <a:pt x="1365" y="486"/>
                  </a:lnTo>
                  <a:lnTo>
                    <a:pt x="1365" y="356"/>
                  </a:lnTo>
                  <a:lnTo>
                    <a:pt x="1366" y="121"/>
                  </a:lnTo>
                  <a:lnTo>
                    <a:pt x="1367" y="75"/>
                  </a:lnTo>
                  <a:lnTo>
                    <a:pt x="1368" y="109"/>
                  </a:lnTo>
                  <a:lnTo>
                    <a:pt x="1369" y="372"/>
                  </a:lnTo>
                  <a:lnTo>
                    <a:pt x="1370" y="375"/>
                  </a:lnTo>
                  <a:lnTo>
                    <a:pt x="1371" y="363"/>
                  </a:lnTo>
                  <a:lnTo>
                    <a:pt x="1372" y="351"/>
                  </a:lnTo>
                  <a:lnTo>
                    <a:pt x="1373" y="349"/>
                  </a:lnTo>
                  <a:lnTo>
                    <a:pt x="1374" y="342"/>
                  </a:lnTo>
                  <a:lnTo>
                    <a:pt x="1375" y="337"/>
                  </a:lnTo>
                  <a:lnTo>
                    <a:pt x="1375" y="337"/>
                  </a:lnTo>
                  <a:lnTo>
                    <a:pt x="1377" y="342"/>
                  </a:lnTo>
                  <a:lnTo>
                    <a:pt x="1377" y="347"/>
                  </a:lnTo>
                  <a:lnTo>
                    <a:pt x="1378" y="342"/>
                  </a:lnTo>
                  <a:lnTo>
                    <a:pt x="1379" y="332"/>
                  </a:lnTo>
                  <a:lnTo>
                    <a:pt x="1380" y="335"/>
                  </a:lnTo>
                  <a:lnTo>
                    <a:pt x="1381" y="337"/>
                  </a:lnTo>
                  <a:lnTo>
                    <a:pt x="1382" y="354"/>
                  </a:lnTo>
                  <a:lnTo>
                    <a:pt x="1383" y="381"/>
                  </a:lnTo>
                  <a:lnTo>
                    <a:pt x="1384" y="407"/>
                  </a:lnTo>
                  <a:lnTo>
                    <a:pt x="1385" y="437"/>
                  </a:lnTo>
                  <a:lnTo>
                    <a:pt x="1386" y="486"/>
                  </a:lnTo>
                  <a:lnTo>
                    <a:pt x="1387" y="535"/>
                  </a:lnTo>
                  <a:lnTo>
                    <a:pt x="1388" y="549"/>
                  </a:lnTo>
                  <a:lnTo>
                    <a:pt x="1389" y="535"/>
                  </a:lnTo>
                  <a:lnTo>
                    <a:pt x="1389" y="521"/>
                  </a:lnTo>
                  <a:lnTo>
                    <a:pt x="1390" y="526"/>
                  </a:lnTo>
                  <a:lnTo>
                    <a:pt x="1391" y="528"/>
                  </a:lnTo>
                  <a:lnTo>
                    <a:pt x="1392" y="558"/>
                  </a:lnTo>
                  <a:lnTo>
                    <a:pt x="1393" y="584"/>
                  </a:lnTo>
                  <a:lnTo>
                    <a:pt x="1394" y="595"/>
                  </a:lnTo>
                  <a:lnTo>
                    <a:pt x="1395" y="590"/>
                  </a:lnTo>
                  <a:lnTo>
                    <a:pt x="1396" y="598"/>
                  </a:lnTo>
                  <a:lnTo>
                    <a:pt x="1397" y="614"/>
                  </a:lnTo>
                  <a:lnTo>
                    <a:pt x="1398" y="623"/>
                  </a:lnTo>
                  <a:lnTo>
                    <a:pt x="1399" y="616"/>
                  </a:lnTo>
                  <a:lnTo>
                    <a:pt x="1400" y="612"/>
                  </a:lnTo>
                  <a:lnTo>
                    <a:pt x="1401" y="618"/>
                  </a:lnTo>
                  <a:lnTo>
                    <a:pt x="1401" y="632"/>
                  </a:lnTo>
                  <a:lnTo>
                    <a:pt x="1403" y="644"/>
                  </a:lnTo>
                  <a:lnTo>
                    <a:pt x="1403" y="646"/>
                  </a:lnTo>
                  <a:lnTo>
                    <a:pt x="1404" y="649"/>
                  </a:lnTo>
                  <a:lnTo>
                    <a:pt x="1405" y="646"/>
                  </a:lnTo>
                  <a:lnTo>
                    <a:pt x="1406" y="642"/>
                  </a:lnTo>
                  <a:lnTo>
                    <a:pt x="1407" y="639"/>
                  </a:lnTo>
                  <a:lnTo>
                    <a:pt x="1408" y="637"/>
                  </a:lnTo>
                  <a:lnTo>
                    <a:pt x="1409" y="639"/>
                  </a:lnTo>
                  <a:lnTo>
                    <a:pt x="1410" y="637"/>
                  </a:lnTo>
                  <a:lnTo>
                    <a:pt x="1411" y="630"/>
                  </a:lnTo>
                  <a:lnTo>
                    <a:pt x="1412" y="630"/>
                  </a:lnTo>
                  <a:lnTo>
                    <a:pt x="1413" y="637"/>
                  </a:lnTo>
                  <a:lnTo>
                    <a:pt x="1413" y="635"/>
                  </a:lnTo>
                  <a:lnTo>
                    <a:pt x="1415" y="632"/>
                  </a:lnTo>
                  <a:lnTo>
                    <a:pt x="1415" y="630"/>
                  </a:lnTo>
                  <a:lnTo>
                    <a:pt x="1416" y="635"/>
                  </a:lnTo>
                  <a:lnTo>
                    <a:pt x="1417" y="637"/>
                  </a:lnTo>
                  <a:lnTo>
                    <a:pt x="1418" y="628"/>
                  </a:lnTo>
                  <a:lnTo>
                    <a:pt x="1419" y="626"/>
                  </a:lnTo>
                  <a:lnTo>
                    <a:pt x="1420" y="630"/>
                  </a:lnTo>
                  <a:lnTo>
                    <a:pt x="1421" y="637"/>
                  </a:lnTo>
                  <a:lnTo>
                    <a:pt x="1422" y="628"/>
                  </a:lnTo>
                  <a:lnTo>
                    <a:pt x="1423" y="628"/>
                  </a:lnTo>
                  <a:lnTo>
                    <a:pt x="1424" y="626"/>
                  </a:lnTo>
                  <a:lnTo>
                    <a:pt x="1425" y="630"/>
                  </a:lnTo>
                  <a:lnTo>
                    <a:pt x="1426" y="621"/>
                  </a:lnTo>
                  <a:lnTo>
                    <a:pt x="1427" y="614"/>
                  </a:lnTo>
                  <a:lnTo>
                    <a:pt x="1428" y="616"/>
                  </a:lnTo>
                  <a:lnTo>
                    <a:pt x="1428" y="618"/>
                  </a:lnTo>
                  <a:lnTo>
                    <a:pt x="1430" y="607"/>
                  </a:lnTo>
                  <a:lnTo>
                    <a:pt x="1430" y="604"/>
                  </a:lnTo>
                  <a:lnTo>
                    <a:pt x="1431" y="609"/>
                  </a:lnTo>
                  <a:lnTo>
                    <a:pt x="1432" y="607"/>
                  </a:lnTo>
                  <a:lnTo>
                    <a:pt x="1433" y="600"/>
                  </a:lnTo>
                  <a:lnTo>
                    <a:pt x="1434" y="595"/>
                  </a:lnTo>
                  <a:lnTo>
                    <a:pt x="1435" y="588"/>
                  </a:lnTo>
                  <a:lnTo>
                    <a:pt x="1436" y="586"/>
                  </a:lnTo>
                  <a:lnTo>
                    <a:pt x="1437" y="581"/>
                  </a:lnTo>
                  <a:lnTo>
                    <a:pt x="1438" y="579"/>
                  </a:lnTo>
                  <a:lnTo>
                    <a:pt x="1439" y="560"/>
                  </a:lnTo>
                  <a:lnTo>
                    <a:pt x="1440" y="560"/>
                  </a:lnTo>
                  <a:lnTo>
                    <a:pt x="1440" y="556"/>
                  </a:lnTo>
                  <a:lnTo>
                    <a:pt x="1442" y="544"/>
                  </a:lnTo>
                  <a:lnTo>
                    <a:pt x="1442" y="540"/>
                  </a:lnTo>
                  <a:lnTo>
                    <a:pt x="1443" y="540"/>
                  </a:lnTo>
                  <a:lnTo>
                    <a:pt x="1444" y="532"/>
                  </a:lnTo>
                  <a:lnTo>
                    <a:pt x="1445" y="521"/>
                  </a:lnTo>
                  <a:lnTo>
                    <a:pt x="1446" y="516"/>
                  </a:lnTo>
                  <a:lnTo>
                    <a:pt x="1447" y="519"/>
                  </a:lnTo>
                  <a:lnTo>
                    <a:pt x="1448" y="516"/>
                  </a:lnTo>
                  <a:lnTo>
                    <a:pt x="1449" y="512"/>
                  </a:lnTo>
                  <a:lnTo>
                    <a:pt x="1450" y="500"/>
                  </a:lnTo>
                  <a:lnTo>
                    <a:pt x="1451" y="497"/>
                  </a:lnTo>
                  <a:lnTo>
                    <a:pt x="1452" y="502"/>
                  </a:lnTo>
                  <a:lnTo>
                    <a:pt x="1453" y="495"/>
                  </a:lnTo>
                  <a:lnTo>
                    <a:pt x="1454" y="495"/>
                  </a:lnTo>
                  <a:lnTo>
                    <a:pt x="1454" y="493"/>
                  </a:lnTo>
                  <a:lnTo>
                    <a:pt x="1455" y="495"/>
                  </a:lnTo>
                  <a:lnTo>
                    <a:pt x="1456" y="488"/>
                  </a:lnTo>
                  <a:lnTo>
                    <a:pt x="1457" y="486"/>
                  </a:lnTo>
                  <a:lnTo>
                    <a:pt x="1458" y="491"/>
                  </a:lnTo>
                  <a:lnTo>
                    <a:pt x="1459" y="497"/>
                  </a:lnTo>
                  <a:lnTo>
                    <a:pt x="1460" y="500"/>
                  </a:lnTo>
                  <a:lnTo>
                    <a:pt x="1461" y="502"/>
                  </a:lnTo>
                  <a:lnTo>
                    <a:pt x="1462" y="500"/>
                  </a:lnTo>
                  <a:lnTo>
                    <a:pt x="1463" y="500"/>
                  </a:lnTo>
                  <a:lnTo>
                    <a:pt x="1464" y="512"/>
                  </a:lnTo>
                  <a:lnTo>
                    <a:pt x="1465" y="507"/>
                  </a:lnTo>
                  <a:lnTo>
                    <a:pt x="1466" y="502"/>
                  </a:lnTo>
                  <a:lnTo>
                    <a:pt x="1466" y="509"/>
                  </a:lnTo>
                  <a:lnTo>
                    <a:pt x="1468" y="516"/>
                  </a:lnTo>
                  <a:lnTo>
                    <a:pt x="1468" y="512"/>
                  </a:lnTo>
                  <a:lnTo>
                    <a:pt x="1469" y="509"/>
                  </a:lnTo>
                  <a:lnTo>
                    <a:pt x="1470" y="519"/>
                  </a:lnTo>
                  <a:lnTo>
                    <a:pt x="1471" y="523"/>
                  </a:lnTo>
                  <a:lnTo>
                    <a:pt x="1472" y="523"/>
                  </a:lnTo>
                  <a:lnTo>
                    <a:pt x="1473" y="523"/>
                  </a:lnTo>
                  <a:lnTo>
                    <a:pt x="1474" y="523"/>
                  </a:lnTo>
                  <a:lnTo>
                    <a:pt x="1475" y="530"/>
                  </a:lnTo>
                  <a:lnTo>
                    <a:pt x="1476" y="530"/>
                  </a:lnTo>
                  <a:lnTo>
                    <a:pt x="1477" y="526"/>
                  </a:lnTo>
                  <a:lnTo>
                    <a:pt x="1478" y="530"/>
                  </a:lnTo>
                  <a:lnTo>
                    <a:pt x="1478" y="537"/>
                  </a:lnTo>
                  <a:lnTo>
                    <a:pt x="1480" y="535"/>
                  </a:lnTo>
                  <a:lnTo>
                    <a:pt x="1480" y="528"/>
                  </a:lnTo>
                  <a:lnTo>
                    <a:pt x="1481" y="532"/>
                  </a:lnTo>
                  <a:lnTo>
                    <a:pt x="1482" y="535"/>
                  </a:lnTo>
                  <a:lnTo>
                    <a:pt x="1483" y="540"/>
                  </a:lnTo>
                  <a:lnTo>
                    <a:pt x="1484" y="540"/>
                  </a:lnTo>
                  <a:lnTo>
                    <a:pt x="1485" y="540"/>
                  </a:lnTo>
                  <a:lnTo>
                    <a:pt x="1486" y="546"/>
                  </a:lnTo>
                  <a:lnTo>
                    <a:pt x="1487" y="549"/>
                  </a:lnTo>
                  <a:lnTo>
                    <a:pt x="1488" y="544"/>
                  </a:lnTo>
                  <a:lnTo>
                    <a:pt x="1489" y="546"/>
                  </a:lnTo>
                  <a:lnTo>
                    <a:pt x="1490" y="551"/>
                  </a:lnTo>
                  <a:lnTo>
                    <a:pt x="1490" y="554"/>
                  </a:lnTo>
                  <a:lnTo>
                    <a:pt x="1492" y="546"/>
                  </a:lnTo>
                  <a:lnTo>
                    <a:pt x="1492" y="546"/>
                  </a:lnTo>
                  <a:lnTo>
                    <a:pt x="1493" y="549"/>
                  </a:lnTo>
                  <a:lnTo>
                    <a:pt x="1494" y="544"/>
                  </a:lnTo>
                  <a:lnTo>
                    <a:pt x="1495" y="537"/>
                  </a:lnTo>
                  <a:lnTo>
                    <a:pt x="1496" y="540"/>
                  </a:lnTo>
                  <a:lnTo>
                    <a:pt x="1497" y="537"/>
                  </a:lnTo>
                  <a:lnTo>
                    <a:pt x="1498" y="544"/>
                  </a:lnTo>
                  <a:lnTo>
                    <a:pt x="1499" y="537"/>
                  </a:lnTo>
                  <a:lnTo>
                    <a:pt x="1500" y="535"/>
                  </a:lnTo>
                  <a:lnTo>
                    <a:pt x="1501" y="544"/>
                  </a:lnTo>
                  <a:lnTo>
                    <a:pt x="1502" y="546"/>
                  </a:lnTo>
                  <a:lnTo>
                    <a:pt x="1503" y="549"/>
                  </a:lnTo>
                  <a:lnTo>
                    <a:pt x="1504" y="544"/>
                  </a:lnTo>
                  <a:lnTo>
                    <a:pt x="1504" y="549"/>
                  </a:lnTo>
                  <a:lnTo>
                    <a:pt x="1505" y="558"/>
                  </a:lnTo>
                  <a:lnTo>
                    <a:pt x="1506" y="556"/>
                  </a:lnTo>
                  <a:lnTo>
                    <a:pt x="1507" y="556"/>
                  </a:lnTo>
                  <a:lnTo>
                    <a:pt x="1508" y="565"/>
                  </a:lnTo>
                  <a:lnTo>
                    <a:pt x="1509" y="577"/>
                  </a:lnTo>
                  <a:lnTo>
                    <a:pt x="1510" y="577"/>
                  </a:lnTo>
                  <a:lnTo>
                    <a:pt x="1511" y="565"/>
                  </a:lnTo>
                  <a:lnTo>
                    <a:pt x="1512" y="570"/>
                  </a:lnTo>
                  <a:lnTo>
                    <a:pt x="1513" y="572"/>
                  </a:lnTo>
                  <a:lnTo>
                    <a:pt x="1514" y="577"/>
                  </a:lnTo>
                  <a:lnTo>
                    <a:pt x="1515" y="572"/>
                  </a:lnTo>
                  <a:lnTo>
                    <a:pt x="1516" y="570"/>
                  </a:lnTo>
                  <a:lnTo>
                    <a:pt x="1516" y="581"/>
                  </a:lnTo>
                  <a:lnTo>
                    <a:pt x="1518" y="584"/>
                  </a:lnTo>
                  <a:lnTo>
                    <a:pt x="1518" y="579"/>
                  </a:lnTo>
                  <a:lnTo>
                    <a:pt x="1519" y="584"/>
                  </a:lnTo>
                  <a:lnTo>
                    <a:pt x="1520" y="581"/>
                  </a:lnTo>
                  <a:lnTo>
                    <a:pt x="1521" y="581"/>
                  </a:lnTo>
                  <a:lnTo>
                    <a:pt x="1522" y="574"/>
                  </a:lnTo>
                  <a:lnTo>
                    <a:pt x="1523" y="570"/>
                  </a:lnTo>
                  <a:lnTo>
                    <a:pt x="1524" y="572"/>
                  </a:lnTo>
                  <a:lnTo>
                    <a:pt x="1525" y="586"/>
                  </a:lnTo>
                  <a:lnTo>
                    <a:pt x="1526" y="584"/>
                  </a:lnTo>
                  <a:lnTo>
                    <a:pt x="1527" y="577"/>
                  </a:lnTo>
                  <a:lnTo>
                    <a:pt x="1528" y="581"/>
                  </a:lnTo>
                  <a:lnTo>
                    <a:pt x="1528" y="581"/>
                  </a:lnTo>
                  <a:lnTo>
                    <a:pt x="1530" y="581"/>
                  </a:lnTo>
                  <a:lnTo>
                    <a:pt x="1530" y="579"/>
                  </a:lnTo>
                  <a:lnTo>
                    <a:pt x="1531" y="577"/>
                  </a:lnTo>
                  <a:lnTo>
                    <a:pt x="1532" y="584"/>
                  </a:lnTo>
                  <a:lnTo>
                    <a:pt x="1533" y="586"/>
                  </a:lnTo>
                  <a:lnTo>
                    <a:pt x="1534" y="579"/>
                  </a:lnTo>
                  <a:lnTo>
                    <a:pt x="1535" y="579"/>
                  </a:lnTo>
                  <a:lnTo>
                    <a:pt x="1536" y="581"/>
                  </a:lnTo>
                  <a:lnTo>
                    <a:pt x="1537" y="584"/>
                  </a:lnTo>
                  <a:lnTo>
                    <a:pt x="1538" y="574"/>
                  </a:lnTo>
                  <a:lnTo>
                    <a:pt x="1539" y="572"/>
                  </a:lnTo>
                  <a:lnTo>
                    <a:pt x="1540" y="577"/>
                  </a:lnTo>
                  <a:lnTo>
                    <a:pt x="1540" y="581"/>
                  </a:lnTo>
                  <a:lnTo>
                    <a:pt x="1542" y="577"/>
                  </a:lnTo>
                  <a:lnTo>
                    <a:pt x="1542" y="574"/>
                  </a:lnTo>
                  <a:lnTo>
                    <a:pt x="1543" y="579"/>
                  </a:lnTo>
                  <a:lnTo>
                    <a:pt x="1544" y="579"/>
                  </a:lnTo>
                  <a:lnTo>
                    <a:pt x="1545" y="584"/>
                  </a:lnTo>
                  <a:lnTo>
                    <a:pt x="1546" y="572"/>
                  </a:lnTo>
                  <a:lnTo>
                    <a:pt x="1547" y="570"/>
                  </a:lnTo>
                  <a:lnTo>
                    <a:pt x="1548" y="570"/>
                  </a:lnTo>
                  <a:lnTo>
                    <a:pt x="1549" y="563"/>
                  </a:lnTo>
                  <a:lnTo>
                    <a:pt x="1550" y="558"/>
                  </a:lnTo>
                  <a:lnTo>
                    <a:pt x="1551" y="556"/>
                  </a:lnTo>
                  <a:lnTo>
                    <a:pt x="1552" y="558"/>
                  </a:lnTo>
                  <a:lnTo>
                    <a:pt x="1553" y="551"/>
                  </a:lnTo>
                  <a:lnTo>
                    <a:pt x="1554" y="546"/>
                  </a:lnTo>
                  <a:lnTo>
                    <a:pt x="1554" y="502"/>
                  </a:lnTo>
                  <a:lnTo>
                    <a:pt x="1555" y="435"/>
                  </a:lnTo>
                  <a:lnTo>
                    <a:pt x="1556" y="221"/>
                  </a:lnTo>
                  <a:lnTo>
                    <a:pt x="1557" y="68"/>
                  </a:lnTo>
                  <a:lnTo>
                    <a:pt x="1558" y="198"/>
                  </a:lnTo>
                  <a:lnTo>
                    <a:pt x="1559" y="363"/>
                  </a:lnTo>
                  <a:lnTo>
                    <a:pt x="1560" y="400"/>
                  </a:lnTo>
                  <a:lnTo>
                    <a:pt x="1561" y="367"/>
                  </a:lnTo>
                  <a:lnTo>
                    <a:pt x="1562" y="358"/>
                  </a:lnTo>
                  <a:lnTo>
                    <a:pt x="1563" y="351"/>
                  </a:lnTo>
                  <a:lnTo>
                    <a:pt x="1564" y="340"/>
                  </a:lnTo>
                  <a:lnTo>
                    <a:pt x="1565" y="326"/>
                  </a:lnTo>
                  <a:lnTo>
                    <a:pt x="1566" y="328"/>
                  </a:lnTo>
                  <a:lnTo>
                    <a:pt x="1566" y="347"/>
                  </a:lnTo>
                  <a:lnTo>
                    <a:pt x="1568" y="351"/>
                  </a:lnTo>
                  <a:lnTo>
                    <a:pt x="1568" y="344"/>
                  </a:lnTo>
                  <a:lnTo>
                    <a:pt x="1569" y="342"/>
                  </a:lnTo>
                  <a:lnTo>
                    <a:pt x="1570" y="351"/>
                  </a:lnTo>
                  <a:lnTo>
                    <a:pt x="1571" y="365"/>
                  </a:lnTo>
                  <a:lnTo>
                    <a:pt x="1572" y="379"/>
                  </a:lnTo>
                  <a:lnTo>
                    <a:pt x="1573" y="407"/>
                  </a:lnTo>
                  <a:lnTo>
                    <a:pt x="1574" y="451"/>
                  </a:lnTo>
                  <a:lnTo>
                    <a:pt x="1575" y="488"/>
                  </a:lnTo>
                  <a:lnTo>
                    <a:pt x="1576" y="542"/>
                  </a:lnTo>
                  <a:lnTo>
                    <a:pt x="1577" y="560"/>
                  </a:lnTo>
                  <a:lnTo>
                    <a:pt x="1578" y="623"/>
                  </a:lnTo>
                  <a:lnTo>
                    <a:pt x="1578" y="618"/>
                  </a:lnTo>
                  <a:lnTo>
                    <a:pt x="1580" y="595"/>
                  </a:lnTo>
                  <a:lnTo>
                    <a:pt x="1580" y="586"/>
                  </a:lnTo>
                  <a:lnTo>
                    <a:pt x="1581" y="593"/>
                  </a:lnTo>
                  <a:lnTo>
                    <a:pt x="1582" y="609"/>
                  </a:lnTo>
                  <a:lnTo>
                    <a:pt x="1583" y="630"/>
                  </a:lnTo>
                  <a:lnTo>
                    <a:pt x="1584" y="632"/>
                  </a:lnTo>
                  <a:lnTo>
                    <a:pt x="1585" y="630"/>
                  </a:lnTo>
                  <a:lnTo>
                    <a:pt x="1586" y="630"/>
                  </a:lnTo>
                  <a:lnTo>
                    <a:pt x="1587" y="626"/>
                  </a:lnTo>
                  <a:lnTo>
                    <a:pt x="1588" y="614"/>
                  </a:lnTo>
                  <a:lnTo>
                    <a:pt x="1589" y="609"/>
                  </a:lnTo>
                  <a:lnTo>
                    <a:pt x="1590" y="609"/>
                  </a:lnTo>
                  <a:lnTo>
                    <a:pt x="1591" y="609"/>
                  </a:lnTo>
                  <a:lnTo>
                    <a:pt x="1592" y="612"/>
                  </a:lnTo>
                  <a:lnTo>
                    <a:pt x="1593" y="612"/>
                  </a:lnTo>
                  <a:lnTo>
                    <a:pt x="1593" y="630"/>
                  </a:lnTo>
                  <a:lnTo>
                    <a:pt x="1595" y="635"/>
                  </a:lnTo>
                  <a:lnTo>
                    <a:pt x="1595" y="618"/>
                  </a:lnTo>
                  <a:lnTo>
                    <a:pt x="1596" y="604"/>
                  </a:lnTo>
                  <a:lnTo>
                    <a:pt x="1597" y="607"/>
                  </a:lnTo>
                  <a:lnTo>
                    <a:pt x="1598" y="616"/>
                  </a:lnTo>
                  <a:lnTo>
                    <a:pt x="1599" y="621"/>
                  </a:lnTo>
                  <a:lnTo>
                    <a:pt x="1600" y="621"/>
                  </a:lnTo>
                  <a:lnTo>
                    <a:pt x="1601" y="602"/>
                  </a:lnTo>
                  <a:lnTo>
                    <a:pt x="1602" y="602"/>
                  </a:lnTo>
                  <a:lnTo>
                    <a:pt x="1603" y="600"/>
                  </a:lnTo>
                  <a:lnTo>
                    <a:pt x="1604" y="595"/>
                  </a:lnTo>
                  <a:lnTo>
                    <a:pt x="1605" y="600"/>
                  </a:lnTo>
                  <a:lnTo>
                    <a:pt x="1605" y="600"/>
                  </a:lnTo>
                  <a:lnTo>
                    <a:pt x="1607" y="607"/>
                  </a:lnTo>
                  <a:lnTo>
                    <a:pt x="1607" y="607"/>
                  </a:lnTo>
                  <a:lnTo>
                    <a:pt x="1608" y="604"/>
                  </a:lnTo>
                  <a:lnTo>
                    <a:pt x="1609" y="607"/>
                  </a:lnTo>
                  <a:lnTo>
                    <a:pt x="1610" y="604"/>
                  </a:lnTo>
                  <a:lnTo>
                    <a:pt x="1611" y="600"/>
                  </a:lnTo>
                  <a:lnTo>
                    <a:pt x="1612" y="595"/>
                  </a:lnTo>
                  <a:lnTo>
                    <a:pt x="1613" y="593"/>
                  </a:lnTo>
                  <a:lnTo>
                    <a:pt x="1614" y="598"/>
                  </a:lnTo>
                  <a:lnTo>
                    <a:pt x="1615" y="595"/>
                  </a:lnTo>
                  <a:lnTo>
                    <a:pt x="1616" y="593"/>
                  </a:lnTo>
                  <a:lnTo>
                    <a:pt x="1617" y="590"/>
                  </a:lnTo>
                  <a:lnTo>
                    <a:pt x="1618" y="586"/>
                  </a:lnTo>
                  <a:lnTo>
                    <a:pt x="1619" y="581"/>
                  </a:lnTo>
                  <a:lnTo>
                    <a:pt x="1619" y="570"/>
                  </a:lnTo>
                  <a:lnTo>
                    <a:pt x="1621" y="574"/>
                  </a:lnTo>
                  <a:lnTo>
                    <a:pt x="1621" y="574"/>
                  </a:lnTo>
                  <a:lnTo>
                    <a:pt x="1622" y="565"/>
                  </a:lnTo>
                  <a:lnTo>
                    <a:pt x="1623" y="560"/>
                  </a:lnTo>
                  <a:lnTo>
                    <a:pt x="1624" y="556"/>
                  </a:lnTo>
                  <a:lnTo>
                    <a:pt x="1625" y="563"/>
                  </a:lnTo>
                  <a:lnTo>
                    <a:pt x="1626" y="554"/>
                  </a:lnTo>
                  <a:lnTo>
                    <a:pt x="1627" y="537"/>
                  </a:lnTo>
                  <a:lnTo>
                    <a:pt x="1628" y="523"/>
                  </a:lnTo>
                  <a:lnTo>
                    <a:pt x="1629" y="519"/>
                  </a:lnTo>
                  <a:lnTo>
                    <a:pt x="1630" y="512"/>
                  </a:lnTo>
                  <a:lnTo>
                    <a:pt x="1631" y="502"/>
                  </a:lnTo>
                  <a:lnTo>
                    <a:pt x="1631" y="497"/>
                  </a:lnTo>
                  <a:lnTo>
                    <a:pt x="1633" y="495"/>
                  </a:lnTo>
                  <a:lnTo>
                    <a:pt x="1633" y="488"/>
                  </a:lnTo>
                  <a:lnTo>
                    <a:pt x="1634" y="479"/>
                  </a:lnTo>
                  <a:lnTo>
                    <a:pt x="1635" y="472"/>
                  </a:lnTo>
                  <a:lnTo>
                    <a:pt x="1636" y="467"/>
                  </a:lnTo>
                  <a:lnTo>
                    <a:pt x="1637" y="472"/>
                  </a:lnTo>
                  <a:lnTo>
                    <a:pt x="1638" y="456"/>
                  </a:lnTo>
                  <a:lnTo>
                    <a:pt x="1639" y="456"/>
                  </a:lnTo>
                  <a:lnTo>
                    <a:pt x="1640" y="463"/>
                  </a:lnTo>
                  <a:lnTo>
                    <a:pt x="1641" y="470"/>
                  </a:lnTo>
                  <a:lnTo>
                    <a:pt x="1642" y="474"/>
                  </a:lnTo>
                  <a:lnTo>
                    <a:pt x="1643" y="472"/>
                  </a:lnTo>
                  <a:lnTo>
                    <a:pt x="1643" y="472"/>
                  </a:lnTo>
                  <a:lnTo>
                    <a:pt x="1645" y="467"/>
                  </a:lnTo>
                  <a:lnTo>
                    <a:pt x="1645" y="463"/>
                  </a:lnTo>
                  <a:lnTo>
                    <a:pt x="1646" y="460"/>
                  </a:lnTo>
                  <a:lnTo>
                    <a:pt x="1647" y="470"/>
                  </a:lnTo>
                  <a:lnTo>
                    <a:pt x="1648" y="484"/>
                  </a:lnTo>
                  <a:lnTo>
                    <a:pt x="1649" y="484"/>
                  </a:lnTo>
                  <a:lnTo>
                    <a:pt x="1650" y="479"/>
                  </a:lnTo>
                  <a:lnTo>
                    <a:pt x="1651" y="477"/>
                  </a:lnTo>
                  <a:lnTo>
                    <a:pt x="1652" y="486"/>
                  </a:lnTo>
                  <a:lnTo>
                    <a:pt x="1653" y="493"/>
                  </a:lnTo>
                  <a:lnTo>
                    <a:pt x="1654" y="484"/>
                  </a:lnTo>
                  <a:lnTo>
                    <a:pt x="1655" y="486"/>
                  </a:lnTo>
                  <a:lnTo>
                    <a:pt x="1655" y="493"/>
                  </a:lnTo>
                  <a:lnTo>
                    <a:pt x="1657" y="497"/>
                  </a:lnTo>
                  <a:lnTo>
                    <a:pt x="1657" y="500"/>
                  </a:lnTo>
                  <a:lnTo>
                    <a:pt x="1658" y="495"/>
                  </a:lnTo>
                  <a:lnTo>
                    <a:pt x="1659" y="497"/>
                  </a:lnTo>
                  <a:lnTo>
                    <a:pt x="1660" y="493"/>
                  </a:lnTo>
                  <a:lnTo>
                    <a:pt x="1661" y="491"/>
                  </a:lnTo>
                  <a:lnTo>
                    <a:pt x="1662" y="495"/>
                  </a:lnTo>
                  <a:lnTo>
                    <a:pt x="1663" y="495"/>
                  </a:lnTo>
                  <a:lnTo>
                    <a:pt x="1664" y="497"/>
                  </a:lnTo>
                  <a:lnTo>
                    <a:pt x="1665" y="491"/>
                  </a:lnTo>
                  <a:lnTo>
                    <a:pt x="1666" y="491"/>
                  </a:lnTo>
                  <a:lnTo>
                    <a:pt x="1667" y="507"/>
                  </a:lnTo>
                  <a:lnTo>
                    <a:pt x="1668" y="516"/>
                  </a:lnTo>
                  <a:lnTo>
                    <a:pt x="1669" y="507"/>
                  </a:lnTo>
                  <a:lnTo>
                    <a:pt x="1669" y="497"/>
                  </a:lnTo>
                  <a:lnTo>
                    <a:pt x="1670" y="486"/>
                  </a:lnTo>
                  <a:lnTo>
                    <a:pt x="1671" y="500"/>
                  </a:lnTo>
                  <a:lnTo>
                    <a:pt x="1672" y="507"/>
                  </a:lnTo>
                  <a:lnTo>
                    <a:pt x="1673" y="500"/>
                  </a:lnTo>
                  <a:lnTo>
                    <a:pt x="1674" y="495"/>
                  </a:lnTo>
                  <a:lnTo>
                    <a:pt x="1675" y="500"/>
                  </a:lnTo>
                  <a:lnTo>
                    <a:pt x="1676" y="512"/>
                  </a:lnTo>
                  <a:lnTo>
                    <a:pt x="1677" y="512"/>
                  </a:lnTo>
                  <a:lnTo>
                    <a:pt x="1678" y="509"/>
                  </a:lnTo>
                  <a:lnTo>
                    <a:pt x="1679" y="509"/>
                  </a:lnTo>
                  <a:lnTo>
                    <a:pt x="1680" y="502"/>
                  </a:lnTo>
                  <a:lnTo>
                    <a:pt x="1681" y="495"/>
                  </a:lnTo>
                  <a:lnTo>
                    <a:pt x="1681" y="495"/>
                  </a:lnTo>
                  <a:lnTo>
                    <a:pt x="1683" y="502"/>
                  </a:lnTo>
                  <a:lnTo>
                    <a:pt x="1683" y="512"/>
                  </a:lnTo>
                  <a:lnTo>
                    <a:pt x="1684" y="512"/>
                  </a:lnTo>
                  <a:lnTo>
                    <a:pt x="1685" y="507"/>
                  </a:lnTo>
                  <a:lnTo>
                    <a:pt x="1686" y="512"/>
                  </a:lnTo>
                  <a:lnTo>
                    <a:pt x="1687" y="516"/>
                  </a:lnTo>
                  <a:lnTo>
                    <a:pt x="1688" y="519"/>
                  </a:lnTo>
                  <a:lnTo>
                    <a:pt x="1689" y="512"/>
                  </a:lnTo>
                  <a:lnTo>
                    <a:pt x="1690" y="509"/>
                  </a:lnTo>
                  <a:lnTo>
                    <a:pt x="1691" y="516"/>
                  </a:lnTo>
                  <a:lnTo>
                    <a:pt x="1692" y="519"/>
                  </a:lnTo>
                  <a:lnTo>
                    <a:pt x="1693" y="514"/>
                  </a:lnTo>
                  <a:lnTo>
                    <a:pt x="1693" y="488"/>
                  </a:lnTo>
                  <a:lnTo>
                    <a:pt x="1695" y="495"/>
                  </a:lnTo>
                  <a:lnTo>
                    <a:pt x="1695" y="507"/>
                  </a:lnTo>
                  <a:lnTo>
                    <a:pt x="1696" y="509"/>
                  </a:lnTo>
                  <a:lnTo>
                    <a:pt x="1697" y="505"/>
                  </a:lnTo>
                  <a:lnTo>
                    <a:pt x="1698" y="512"/>
                  </a:lnTo>
                  <a:lnTo>
                    <a:pt x="1699" y="523"/>
                  </a:lnTo>
                  <a:lnTo>
                    <a:pt x="1700" y="523"/>
                  </a:lnTo>
                  <a:lnTo>
                    <a:pt x="1701" y="528"/>
                  </a:lnTo>
                  <a:lnTo>
                    <a:pt x="1702" y="532"/>
                  </a:lnTo>
                  <a:lnTo>
                    <a:pt x="1703" y="532"/>
                  </a:lnTo>
                  <a:lnTo>
                    <a:pt x="1704" y="521"/>
                  </a:lnTo>
                  <a:lnTo>
                    <a:pt x="1705" y="512"/>
                  </a:lnTo>
                  <a:lnTo>
                    <a:pt x="1705" y="512"/>
                  </a:lnTo>
                  <a:lnTo>
                    <a:pt x="1707" y="507"/>
                  </a:lnTo>
                  <a:lnTo>
                    <a:pt x="1707" y="505"/>
                  </a:lnTo>
                  <a:lnTo>
                    <a:pt x="1708" y="505"/>
                  </a:lnTo>
                  <a:lnTo>
                    <a:pt x="1709" y="507"/>
                  </a:lnTo>
                  <a:lnTo>
                    <a:pt x="1710" y="514"/>
                  </a:lnTo>
                  <a:lnTo>
                    <a:pt x="1711" y="514"/>
                  </a:lnTo>
                  <a:lnTo>
                    <a:pt x="1712" y="509"/>
                  </a:lnTo>
                  <a:lnTo>
                    <a:pt x="1713" y="512"/>
                  </a:lnTo>
                  <a:lnTo>
                    <a:pt x="1714" y="523"/>
                  </a:lnTo>
                  <a:lnTo>
                    <a:pt x="1715" y="530"/>
                  </a:lnTo>
                  <a:lnTo>
                    <a:pt x="1716" y="530"/>
                  </a:lnTo>
                  <a:lnTo>
                    <a:pt x="1717" y="535"/>
                  </a:lnTo>
                  <a:lnTo>
                    <a:pt x="1718" y="530"/>
                  </a:lnTo>
                  <a:lnTo>
                    <a:pt x="1719" y="526"/>
                  </a:lnTo>
                  <a:lnTo>
                    <a:pt x="1719" y="521"/>
                  </a:lnTo>
                  <a:lnTo>
                    <a:pt x="1720" y="514"/>
                  </a:lnTo>
                  <a:lnTo>
                    <a:pt x="1721" y="523"/>
                  </a:lnTo>
                  <a:lnTo>
                    <a:pt x="1722" y="516"/>
                  </a:lnTo>
                  <a:lnTo>
                    <a:pt x="1723" y="500"/>
                  </a:lnTo>
                  <a:lnTo>
                    <a:pt x="1724" y="495"/>
                  </a:lnTo>
                  <a:lnTo>
                    <a:pt x="1725" y="500"/>
                  </a:lnTo>
                  <a:lnTo>
                    <a:pt x="1726" y="505"/>
                  </a:lnTo>
                  <a:lnTo>
                    <a:pt x="1727" y="495"/>
                  </a:lnTo>
                  <a:lnTo>
                    <a:pt x="1728" y="495"/>
                  </a:lnTo>
                  <a:lnTo>
                    <a:pt x="1729" y="500"/>
                  </a:lnTo>
                  <a:lnTo>
                    <a:pt x="1730" y="493"/>
                  </a:lnTo>
                  <a:lnTo>
                    <a:pt x="1731" y="481"/>
                  </a:lnTo>
                  <a:lnTo>
                    <a:pt x="1731" y="474"/>
                  </a:lnTo>
                  <a:lnTo>
                    <a:pt x="1733" y="488"/>
                  </a:lnTo>
                  <a:lnTo>
                    <a:pt x="1733" y="502"/>
                  </a:lnTo>
                  <a:lnTo>
                    <a:pt x="1734" y="495"/>
                  </a:lnTo>
                  <a:lnTo>
                    <a:pt x="1735" y="488"/>
                  </a:lnTo>
                  <a:lnTo>
                    <a:pt x="1736" y="500"/>
                  </a:lnTo>
                  <a:lnTo>
                    <a:pt x="1737" y="514"/>
                  </a:lnTo>
                  <a:lnTo>
                    <a:pt x="1738" y="514"/>
                  </a:lnTo>
                  <a:lnTo>
                    <a:pt x="1739" y="512"/>
                  </a:lnTo>
                  <a:lnTo>
                    <a:pt x="1740" y="507"/>
                  </a:lnTo>
                  <a:lnTo>
                    <a:pt x="1741" y="514"/>
                  </a:lnTo>
                  <a:lnTo>
                    <a:pt x="1742" y="516"/>
                  </a:lnTo>
                  <a:lnTo>
                    <a:pt x="1743" y="509"/>
                  </a:lnTo>
                  <a:lnTo>
                    <a:pt x="1743" y="502"/>
                  </a:lnTo>
                  <a:lnTo>
                    <a:pt x="1745" y="502"/>
                  </a:lnTo>
                  <a:lnTo>
                    <a:pt x="1745" y="505"/>
                  </a:lnTo>
                  <a:lnTo>
                    <a:pt x="1746" y="500"/>
                  </a:lnTo>
                  <a:lnTo>
                    <a:pt x="1747" y="495"/>
                  </a:lnTo>
                  <a:lnTo>
                    <a:pt x="1748" y="491"/>
                  </a:lnTo>
                  <a:lnTo>
                    <a:pt x="1749" y="481"/>
                  </a:lnTo>
                  <a:lnTo>
                    <a:pt x="1750" y="451"/>
                  </a:lnTo>
                  <a:lnTo>
                    <a:pt x="1751" y="398"/>
                  </a:lnTo>
                  <a:lnTo>
                    <a:pt x="1752" y="244"/>
                  </a:lnTo>
                  <a:lnTo>
                    <a:pt x="1753" y="59"/>
                  </a:lnTo>
                  <a:lnTo>
                    <a:pt x="1754" y="89"/>
                  </a:lnTo>
                  <a:lnTo>
                    <a:pt x="1755" y="249"/>
                  </a:lnTo>
                  <a:lnTo>
                    <a:pt x="1756" y="316"/>
                  </a:lnTo>
                  <a:lnTo>
                    <a:pt x="1757" y="309"/>
                  </a:lnTo>
                  <a:lnTo>
                    <a:pt x="1758" y="295"/>
                  </a:lnTo>
                  <a:lnTo>
                    <a:pt x="1758" y="282"/>
                  </a:lnTo>
                  <a:lnTo>
                    <a:pt x="1760" y="265"/>
                  </a:lnTo>
                  <a:lnTo>
                    <a:pt x="1760" y="254"/>
                  </a:lnTo>
                  <a:lnTo>
                    <a:pt x="1761" y="242"/>
                  </a:lnTo>
                  <a:lnTo>
                    <a:pt x="1762" y="233"/>
                  </a:lnTo>
                  <a:lnTo>
                    <a:pt x="1763" y="224"/>
                  </a:lnTo>
                  <a:lnTo>
                    <a:pt x="1764" y="224"/>
                  </a:lnTo>
                  <a:lnTo>
                    <a:pt x="1765" y="212"/>
                  </a:lnTo>
                  <a:lnTo>
                    <a:pt x="1766" y="193"/>
                  </a:lnTo>
                  <a:lnTo>
                    <a:pt x="1767" y="179"/>
                  </a:lnTo>
                  <a:lnTo>
                    <a:pt x="1768" y="184"/>
                  </a:lnTo>
                  <a:lnTo>
                    <a:pt x="1769" y="196"/>
                  </a:lnTo>
                  <a:lnTo>
                    <a:pt x="1770" y="200"/>
                  </a:lnTo>
                  <a:lnTo>
                    <a:pt x="1770" y="224"/>
                  </a:lnTo>
                  <a:lnTo>
                    <a:pt x="1772" y="272"/>
                  </a:lnTo>
                  <a:lnTo>
                    <a:pt x="1772" y="316"/>
                  </a:lnTo>
                  <a:lnTo>
                    <a:pt x="1773" y="349"/>
                  </a:lnTo>
                  <a:lnTo>
                    <a:pt x="1774" y="398"/>
                  </a:lnTo>
                  <a:lnTo>
                    <a:pt x="1775" y="472"/>
                  </a:lnTo>
                  <a:lnTo>
                    <a:pt x="1776" y="521"/>
                  </a:lnTo>
                  <a:lnTo>
                    <a:pt x="1777" y="526"/>
                  </a:lnTo>
                  <a:lnTo>
                    <a:pt x="1778" y="516"/>
                  </a:lnTo>
                  <a:lnTo>
                    <a:pt x="1779" y="514"/>
                  </a:lnTo>
                  <a:lnTo>
                    <a:pt x="1780" y="530"/>
                  </a:lnTo>
                  <a:lnTo>
                    <a:pt x="1781" y="546"/>
                  </a:lnTo>
                  <a:lnTo>
                    <a:pt x="1782" y="558"/>
                  </a:lnTo>
                  <a:lnTo>
                    <a:pt x="1783" y="586"/>
                  </a:lnTo>
                  <a:lnTo>
                    <a:pt x="1784" y="598"/>
                  </a:lnTo>
                  <a:lnTo>
                    <a:pt x="1784" y="595"/>
                  </a:lnTo>
                  <a:lnTo>
                    <a:pt x="1786" y="588"/>
                  </a:lnTo>
                  <a:lnTo>
                    <a:pt x="1786" y="572"/>
                  </a:lnTo>
                  <a:lnTo>
                    <a:pt x="1787" y="570"/>
                  </a:lnTo>
                  <a:lnTo>
                    <a:pt x="1788" y="572"/>
                  </a:lnTo>
                  <a:lnTo>
                    <a:pt x="1789" y="570"/>
                  </a:lnTo>
                  <a:lnTo>
                    <a:pt x="1790" y="570"/>
                  </a:lnTo>
                  <a:lnTo>
                    <a:pt x="1791" y="572"/>
                  </a:lnTo>
                  <a:lnTo>
                    <a:pt x="1792" y="586"/>
                  </a:lnTo>
                  <a:lnTo>
                    <a:pt x="1793" y="584"/>
                  </a:lnTo>
                  <a:lnTo>
                    <a:pt x="1794" y="581"/>
                  </a:lnTo>
                  <a:lnTo>
                    <a:pt x="1795" y="586"/>
                  </a:lnTo>
                  <a:lnTo>
                    <a:pt x="1796" y="581"/>
                  </a:lnTo>
                  <a:lnTo>
                    <a:pt x="1796" y="577"/>
                  </a:lnTo>
                  <a:lnTo>
                    <a:pt x="1798" y="570"/>
                  </a:lnTo>
                  <a:lnTo>
                    <a:pt x="1798" y="567"/>
                  </a:lnTo>
                  <a:lnTo>
                    <a:pt x="1799" y="567"/>
                  </a:lnTo>
                  <a:lnTo>
                    <a:pt x="1800" y="558"/>
                  </a:lnTo>
                  <a:lnTo>
                    <a:pt x="1801" y="560"/>
                  </a:lnTo>
                  <a:lnTo>
                    <a:pt x="1802" y="563"/>
                  </a:lnTo>
                  <a:lnTo>
                    <a:pt x="1803" y="565"/>
                  </a:lnTo>
                  <a:lnTo>
                    <a:pt x="1804" y="565"/>
                  </a:lnTo>
                  <a:lnTo>
                    <a:pt x="1805" y="560"/>
                  </a:lnTo>
                  <a:lnTo>
                    <a:pt x="1806" y="560"/>
                  </a:lnTo>
                  <a:lnTo>
                    <a:pt x="1807" y="565"/>
                  </a:lnTo>
                  <a:lnTo>
                    <a:pt x="1808" y="567"/>
                  </a:lnTo>
                  <a:lnTo>
                    <a:pt x="1808" y="570"/>
                  </a:lnTo>
                  <a:lnTo>
                    <a:pt x="1810" y="563"/>
                  </a:lnTo>
                  <a:lnTo>
                    <a:pt x="1810" y="567"/>
                  </a:lnTo>
                  <a:lnTo>
                    <a:pt x="1811" y="574"/>
                  </a:lnTo>
                  <a:lnTo>
                    <a:pt x="1812" y="565"/>
                  </a:lnTo>
                  <a:lnTo>
                    <a:pt x="1813" y="565"/>
                  </a:lnTo>
                  <a:lnTo>
                    <a:pt x="1814" y="574"/>
                  </a:lnTo>
                  <a:lnTo>
                    <a:pt x="1815" y="574"/>
                  </a:lnTo>
                  <a:lnTo>
                    <a:pt x="1816" y="572"/>
                  </a:lnTo>
                  <a:lnTo>
                    <a:pt x="1817" y="572"/>
                  </a:lnTo>
                  <a:lnTo>
                    <a:pt x="1818" y="574"/>
                  </a:lnTo>
                  <a:lnTo>
                    <a:pt x="1819" y="579"/>
                  </a:lnTo>
                  <a:lnTo>
                    <a:pt x="1820" y="574"/>
                  </a:lnTo>
                  <a:lnTo>
                    <a:pt x="1820" y="565"/>
                  </a:lnTo>
                  <a:lnTo>
                    <a:pt x="1822" y="565"/>
                  </a:lnTo>
                  <a:lnTo>
                    <a:pt x="1822" y="565"/>
                  </a:lnTo>
                  <a:lnTo>
                    <a:pt x="1823" y="558"/>
                  </a:lnTo>
                  <a:lnTo>
                    <a:pt x="1824" y="554"/>
                  </a:lnTo>
                  <a:lnTo>
                    <a:pt x="1825" y="549"/>
                  </a:lnTo>
                  <a:lnTo>
                    <a:pt x="1826" y="546"/>
                  </a:lnTo>
                  <a:lnTo>
                    <a:pt x="1827" y="546"/>
                  </a:lnTo>
                  <a:lnTo>
                    <a:pt x="1828" y="535"/>
                  </a:lnTo>
                  <a:lnTo>
                    <a:pt x="1829" y="535"/>
                  </a:lnTo>
                  <a:lnTo>
                    <a:pt x="1830" y="532"/>
                  </a:lnTo>
                  <a:lnTo>
                    <a:pt x="1831" y="526"/>
                  </a:lnTo>
                  <a:lnTo>
                    <a:pt x="1832" y="521"/>
                  </a:lnTo>
                  <a:lnTo>
                    <a:pt x="1833" y="507"/>
                  </a:lnTo>
                  <a:lnTo>
                    <a:pt x="1834" y="512"/>
                  </a:lnTo>
                  <a:lnTo>
                    <a:pt x="1834" y="502"/>
                  </a:lnTo>
                  <a:lnTo>
                    <a:pt x="1836" y="495"/>
                  </a:lnTo>
                  <a:lnTo>
                    <a:pt x="1836" y="484"/>
                  </a:lnTo>
                  <a:lnTo>
                    <a:pt x="1837" y="491"/>
                  </a:lnTo>
                  <a:lnTo>
                    <a:pt x="1838" y="491"/>
                  </a:lnTo>
                  <a:lnTo>
                    <a:pt x="1839" y="477"/>
                  </a:lnTo>
                  <a:lnTo>
                    <a:pt x="1840" y="472"/>
                  </a:lnTo>
                  <a:lnTo>
                    <a:pt x="1841" y="472"/>
                  </a:lnTo>
                  <a:lnTo>
                    <a:pt x="1842" y="477"/>
                  </a:lnTo>
                  <a:lnTo>
                    <a:pt x="1843" y="467"/>
                  </a:lnTo>
                  <a:lnTo>
                    <a:pt x="1844" y="467"/>
                  </a:lnTo>
                  <a:lnTo>
                    <a:pt x="1845" y="472"/>
                  </a:lnTo>
                  <a:lnTo>
                    <a:pt x="1846" y="474"/>
                  </a:lnTo>
                  <a:lnTo>
                    <a:pt x="1846" y="472"/>
                  </a:lnTo>
                  <a:lnTo>
                    <a:pt x="1848" y="467"/>
                  </a:lnTo>
                  <a:lnTo>
                    <a:pt x="1848" y="474"/>
                  </a:lnTo>
                  <a:lnTo>
                    <a:pt x="1849" y="481"/>
                  </a:lnTo>
                  <a:lnTo>
                    <a:pt x="1850" y="481"/>
                  </a:lnTo>
                  <a:lnTo>
                    <a:pt x="1851" y="472"/>
                  </a:lnTo>
                  <a:lnTo>
                    <a:pt x="1852" y="481"/>
                  </a:lnTo>
                  <a:lnTo>
                    <a:pt x="1853" y="491"/>
                  </a:lnTo>
                  <a:lnTo>
                    <a:pt x="1854" y="493"/>
                  </a:lnTo>
                  <a:lnTo>
                    <a:pt x="1855" y="486"/>
                  </a:lnTo>
                  <a:lnTo>
                    <a:pt x="1856" y="493"/>
                  </a:lnTo>
                  <a:lnTo>
                    <a:pt x="1857" y="495"/>
                  </a:lnTo>
                  <a:lnTo>
                    <a:pt x="1858" y="502"/>
                  </a:lnTo>
                  <a:lnTo>
                    <a:pt x="1858" y="502"/>
                  </a:lnTo>
                  <a:lnTo>
                    <a:pt x="1860" y="495"/>
                  </a:lnTo>
                  <a:lnTo>
                    <a:pt x="1860" y="502"/>
                  </a:lnTo>
                  <a:lnTo>
                    <a:pt x="1861" y="502"/>
                  </a:lnTo>
                  <a:lnTo>
                    <a:pt x="1862" y="500"/>
                  </a:lnTo>
                  <a:lnTo>
                    <a:pt x="1863" y="495"/>
                  </a:lnTo>
                  <a:lnTo>
                    <a:pt x="1864" y="500"/>
                  </a:lnTo>
                  <a:lnTo>
                    <a:pt x="1865" y="505"/>
                  </a:lnTo>
                  <a:lnTo>
                    <a:pt x="1866" y="502"/>
                  </a:lnTo>
                  <a:lnTo>
                    <a:pt x="1867" y="497"/>
                  </a:lnTo>
                  <a:lnTo>
                    <a:pt x="1868" y="502"/>
                  </a:lnTo>
                  <a:lnTo>
                    <a:pt x="1869" y="507"/>
                  </a:lnTo>
                  <a:lnTo>
                    <a:pt x="1870" y="505"/>
                  </a:lnTo>
                  <a:lnTo>
                    <a:pt x="1870" y="505"/>
                  </a:lnTo>
                  <a:lnTo>
                    <a:pt x="1872" y="505"/>
                  </a:lnTo>
                  <a:lnTo>
                    <a:pt x="1872" y="507"/>
                  </a:lnTo>
                  <a:lnTo>
                    <a:pt x="1873" y="507"/>
                  </a:lnTo>
                  <a:lnTo>
                    <a:pt x="1874" y="500"/>
                  </a:lnTo>
                  <a:lnTo>
                    <a:pt x="1875" y="507"/>
                  </a:lnTo>
                  <a:lnTo>
                    <a:pt x="1876" y="509"/>
                  </a:lnTo>
                  <a:lnTo>
                    <a:pt x="1877" y="507"/>
                  </a:lnTo>
                  <a:lnTo>
                    <a:pt x="1878" y="507"/>
                  </a:lnTo>
                  <a:lnTo>
                    <a:pt x="1879" y="505"/>
                  </a:lnTo>
                  <a:lnTo>
                    <a:pt x="1880" y="509"/>
                  </a:lnTo>
                  <a:lnTo>
                    <a:pt x="1881" y="509"/>
                  </a:lnTo>
                  <a:lnTo>
                    <a:pt x="1882" y="505"/>
                  </a:lnTo>
                  <a:lnTo>
                    <a:pt x="1883" y="507"/>
                  </a:lnTo>
                  <a:lnTo>
                    <a:pt x="1884" y="505"/>
                  </a:lnTo>
                  <a:lnTo>
                    <a:pt x="1884" y="509"/>
                  </a:lnTo>
                  <a:lnTo>
                    <a:pt x="1886" y="507"/>
                  </a:lnTo>
                  <a:lnTo>
                    <a:pt x="1886" y="505"/>
                  </a:lnTo>
                  <a:lnTo>
                    <a:pt x="1887" y="509"/>
                  </a:lnTo>
                  <a:lnTo>
                    <a:pt x="1888" y="512"/>
                  </a:lnTo>
                  <a:lnTo>
                    <a:pt x="1889" y="507"/>
                  </a:lnTo>
                  <a:lnTo>
                    <a:pt x="1890" y="509"/>
                  </a:lnTo>
                  <a:lnTo>
                    <a:pt x="1891" y="509"/>
                  </a:lnTo>
                  <a:lnTo>
                    <a:pt x="1892" y="512"/>
                  </a:lnTo>
                  <a:lnTo>
                    <a:pt x="1893" y="512"/>
                  </a:lnTo>
                  <a:lnTo>
                    <a:pt x="1894" y="505"/>
                  </a:lnTo>
                  <a:lnTo>
                    <a:pt x="1895" y="509"/>
                  </a:lnTo>
                  <a:lnTo>
                    <a:pt x="1896" y="512"/>
                  </a:lnTo>
                  <a:lnTo>
                    <a:pt x="1896" y="516"/>
                  </a:lnTo>
                  <a:lnTo>
                    <a:pt x="1898" y="512"/>
                  </a:lnTo>
                  <a:lnTo>
                    <a:pt x="1898" y="514"/>
                  </a:lnTo>
                  <a:lnTo>
                    <a:pt x="1899" y="528"/>
                  </a:lnTo>
                  <a:lnTo>
                    <a:pt x="1900" y="519"/>
                  </a:lnTo>
                  <a:lnTo>
                    <a:pt x="1901" y="519"/>
                  </a:lnTo>
                  <a:lnTo>
                    <a:pt x="1902" y="519"/>
                  </a:lnTo>
                  <a:lnTo>
                    <a:pt x="1903" y="523"/>
                  </a:lnTo>
                  <a:lnTo>
                    <a:pt x="1904" y="528"/>
                  </a:lnTo>
                  <a:lnTo>
                    <a:pt x="1905" y="519"/>
                  </a:lnTo>
                  <a:lnTo>
                    <a:pt x="1906" y="516"/>
                  </a:lnTo>
                  <a:lnTo>
                    <a:pt x="1907" y="526"/>
                  </a:lnTo>
                  <a:lnTo>
                    <a:pt x="1908" y="528"/>
                  </a:lnTo>
                  <a:lnTo>
                    <a:pt x="1908" y="521"/>
                  </a:lnTo>
                  <a:lnTo>
                    <a:pt x="1910" y="519"/>
                  </a:lnTo>
                  <a:lnTo>
                    <a:pt x="1910" y="530"/>
                  </a:lnTo>
                  <a:lnTo>
                    <a:pt x="1911" y="532"/>
                  </a:lnTo>
                  <a:lnTo>
                    <a:pt x="1912" y="528"/>
                  </a:lnTo>
                  <a:lnTo>
                    <a:pt x="1913" y="523"/>
                  </a:lnTo>
                  <a:lnTo>
                    <a:pt x="1914" y="526"/>
                  </a:lnTo>
                  <a:lnTo>
                    <a:pt x="1915" y="537"/>
                  </a:lnTo>
                  <a:lnTo>
                    <a:pt x="1916" y="532"/>
                  </a:lnTo>
                  <a:lnTo>
                    <a:pt x="1917" y="523"/>
                  </a:lnTo>
                  <a:lnTo>
                    <a:pt x="1918" y="526"/>
                  </a:lnTo>
                  <a:lnTo>
                    <a:pt x="1919" y="535"/>
                  </a:lnTo>
                  <a:lnTo>
                    <a:pt x="1920" y="526"/>
                  </a:lnTo>
                  <a:lnTo>
                    <a:pt x="1921" y="523"/>
                  </a:lnTo>
                  <a:lnTo>
                    <a:pt x="1922" y="530"/>
                  </a:lnTo>
                  <a:lnTo>
                    <a:pt x="1923" y="532"/>
                  </a:lnTo>
                  <a:lnTo>
                    <a:pt x="1923" y="528"/>
                  </a:lnTo>
                  <a:lnTo>
                    <a:pt x="1925" y="526"/>
                  </a:lnTo>
                  <a:lnTo>
                    <a:pt x="1925" y="526"/>
                  </a:lnTo>
                  <a:lnTo>
                    <a:pt x="1926" y="530"/>
                  </a:lnTo>
                  <a:lnTo>
                    <a:pt x="1927" y="532"/>
                  </a:lnTo>
                  <a:lnTo>
                    <a:pt x="1928" y="523"/>
                  </a:lnTo>
                  <a:lnTo>
                    <a:pt x="1929" y="523"/>
                  </a:lnTo>
                  <a:lnTo>
                    <a:pt x="1930" y="526"/>
                  </a:lnTo>
                  <a:lnTo>
                    <a:pt x="1931" y="532"/>
                  </a:lnTo>
                  <a:lnTo>
                    <a:pt x="1932" y="532"/>
                  </a:lnTo>
                  <a:lnTo>
                    <a:pt x="1933" y="526"/>
                  </a:lnTo>
                  <a:lnTo>
                    <a:pt x="1934" y="528"/>
                  </a:lnTo>
                  <a:lnTo>
                    <a:pt x="1935" y="535"/>
                  </a:lnTo>
                  <a:lnTo>
                    <a:pt x="1935" y="535"/>
                  </a:lnTo>
                  <a:lnTo>
                    <a:pt x="1937" y="530"/>
                  </a:lnTo>
                  <a:lnTo>
                    <a:pt x="1937" y="523"/>
                  </a:lnTo>
                  <a:lnTo>
                    <a:pt x="1938" y="530"/>
                  </a:lnTo>
                  <a:lnTo>
                    <a:pt x="1939" y="532"/>
                  </a:lnTo>
                  <a:lnTo>
                    <a:pt x="1940" y="523"/>
                  </a:lnTo>
                  <a:lnTo>
                    <a:pt x="1941" y="528"/>
                  </a:lnTo>
                  <a:lnTo>
                    <a:pt x="1942" y="528"/>
                  </a:lnTo>
                  <a:lnTo>
                    <a:pt x="1943" y="530"/>
                  </a:lnTo>
                  <a:lnTo>
                    <a:pt x="1944" y="523"/>
                  </a:lnTo>
                  <a:lnTo>
                    <a:pt x="1945" y="523"/>
                  </a:lnTo>
                  <a:lnTo>
                    <a:pt x="1946" y="528"/>
                  </a:lnTo>
                  <a:lnTo>
                    <a:pt x="1947" y="528"/>
                  </a:lnTo>
                  <a:lnTo>
                    <a:pt x="1948" y="526"/>
                  </a:lnTo>
                  <a:lnTo>
                    <a:pt x="1949" y="516"/>
                  </a:lnTo>
                  <a:lnTo>
                    <a:pt x="1949" y="521"/>
                  </a:lnTo>
                  <a:lnTo>
                    <a:pt x="1951" y="523"/>
                  </a:lnTo>
                  <a:lnTo>
                    <a:pt x="1951" y="514"/>
                  </a:lnTo>
                  <a:lnTo>
                    <a:pt x="1952" y="500"/>
                  </a:lnTo>
                  <a:lnTo>
                    <a:pt x="1953" y="486"/>
                  </a:lnTo>
                  <a:lnTo>
                    <a:pt x="1954" y="442"/>
                  </a:lnTo>
                  <a:lnTo>
                    <a:pt x="1955" y="300"/>
                  </a:lnTo>
                  <a:lnTo>
                    <a:pt x="1956" y="70"/>
                  </a:lnTo>
                  <a:lnTo>
                    <a:pt x="1957" y="45"/>
                  </a:lnTo>
                  <a:lnTo>
                    <a:pt x="1958" y="216"/>
                  </a:lnTo>
                  <a:lnTo>
                    <a:pt x="1959" y="314"/>
                  </a:lnTo>
                  <a:lnTo>
                    <a:pt x="1960" y="316"/>
                  </a:lnTo>
                  <a:lnTo>
                    <a:pt x="1961" y="300"/>
                  </a:lnTo>
                  <a:lnTo>
                    <a:pt x="1961" y="300"/>
                  </a:lnTo>
                  <a:lnTo>
                    <a:pt x="1963" y="288"/>
                  </a:lnTo>
                  <a:lnTo>
                    <a:pt x="1963" y="282"/>
                  </a:lnTo>
                  <a:lnTo>
                    <a:pt x="1964" y="277"/>
                  </a:lnTo>
                  <a:lnTo>
                    <a:pt x="1965" y="286"/>
                  </a:lnTo>
                  <a:lnTo>
                    <a:pt x="1966" y="298"/>
                  </a:lnTo>
                  <a:lnTo>
                    <a:pt x="1967" y="291"/>
                  </a:lnTo>
                  <a:lnTo>
                    <a:pt x="1968" y="291"/>
                  </a:lnTo>
                  <a:lnTo>
                    <a:pt x="1969" y="300"/>
                  </a:lnTo>
                  <a:lnTo>
                    <a:pt x="1970" y="309"/>
                  </a:lnTo>
                  <a:lnTo>
                    <a:pt x="1971" y="312"/>
                  </a:lnTo>
                  <a:lnTo>
                    <a:pt x="1972" y="358"/>
                  </a:lnTo>
                  <a:lnTo>
                    <a:pt x="1973" y="412"/>
                  </a:lnTo>
                  <a:lnTo>
                    <a:pt x="1973" y="444"/>
                  </a:lnTo>
                  <a:lnTo>
                    <a:pt x="1975" y="465"/>
                  </a:lnTo>
                  <a:lnTo>
                    <a:pt x="1975" y="512"/>
                  </a:lnTo>
                  <a:lnTo>
                    <a:pt x="1976" y="570"/>
                  </a:lnTo>
                  <a:lnTo>
                    <a:pt x="1977" y="598"/>
                  </a:lnTo>
                  <a:lnTo>
                    <a:pt x="1978" y="570"/>
                  </a:lnTo>
                  <a:lnTo>
                    <a:pt x="1979" y="551"/>
                  </a:lnTo>
                  <a:lnTo>
                    <a:pt x="1980" y="532"/>
                  </a:lnTo>
                  <a:lnTo>
                    <a:pt x="1981" y="530"/>
                  </a:lnTo>
                  <a:lnTo>
                    <a:pt x="1982" y="537"/>
                  </a:lnTo>
                  <a:lnTo>
                    <a:pt x="1983" y="554"/>
                  </a:lnTo>
                  <a:lnTo>
                    <a:pt x="1984" y="567"/>
                  </a:lnTo>
                  <a:lnTo>
                    <a:pt x="1985" y="572"/>
                  </a:lnTo>
                  <a:lnTo>
                    <a:pt x="1985" y="563"/>
                  </a:lnTo>
                  <a:lnTo>
                    <a:pt x="1987" y="554"/>
                  </a:lnTo>
                  <a:lnTo>
                    <a:pt x="1987" y="560"/>
                  </a:lnTo>
                  <a:lnTo>
                    <a:pt x="1988" y="567"/>
                  </a:lnTo>
                  <a:lnTo>
                    <a:pt x="1989" y="574"/>
                  </a:lnTo>
                  <a:lnTo>
                    <a:pt x="1990" y="570"/>
                  </a:lnTo>
                  <a:lnTo>
                    <a:pt x="1991" y="586"/>
                  </a:lnTo>
                  <a:lnTo>
                    <a:pt x="1992" y="598"/>
                  </a:lnTo>
                  <a:lnTo>
                    <a:pt x="1993" y="604"/>
                  </a:lnTo>
                  <a:lnTo>
                    <a:pt x="1994" y="602"/>
                  </a:lnTo>
                  <a:lnTo>
                    <a:pt x="1995" y="600"/>
                  </a:lnTo>
                  <a:lnTo>
                    <a:pt x="1996" y="598"/>
                  </a:lnTo>
                  <a:lnTo>
                    <a:pt x="1997" y="600"/>
                  </a:lnTo>
                  <a:lnTo>
                    <a:pt x="1998" y="598"/>
                  </a:lnTo>
                  <a:lnTo>
                    <a:pt x="1999" y="595"/>
                  </a:lnTo>
                  <a:lnTo>
                    <a:pt x="1999" y="595"/>
                  </a:lnTo>
                  <a:lnTo>
                    <a:pt x="2001" y="598"/>
                  </a:lnTo>
                  <a:lnTo>
                    <a:pt x="2001" y="590"/>
                  </a:lnTo>
                  <a:lnTo>
                    <a:pt x="2002" y="586"/>
                  </a:lnTo>
                  <a:lnTo>
                    <a:pt x="2003" y="595"/>
                  </a:lnTo>
                  <a:lnTo>
                    <a:pt x="2004" y="600"/>
                  </a:lnTo>
                  <a:lnTo>
                    <a:pt x="2005" y="595"/>
                  </a:lnTo>
                  <a:lnTo>
                    <a:pt x="2006" y="588"/>
                  </a:lnTo>
                  <a:lnTo>
                    <a:pt x="2007" y="593"/>
                  </a:lnTo>
                  <a:lnTo>
                    <a:pt x="2008" y="593"/>
                  </a:lnTo>
                  <a:lnTo>
                    <a:pt x="2009" y="593"/>
                  </a:lnTo>
                  <a:lnTo>
                    <a:pt x="2010" y="588"/>
                  </a:lnTo>
                  <a:lnTo>
                    <a:pt x="2011" y="588"/>
                  </a:lnTo>
                  <a:lnTo>
                    <a:pt x="2011" y="593"/>
                  </a:lnTo>
                  <a:lnTo>
                    <a:pt x="2013" y="595"/>
                  </a:lnTo>
                  <a:lnTo>
                    <a:pt x="2013" y="588"/>
                  </a:lnTo>
                  <a:lnTo>
                    <a:pt x="2014" y="588"/>
                  </a:lnTo>
                  <a:lnTo>
                    <a:pt x="2015" y="593"/>
                  </a:lnTo>
                  <a:lnTo>
                    <a:pt x="2016" y="593"/>
                  </a:lnTo>
                  <a:lnTo>
                    <a:pt x="2017" y="590"/>
                  </a:lnTo>
                  <a:lnTo>
                    <a:pt x="2018" y="584"/>
                  </a:lnTo>
                  <a:lnTo>
                    <a:pt x="2019" y="584"/>
                  </a:lnTo>
                  <a:lnTo>
                    <a:pt x="2020" y="588"/>
                  </a:lnTo>
                  <a:lnTo>
                    <a:pt x="2021" y="581"/>
                  </a:lnTo>
                  <a:lnTo>
                    <a:pt x="2022" y="572"/>
                  </a:lnTo>
                  <a:lnTo>
                    <a:pt x="2023" y="574"/>
                  </a:lnTo>
                  <a:lnTo>
                    <a:pt x="2023" y="574"/>
                  </a:lnTo>
                  <a:lnTo>
                    <a:pt x="2025" y="563"/>
                  </a:lnTo>
                  <a:lnTo>
                    <a:pt x="2025" y="558"/>
                  </a:lnTo>
                  <a:lnTo>
                    <a:pt x="2026" y="558"/>
                  </a:lnTo>
                  <a:lnTo>
                    <a:pt x="2027" y="554"/>
                  </a:lnTo>
                  <a:lnTo>
                    <a:pt x="2028" y="542"/>
                  </a:lnTo>
                  <a:lnTo>
                    <a:pt x="2029" y="535"/>
                  </a:lnTo>
                  <a:lnTo>
                    <a:pt x="2030" y="540"/>
                  </a:lnTo>
                  <a:lnTo>
                    <a:pt x="2031" y="530"/>
                  </a:lnTo>
                  <a:lnTo>
                    <a:pt x="2032" y="523"/>
                  </a:lnTo>
                  <a:lnTo>
                    <a:pt x="2033" y="509"/>
                  </a:lnTo>
                  <a:lnTo>
                    <a:pt x="2034" y="505"/>
                  </a:lnTo>
                  <a:lnTo>
                    <a:pt x="2035" y="509"/>
                  </a:lnTo>
                  <a:lnTo>
                    <a:pt x="2035" y="502"/>
                  </a:lnTo>
                  <a:lnTo>
                    <a:pt x="2037" y="493"/>
                  </a:lnTo>
                  <a:lnTo>
                    <a:pt x="2037" y="491"/>
                  </a:lnTo>
                  <a:lnTo>
                    <a:pt x="2038" y="484"/>
                  </a:lnTo>
                  <a:lnTo>
                    <a:pt x="2039" y="484"/>
                  </a:lnTo>
                  <a:lnTo>
                    <a:pt x="2040" y="479"/>
                  </a:lnTo>
                  <a:lnTo>
                    <a:pt x="2041" y="472"/>
                  </a:lnTo>
                  <a:lnTo>
                    <a:pt x="2042" y="477"/>
                  </a:lnTo>
                  <a:lnTo>
                    <a:pt x="2043" y="479"/>
                  </a:lnTo>
                  <a:lnTo>
                    <a:pt x="2044" y="470"/>
                  </a:lnTo>
                  <a:lnTo>
                    <a:pt x="2045" y="470"/>
                  </a:lnTo>
                  <a:lnTo>
                    <a:pt x="2046" y="474"/>
                  </a:lnTo>
                  <a:lnTo>
                    <a:pt x="2047" y="481"/>
                  </a:lnTo>
                  <a:lnTo>
                    <a:pt x="2048" y="479"/>
                  </a:lnTo>
                  <a:lnTo>
                    <a:pt x="2049" y="479"/>
                  </a:lnTo>
                  <a:lnTo>
                    <a:pt x="2049" y="488"/>
                  </a:lnTo>
                  <a:lnTo>
                    <a:pt x="2051" y="495"/>
                  </a:lnTo>
                  <a:lnTo>
                    <a:pt x="2051" y="493"/>
                  </a:lnTo>
                  <a:lnTo>
                    <a:pt x="2052" y="491"/>
                  </a:lnTo>
                  <a:lnTo>
                    <a:pt x="2053" y="491"/>
                  </a:lnTo>
                  <a:lnTo>
                    <a:pt x="2054" y="500"/>
                  </a:lnTo>
                  <a:lnTo>
                    <a:pt x="2055" y="502"/>
                  </a:lnTo>
                  <a:lnTo>
                    <a:pt x="2056" y="493"/>
                  </a:lnTo>
                  <a:lnTo>
                    <a:pt x="2057" y="497"/>
                  </a:lnTo>
                  <a:lnTo>
                    <a:pt x="2058" y="507"/>
                  </a:lnTo>
                  <a:lnTo>
                    <a:pt x="2059" y="507"/>
                  </a:lnTo>
                  <a:lnTo>
                    <a:pt x="2060" y="500"/>
                  </a:lnTo>
                  <a:lnTo>
                    <a:pt x="2061" y="502"/>
                  </a:lnTo>
                  <a:lnTo>
                    <a:pt x="2061" y="509"/>
                  </a:lnTo>
                  <a:lnTo>
                    <a:pt x="2063" y="509"/>
                  </a:lnTo>
                  <a:lnTo>
                    <a:pt x="2063" y="507"/>
                  </a:lnTo>
                  <a:lnTo>
                    <a:pt x="2064" y="509"/>
                  </a:lnTo>
                  <a:lnTo>
                    <a:pt x="2065" y="512"/>
                  </a:lnTo>
                  <a:lnTo>
                    <a:pt x="2066" y="512"/>
                  </a:lnTo>
                  <a:lnTo>
                    <a:pt x="2067" y="509"/>
                  </a:lnTo>
                  <a:lnTo>
                    <a:pt x="2068" y="507"/>
                  </a:lnTo>
                  <a:lnTo>
                    <a:pt x="2069" y="514"/>
                  </a:lnTo>
                  <a:lnTo>
                    <a:pt x="2070" y="512"/>
                  </a:lnTo>
                  <a:lnTo>
                    <a:pt x="2071" y="507"/>
                  </a:lnTo>
                  <a:lnTo>
                    <a:pt x="2072" y="505"/>
                  </a:lnTo>
                  <a:lnTo>
                    <a:pt x="2073" y="507"/>
                  </a:lnTo>
                  <a:lnTo>
                    <a:pt x="2073" y="514"/>
                  </a:lnTo>
                  <a:lnTo>
                    <a:pt x="2075" y="514"/>
                  </a:lnTo>
                  <a:lnTo>
                    <a:pt x="2075" y="507"/>
                  </a:lnTo>
                  <a:lnTo>
                    <a:pt x="2076" y="507"/>
                  </a:lnTo>
                  <a:lnTo>
                    <a:pt x="2077" y="514"/>
                  </a:lnTo>
                  <a:lnTo>
                    <a:pt x="2078" y="509"/>
                  </a:lnTo>
                  <a:lnTo>
                    <a:pt x="2079" y="507"/>
                  </a:lnTo>
                  <a:lnTo>
                    <a:pt x="2080" y="512"/>
                  </a:lnTo>
                  <a:lnTo>
                    <a:pt x="2081" y="514"/>
                  </a:lnTo>
                  <a:lnTo>
                    <a:pt x="2082" y="512"/>
                  </a:lnTo>
                  <a:lnTo>
                    <a:pt x="2083" y="509"/>
                  </a:lnTo>
                  <a:lnTo>
                    <a:pt x="2084" y="512"/>
                  </a:lnTo>
                  <a:lnTo>
                    <a:pt x="2085" y="516"/>
                  </a:lnTo>
                  <a:lnTo>
                    <a:pt x="2086" y="521"/>
                  </a:lnTo>
                  <a:lnTo>
                    <a:pt x="2087" y="519"/>
                  </a:lnTo>
                  <a:lnTo>
                    <a:pt x="2088" y="516"/>
                  </a:lnTo>
                  <a:lnTo>
                    <a:pt x="2088" y="523"/>
                  </a:lnTo>
                  <a:lnTo>
                    <a:pt x="2090" y="526"/>
                  </a:lnTo>
                  <a:lnTo>
                    <a:pt x="2090" y="521"/>
                  </a:lnTo>
                  <a:lnTo>
                    <a:pt x="2091" y="516"/>
                  </a:lnTo>
                  <a:lnTo>
                    <a:pt x="2092" y="528"/>
                  </a:lnTo>
                  <a:lnTo>
                    <a:pt x="2093" y="528"/>
                  </a:lnTo>
                  <a:lnTo>
                    <a:pt x="2094" y="526"/>
                  </a:lnTo>
                  <a:lnTo>
                    <a:pt x="2095" y="521"/>
                  </a:lnTo>
                  <a:lnTo>
                    <a:pt x="2096" y="526"/>
                  </a:lnTo>
                  <a:lnTo>
                    <a:pt x="2097" y="532"/>
                  </a:lnTo>
                  <a:lnTo>
                    <a:pt x="2098" y="519"/>
                  </a:lnTo>
                  <a:lnTo>
                    <a:pt x="2099" y="523"/>
                  </a:lnTo>
                  <a:lnTo>
                    <a:pt x="2100" y="521"/>
                  </a:lnTo>
                  <a:lnTo>
                    <a:pt x="2101" y="526"/>
                  </a:lnTo>
                  <a:lnTo>
                    <a:pt x="2102" y="523"/>
                  </a:lnTo>
                  <a:lnTo>
                    <a:pt x="2102" y="523"/>
                  </a:lnTo>
                  <a:lnTo>
                    <a:pt x="2103" y="530"/>
                  </a:lnTo>
                  <a:lnTo>
                    <a:pt x="2104" y="532"/>
                  </a:lnTo>
                  <a:lnTo>
                    <a:pt x="2105" y="532"/>
                  </a:lnTo>
                  <a:lnTo>
                    <a:pt x="2106" y="523"/>
                  </a:lnTo>
                  <a:lnTo>
                    <a:pt x="2107" y="528"/>
                  </a:lnTo>
                  <a:lnTo>
                    <a:pt x="2108" y="532"/>
                  </a:lnTo>
                  <a:lnTo>
                    <a:pt x="2109" y="537"/>
                  </a:lnTo>
                  <a:lnTo>
                    <a:pt x="2110" y="535"/>
                  </a:lnTo>
                  <a:lnTo>
                    <a:pt x="2111" y="530"/>
                  </a:lnTo>
                  <a:lnTo>
                    <a:pt x="2112" y="532"/>
                  </a:lnTo>
                  <a:lnTo>
                    <a:pt x="2113" y="537"/>
                  </a:lnTo>
                  <a:lnTo>
                    <a:pt x="2114" y="528"/>
                  </a:lnTo>
                  <a:lnTo>
                    <a:pt x="2114" y="523"/>
                  </a:lnTo>
                  <a:lnTo>
                    <a:pt x="2116" y="528"/>
                  </a:lnTo>
                  <a:lnTo>
                    <a:pt x="2116" y="532"/>
                  </a:lnTo>
                  <a:lnTo>
                    <a:pt x="2117" y="530"/>
                  </a:lnTo>
                  <a:lnTo>
                    <a:pt x="2118" y="526"/>
                  </a:lnTo>
                  <a:lnTo>
                    <a:pt x="2119" y="530"/>
                  </a:lnTo>
                  <a:lnTo>
                    <a:pt x="2120" y="535"/>
                  </a:lnTo>
                  <a:lnTo>
                    <a:pt x="2121" y="528"/>
                  </a:lnTo>
                  <a:lnTo>
                    <a:pt x="2122" y="528"/>
                  </a:lnTo>
                  <a:lnTo>
                    <a:pt x="2123" y="530"/>
                  </a:lnTo>
                  <a:lnTo>
                    <a:pt x="2124" y="535"/>
                  </a:lnTo>
                  <a:lnTo>
                    <a:pt x="2125" y="535"/>
                  </a:lnTo>
                  <a:lnTo>
                    <a:pt x="2126" y="528"/>
                  </a:lnTo>
                  <a:lnTo>
                    <a:pt x="2126" y="530"/>
                  </a:lnTo>
                  <a:lnTo>
                    <a:pt x="2128" y="532"/>
                  </a:lnTo>
                  <a:lnTo>
                    <a:pt x="2128" y="537"/>
                  </a:lnTo>
                  <a:lnTo>
                    <a:pt x="2129" y="535"/>
                  </a:lnTo>
                  <a:lnTo>
                    <a:pt x="2130" y="532"/>
                  </a:lnTo>
                  <a:lnTo>
                    <a:pt x="2131" y="542"/>
                  </a:lnTo>
                  <a:lnTo>
                    <a:pt x="2132" y="544"/>
                  </a:lnTo>
                  <a:lnTo>
                    <a:pt x="2133" y="542"/>
                  </a:lnTo>
                  <a:lnTo>
                    <a:pt x="2134" y="542"/>
                  </a:lnTo>
                  <a:lnTo>
                    <a:pt x="2135" y="537"/>
                  </a:lnTo>
                  <a:lnTo>
                    <a:pt x="2136" y="540"/>
                  </a:lnTo>
                  <a:lnTo>
                    <a:pt x="2137" y="530"/>
                  </a:lnTo>
                  <a:lnTo>
                    <a:pt x="2138" y="530"/>
                  </a:lnTo>
                  <a:lnTo>
                    <a:pt x="2138" y="532"/>
                  </a:lnTo>
                  <a:lnTo>
                    <a:pt x="2140" y="532"/>
                  </a:lnTo>
                  <a:lnTo>
                    <a:pt x="2140" y="528"/>
                  </a:lnTo>
                  <a:lnTo>
                    <a:pt x="2141" y="526"/>
                  </a:lnTo>
                  <a:lnTo>
                    <a:pt x="2142" y="532"/>
                  </a:lnTo>
                  <a:lnTo>
                    <a:pt x="2143" y="537"/>
                  </a:lnTo>
                  <a:lnTo>
                    <a:pt x="2144" y="526"/>
                  </a:lnTo>
                  <a:lnTo>
                    <a:pt x="2145" y="509"/>
                  </a:lnTo>
                  <a:lnTo>
                    <a:pt x="2146" y="500"/>
                  </a:lnTo>
                  <a:lnTo>
                    <a:pt x="2147" y="481"/>
                  </a:lnTo>
                  <a:lnTo>
                    <a:pt x="2148" y="425"/>
                  </a:lnTo>
                  <a:lnTo>
                    <a:pt x="2149" y="242"/>
                  </a:lnTo>
                  <a:lnTo>
                    <a:pt x="2150" y="0"/>
                  </a:lnTo>
                  <a:lnTo>
                    <a:pt x="2150" y="61"/>
                  </a:lnTo>
                  <a:lnTo>
                    <a:pt x="2152" y="272"/>
                  </a:lnTo>
                  <a:lnTo>
                    <a:pt x="2152" y="340"/>
                  </a:lnTo>
                  <a:lnTo>
                    <a:pt x="2153" y="321"/>
                  </a:lnTo>
                  <a:lnTo>
                    <a:pt x="2154" y="316"/>
                  </a:lnTo>
                  <a:lnTo>
                    <a:pt x="2155" y="316"/>
                  </a:lnTo>
                  <a:lnTo>
                    <a:pt x="2156" y="312"/>
                  </a:lnTo>
                  <a:lnTo>
                    <a:pt x="2157" y="305"/>
                  </a:lnTo>
                  <a:lnTo>
                    <a:pt x="2158" y="312"/>
                  </a:lnTo>
                  <a:lnTo>
                    <a:pt x="2159" y="321"/>
                  </a:lnTo>
                  <a:lnTo>
                    <a:pt x="2160" y="312"/>
                  </a:lnTo>
                  <a:lnTo>
                    <a:pt x="2161" y="300"/>
                  </a:lnTo>
                  <a:lnTo>
                    <a:pt x="2162" y="316"/>
                  </a:lnTo>
                  <a:lnTo>
                    <a:pt x="2163" y="332"/>
                  </a:lnTo>
                  <a:lnTo>
                    <a:pt x="2164" y="351"/>
                  </a:lnTo>
                  <a:lnTo>
                    <a:pt x="2164" y="393"/>
                  </a:lnTo>
                  <a:lnTo>
                    <a:pt x="2166" y="451"/>
                  </a:lnTo>
                  <a:lnTo>
                    <a:pt x="2166" y="488"/>
                  </a:lnTo>
                  <a:lnTo>
                    <a:pt x="2167" y="537"/>
                  </a:lnTo>
                  <a:lnTo>
                    <a:pt x="2168" y="579"/>
                  </a:lnTo>
                  <a:lnTo>
                    <a:pt x="2169" y="593"/>
                  </a:lnTo>
                  <a:lnTo>
                    <a:pt x="2170" y="577"/>
                  </a:lnTo>
                  <a:lnTo>
                    <a:pt x="2171" y="558"/>
                  </a:lnTo>
                  <a:lnTo>
                    <a:pt x="2172" y="558"/>
                  </a:lnTo>
                  <a:lnTo>
                    <a:pt x="2173" y="572"/>
                  </a:lnTo>
                  <a:lnTo>
                    <a:pt x="2174" y="590"/>
                  </a:lnTo>
                  <a:lnTo>
                    <a:pt x="2175" y="595"/>
                  </a:lnTo>
                  <a:lnTo>
                    <a:pt x="2176" y="584"/>
                  </a:lnTo>
                  <a:lnTo>
                    <a:pt x="2176" y="565"/>
                  </a:lnTo>
                  <a:lnTo>
                    <a:pt x="2178" y="560"/>
                  </a:lnTo>
                  <a:lnTo>
                    <a:pt x="2178" y="560"/>
                  </a:lnTo>
                  <a:lnTo>
                    <a:pt x="2179" y="563"/>
                  </a:lnTo>
                  <a:lnTo>
                    <a:pt x="2180" y="563"/>
                  </a:lnTo>
                  <a:lnTo>
                    <a:pt x="2181" y="572"/>
                  </a:lnTo>
                  <a:lnTo>
                    <a:pt x="2182" y="588"/>
                  </a:lnTo>
                  <a:lnTo>
                    <a:pt x="2183" y="598"/>
                  </a:lnTo>
                  <a:lnTo>
                    <a:pt x="2184" y="604"/>
                  </a:lnTo>
                  <a:lnTo>
                    <a:pt x="2185" y="604"/>
                  </a:lnTo>
                  <a:lnTo>
                    <a:pt x="2186" y="604"/>
                  </a:lnTo>
                  <a:lnTo>
                    <a:pt x="2187" y="595"/>
                  </a:lnTo>
                  <a:lnTo>
                    <a:pt x="2188" y="588"/>
                  </a:lnTo>
                  <a:lnTo>
                    <a:pt x="2188" y="586"/>
                  </a:lnTo>
                  <a:lnTo>
                    <a:pt x="2190" y="586"/>
                  </a:lnTo>
                  <a:lnTo>
                    <a:pt x="2190" y="586"/>
                  </a:lnTo>
                  <a:lnTo>
                    <a:pt x="2191" y="579"/>
                  </a:lnTo>
                  <a:lnTo>
                    <a:pt x="2192" y="584"/>
                  </a:lnTo>
                  <a:lnTo>
                    <a:pt x="2193" y="588"/>
                  </a:lnTo>
                  <a:lnTo>
                    <a:pt x="2194" y="588"/>
                  </a:lnTo>
                  <a:lnTo>
                    <a:pt x="2195" y="584"/>
                  </a:lnTo>
                  <a:lnTo>
                    <a:pt x="2196" y="590"/>
                  </a:lnTo>
                  <a:lnTo>
                    <a:pt x="2197" y="612"/>
                  </a:lnTo>
                  <a:lnTo>
                    <a:pt x="2198" y="607"/>
                  </a:lnTo>
                  <a:lnTo>
                    <a:pt x="2199" y="600"/>
                  </a:lnTo>
                  <a:lnTo>
                    <a:pt x="2200" y="593"/>
                  </a:lnTo>
                  <a:lnTo>
                    <a:pt x="2200" y="607"/>
                  </a:lnTo>
                  <a:lnTo>
                    <a:pt x="2202" y="604"/>
                  </a:lnTo>
                  <a:lnTo>
                    <a:pt x="2202" y="602"/>
                  </a:lnTo>
                  <a:lnTo>
                    <a:pt x="2203" y="602"/>
                  </a:lnTo>
                  <a:lnTo>
                    <a:pt x="2204" y="609"/>
                  </a:lnTo>
                  <a:lnTo>
                    <a:pt x="2205" y="614"/>
                  </a:lnTo>
                  <a:lnTo>
                    <a:pt x="2206" y="595"/>
                  </a:lnTo>
                  <a:lnTo>
                    <a:pt x="2207" y="584"/>
                  </a:lnTo>
                  <a:lnTo>
                    <a:pt x="2208" y="581"/>
                  </a:lnTo>
                  <a:lnTo>
                    <a:pt x="2209" y="584"/>
                  </a:lnTo>
                  <a:lnTo>
                    <a:pt x="2210" y="577"/>
                  </a:lnTo>
                  <a:lnTo>
                    <a:pt x="2211" y="577"/>
                  </a:lnTo>
                  <a:lnTo>
                    <a:pt x="2212" y="574"/>
                  </a:lnTo>
                  <a:lnTo>
                    <a:pt x="2213" y="579"/>
                  </a:lnTo>
                  <a:lnTo>
                    <a:pt x="2214" y="563"/>
                  </a:lnTo>
                  <a:lnTo>
                    <a:pt x="2214" y="551"/>
                  </a:lnTo>
                  <a:lnTo>
                    <a:pt x="2216" y="540"/>
                  </a:lnTo>
                  <a:lnTo>
                    <a:pt x="2216" y="540"/>
                  </a:lnTo>
                  <a:lnTo>
                    <a:pt x="2217" y="530"/>
                  </a:lnTo>
                  <a:lnTo>
                    <a:pt x="2218" y="523"/>
                  </a:lnTo>
                  <a:lnTo>
                    <a:pt x="2219" y="519"/>
                  </a:lnTo>
                  <a:lnTo>
                    <a:pt x="2220" y="514"/>
                  </a:lnTo>
                  <a:lnTo>
                    <a:pt x="2221" y="500"/>
                  </a:lnTo>
                  <a:lnTo>
                    <a:pt x="2222" y="486"/>
                  </a:lnTo>
                  <a:lnTo>
                    <a:pt x="2223" y="477"/>
                  </a:lnTo>
                  <a:lnTo>
                    <a:pt x="2224" y="479"/>
                  </a:lnTo>
                  <a:lnTo>
                    <a:pt x="2225" y="474"/>
                  </a:lnTo>
                  <a:lnTo>
                    <a:pt x="2226" y="470"/>
                  </a:lnTo>
                  <a:lnTo>
                    <a:pt x="2226" y="460"/>
                  </a:lnTo>
                  <a:lnTo>
                    <a:pt x="2228" y="463"/>
                  </a:lnTo>
                  <a:lnTo>
                    <a:pt x="2228" y="460"/>
                  </a:lnTo>
                  <a:lnTo>
                    <a:pt x="2229" y="453"/>
                  </a:lnTo>
                  <a:lnTo>
                    <a:pt x="2230" y="458"/>
                  </a:lnTo>
                  <a:lnTo>
                    <a:pt x="2231" y="463"/>
                  </a:lnTo>
                  <a:lnTo>
                    <a:pt x="2232" y="470"/>
                  </a:lnTo>
                  <a:lnTo>
                    <a:pt x="2233" y="465"/>
                  </a:lnTo>
                  <a:lnTo>
                    <a:pt x="2234" y="465"/>
                  </a:lnTo>
                  <a:lnTo>
                    <a:pt x="2235" y="470"/>
                  </a:lnTo>
                  <a:lnTo>
                    <a:pt x="2236" y="477"/>
                  </a:lnTo>
                  <a:lnTo>
                    <a:pt x="2237" y="479"/>
                  </a:lnTo>
                  <a:lnTo>
                    <a:pt x="2238" y="481"/>
                  </a:lnTo>
                  <a:lnTo>
                    <a:pt x="2238" y="493"/>
                  </a:lnTo>
                  <a:lnTo>
                    <a:pt x="2240" y="493"/>
                  </a:lnTo>
                  <a:lnTo>
                    <a:pt x="2240" y="495"/>
                  </a:lnTo>
                  <a:lnTo>
                    <a:pt x="2241" y="493"/>
                  </a:lnTo>
                  <a:lnTo>
                    <a:pt x="2242" y="497"/>
                  </a:lnTo>
                  <a:lnTo>
                    <a:pt x="2243" y="502"/>
                  </a:lnTo>
                  <a:lnTo>
                    <a:pt x="2244" y="502"/>
                  </a:lnTo>
                  <a:lnTo>
                    <a:pt x="2245" y="497"/>
                  </a:lnTo>
                  <a:lnTo>
                    <a:pt x="2246" y="505"/>
                  </a:lnTo>
                  <a:lnTo>
                    <a:pt x="2247" y="509"/>
                  </a:lnTo>
                  <a:lnTo>
                    <a:pt x="2248" y="512"/>
                  </a:lnTo>
                  <a:lnTo>
                    <a:pt x="2249" y="509"/>
                  </a:lnTo>
                  <a:lnTo>
                    <a:pt x="2250" y="516"/>
                  </a:lnTo>
                  <a:lnTo>
                    <a:pt x="2251" y="523"/>
                  </a:lnTo>
                  <a:lnTo>
                    <a:pt x="2252" y="523"/>
                  </a:lnTo>
                  <a:lnTo>
                    <a:pt x="2253" y="521"/>
                  </a:lnTo>
                  <a:lnTo>
                    <a:pt x="2253" y="521"/>
                  </a:lnTo>
                  <a:lnTo>
                    <a:pt x="2255" y="528"/>
                  </a:lnTo>
                  <a:lnTo>
                    <a:pt x="2255" y="521"/>
                  </a:lnTo>
                  <a:lnTo>
                    <a:pt x="2256" y="512"/>
                  </a:lnTo>
                  <a:lnTo>
                    <a:pt x="2257" y="507"/>
                  </a:lnTo>
                  <a:lnTo>
                    <a:pt x="2258" y="509"/>
                  </a:lnTo>
                  <a:lnTo>
                    <a:pt x="2259" y="509"/>
                  </a:lnTo>
                  <a:lnTo>
                    <a:pt x="2260" y="512"/>
                  </a:lnTo>
                  <a:lnTo>
                    <a:pt x="2261" y="514"/>
                  </a:lnTo>
                  <a:lnTo>
                    <a:pt x="2262" y="519"/>
                  </a:lnTo>
                  <a:lnTo>
                    <a:pt x="2263" y="519"/>
                  </a:lnTo>
                  <a:lnTo>
                    <a:pt x="2264" y="516"/>
                  </a:lnTo>
                  <a:lnTo>
                    <a:pt x="2265" y="521"/>
                  </a:lnTo>
                  <a:lnTo>
                    <a:pt x="2266" y="523"/>
                  </a:lnTo>
                  <a:lnTo>
                    <a:pt x="2267" y="528"/>
                  </a:lnTo>
                  <a:lnTo>
                    <a:pt x="2267" y="526"/>
                  </a:lnTo>
                  <a:lnTo>
                    <a:pt x="2268" y="521"/>
                  </a:lnTo>
                  <a:lnTo>
                    <a:pt x="2269" y="519"/>
                  </a:lnTo>
                  <a:lnTo>
                    <a:pt x="2270" y="528"/>
                  </a:lnTo>
                  <a:lnTo>
                    <a:pt x="2271" y="528"/>
                  </a:lnTo>
                  <a:lnTo>
                    <a:pt x="2272" y="528"/>
                  </a:lnTo>
                  <a:lnTo>
                    <a:pt x="2273" y="521"/>
                  </a:lnTo>
                  <a:lnTo>
                    <a:pt x="2274" y="528"/>
                  </a:lnTo>
                  <a:lnTo>
                    <a:pt x="2275" y="535"/>
                  </a:lnTo>
                  <a:lnTo>
                    <a:pt x="2276" y="530"/>
                  </a:lnTo>
                  <a:lnTo>
                    <a:pt x="2277" y="535"/>
                  </a:lnTo>
                  <a:lnTo>
                    <a:pt x="2278" y="535"/>
                  </a:lnTo>
                  <a:lnTo>
                    <a:pt x="2279" y="540"/>
                  </a:lnTo>
                  <a:lnTo>
                    <a:pt x="2279" y="530"/>
                  </a:lnTo>
                  <a:lnTo>
                    <a:pt x="2281" y="528"/>
                  </a:lnTo>
                  <a:lnTo>
                    <a:pt x="2281" y="540"/>
                  </a:lnTo>
                  <a:lnTo>
                    <a:pt x="2282" y="551"/>
                  </a:lnTo>
                  <a:lnTo>
                    <a:pt x="2283" y="544"/>
                  </a:lnTo>
                  <a:lnTo>
                    <a:pt x="2284" y="532"/>
                  </a:lnTo>
                  <a:lnTo>
                    <a:pt x="2285" y="532"/>
                  </a:lnTo>
                  <a:lnTo>
                    <a:pt x="2286" y="540"/>
                  </a:lnTo>
                  <a:lnTo>
                    <a:pt x="2287" y="535"/>
                  </a:lnTo>
                  <a:lnTo>
                    <a:pt x="2288" y="535"/>
                  </a:lnTo>
                  <a:lnTo>
                    <a:pt x="2289" y="540"/>
                  </a:lnTo>
                  <a:lnTo>
                    <a:pt x="2290" y="546"/>
                  </a:lnTo>
                  <a:lnTo>
                    <a:pt x="2291" y="544"/>
                  </a:lnTo>
                  <a:lnTo>
                    <a:pt x="2291" y="544"/>
                  </a:lnTo>
                  <a:lnTo>
                    <a:pt x="2293" y="542"/>
                  </a:lnTo>
                  <a:lnTo>
                    <a:pt x="2293" y="542"/>
                  </a:lnTo>
                  <a:lnTo>
                    <a:pt x="2294" y="546"/>
                  </a:lnTo>
                  <a:lnTo>
                    <a:pt x="2295" y="549"/>
                  </a:lnTo>
                  <a:lnTo>
                    <a:pt x="2296" y="549"/>
                  </a:lnTo>
                  <a:lnTo>
                    <a:pt x="2297" y="554"/>
                  </a:lnTo>
                  <a:lnTo>
                    <a:pt x="2298" y="546"/>
                  </a:lnTo>
                  <a:lnTo>
                    <a:pt x="2299" y="542"/>
                  </a:lnTo>
                  <a:lnTo>
                    <a:pt x="2300" y="544"/>
                  </a:lnTo>
                  <a:lnTo>
                    <a:pt x="2301" y="554"/>
                  </a:lnTo>
                  <a:lnTo>
                    <a:pt x="2302" y="551"/>
                  </a:lnTo>
                  <a:lnTo>
                    <a:pt x="2303" y="535"/>
                  </a:lnTo>
                  <a:lnTo>
                    <a:pt x="2303" y="530"/>
                  </a:lnTo>
                  <a:lnTo>
                    <a:pt x="2305" y="540"/>
                  </a:lnTo>
                  <a:lnTo>
                    <a:pt x="2305" y="554"/>
                  </a:lnTo>
                  <a:lnTo>
                    <a:pt x="2306" y="551"/>
                  </a:lnTo>
                  <a:lnTo>
                    <a:pt x="2307" y="540"/>
                  </a:lnTo>
                  <a:lnTo>
                    <a:pt x="2308" y="540"/>
                  </a:lnTo>
                  <a:lnTo>
                    <a:pt x="2309" y="546"/>
                  </a:lnTo>
                  <a:lnTo>
                    <a:pt x="2310" y="558"/>
                  </a:lnTo>
                  <a:lnTo>
                    <a:pt x="2311" y="558"/>
                  </a:lnTo>
                  <a:lnTo>
                    <a:pt x="2312" y="554"/>
                  </a:lnTo>
                  <a:lnTo>
                    <a:pt x="2313" y="549"/>
                  </a:lnTo>
                  <a:lnTo>
                    <a:pt x="2314" y="546"/>
                  </a:lnTo>
                  <a:lnTo>
                    <a:pt x="2315" y="544"/>
                  </a:lnTo>
                  <a:lnTo>
                    <a:pt x="2316" y="546"/>
                  </a:lnTo>
                  <a:lnTo>
                    <a:pt x="2317" y="549"/>
                  </a:lnTo>
                  <a:lnTo>
                    <a:pt x="2317" y="549"/>
                  </a:lnTo>
                  <a:lnTo>
                    <a:pt x="2318" y="544"/>
                  </a:lnTo>
                  <a:lnTo>
                    <a:pt x="2319" y="537"/>
                  </a:lnTo>
                  <a:lnTo>
                    <a:pt x="2320" y="535"/>
                  </a:lnTo>
                  <a:lnTo>
                    <a:pt x="2321" y="542"/>
                  </a:lnTo>
                  <a:lnTo>
                    <a:pt x="2322" y="542"/>
                  </a:lnTo>
                  <a:lnTo>
                    <a:pt x="2323" y="546"/>
                  </a:lnTo>
                  <a:lnTo>
                    <a:pt x="2324" y="544"/>
                  </a:lnTo>
                  <a:lnTo>
                    <a:pt x="2325" y="549"/>
                  </a:lnTo>
                  <a:lnTo>
                    <a:pt x="2326" y="540"/>
                  </a:lnTo>
                  <a:lnTo>
                    <a:pt x="2327" y="542"/>
                  </a:lnTo>
                  <a:lnTo>
                    <a:pt x="2328" y="535"/>
                  </a:lnTo>
                  <a:lnTo>
                    <a:pt x="2329" y="526"/>
                  </a:lnTo>
                  <a:lnTo>
                    <a:pt x="2329" y="507"/>
                  </a:lnTo>
                  <a:lnTo>
                    <a:pt x="2331" y="484"/>
                  </a:lnTo>
                  <a:lnTo>
                    <a:pt x="2331" y="460"/>
                  </a:lnTo>
                  <a:lnTo>
                    <a:pt x="2332" y="393"/>
                  </a:lnTo>
                  <a:lnTo>
                    <a:pt x="2333" y="193"/>
                  </a:lnTo>
                  <a:lnTo>
                    <a:pt x="2334" y="33"/>
                  </a:lnTo>
                  <a:lnTo>
                    <a:pt x="2335" y="140"/>
                  </a:lnTo>
                  <a:lnTo>
                    <a:pt x="2336" y="309"/>
                  </a:lnTo>
                  <a:lnTo>
                    <a:pt x="2337" y="351"/>
                  </a:lnTo>
                  <a:lnTo>
                    <a:pt x="2338" y="326"/>
                  </a:lnTo>
                  <a:lnTo>
                    <a:pt x="2339" y="314"/>
                  </a:lnTo>
                  <a:lnTo>
                    <a:pt x="2340" y="307"/>
                  </a:lnTo>
                  <a:lnTo>
                    <a:pt x="2341" y="305"/>
                  </a:lnTo>
                  <a:lnTo>
                    <a:pt x="2341" y="300"/>
                  </a:lnTo>
                  <a:lnTo>
                    <a:pt x="2343" y="293"/>
                  </a:lnTo>
                  <a:lnTo>
                    <a:pt x="2343" y="300"/>
                  </a:lnTo>
                  <a:lnTo>
                    <a:pt x="2344" y="305"/>
                  </a:lnTo>
                  <a:lnTo>
                    <a:pt x="2345" y="302"/>
                  </a:lnTo>
                  <a:lnTo>
                    <a:pt x="2346" y="316"/>
                  </a:lnTo>
                  <a:lnTo>
                    <a:pt x="2347" y="330"/>
                  </a:lnTo>
                  <a:lnTo>
                    <a:pt x="2348" y="358"/>
                  </a:lnTo>
                  <a:lnTo>
                    <a:pt x="2349" y="405"/>
                  </a:lnTo>
                  <a:lnTo>
                    <a:pt x="2350" y="465"/>
                  </a:lnTo>
                  <a:lnTo>
                    <a:pt x="2351" y="505"/>
                  </a:lnTo>
                  <a:lnTo>
                    <a:pt x="2352" y="558"/>
                  </a:lnTo>
                  <a:lnTo>
                    <a:pt x="2353" y="612"/>
                  </a:lnTo>
                  <a:lnTo>
                    <a:pt x="2353" y="637"/>
                  </a:lnTo>
                  <a:lnTo>
                    <a:pt x="2355" y="635"/>
                  </a:lnTo>
                  <a:lnTo>
                    <a:pt x="2355" y="630"/>
                  </a:lnTo>
                  <a:lnTo>
                    <a:pt x="2356" y="623"/>
                  </a:lnTo>
                  <a:lnTo>
                    <a:pt x="2357" y="632"/>
                  </a:lnTo>
                  <a:lnTo>
                    <a:pt x="2358" y="644"/>
                  </a:lnTo>
                  <a:lnTo>
                    <a:pt x="2359" y="656"/>
                  </a:lnTo>
                  <a:lnTo>
                    <a:pt x="2360" y="646"/>
                  </a:lnTo>
                  <a:lnTo>
                    <a:pt x="2361" y="626"/>
                  </a:lnTo>
                  <a:lnTo>
                    <a:pt x="2362" y="609"/>
                  </a:lnTo>
                  <a:lnTo>
                    <a:pt x="2363" y="595"/>
                  </a:lnTo>
                  <a:lnTo>
                    <a:pt x="2364" y="588"/>
                  </a:lnTo>
                  <a:lnTo>
                    <a:pt x="2365" y="584"/>
                  </a:lnTo>
                  <a:lnTo>
                    <a:pt x="2365" y="574"/>
                  </a:lnTo>
                  <a:lnTo>
                    <a:pt x="2367" y="577"/>
                  </a:lnTo>
                  <a:lnTo>
                    <a:pt x="2367" y="584"/>
                  </a:lnTo>
                  <a:lnTo>
                    <a:pt x="2368" y="584"/>
                  </a:lnTo>
                  <a:lnTo>
                    <a:pt x="2369" y="581"/>
                  </a:lnTo>
                  <a:lnTo>
                    <a:pt x="2370" y="570"/>
                  </a:lnTo>
                  <a:lnTo>
                    <a:pt x="2371" y="565"/>
                  </a:lnTo>
                  <a:lnTo>
                    <a:pt x="2372" y="560"/>
                  </a:lnTo>
                  <a:lnTo>
                    <a:pt x="2373" y="558"/>
                  </a:lnTo>
                  <a:lnTo>
                    <a:pt x="2374" y="558"/>
                  </a:lnTo>
                  <a:lnTo>
                    <a:pt x="2375" y="563"/>
                  </a:lnTo>
                  <a:lnTo>
                    <a:pt x="2376" y="567"/>
                  </a:lnTo>
                  <a:lnTo>
                    <a:pt x="2377" y="563"/>
                  </a:lnTo>
                  <a:lnTo>
                    <a:pt x="2378" y="565"/>
                  </a:lnTo>
                  <a:lnTo>
                    <a:pt x="2379" y="565"/>
                  </a:lnTo>
                  <a:lnTo>
                    <a:pt x="2379" y="572"/>
                  </a:lnTo>
                  <a:lnTo>
                    <a:pt x="2381" y="570"/>
                  </a:lnTo>
                  <a:lnTo>
                    <a:pt x="2381" y="567"/>
                  </a:lnTo>
                  <a:lnTo>
                    <a:pt x="2382" y="577"/>
                  </a:lnTo>
                  <a:lnTo>
                    <a:pt x="2383" y="577"/>
                  </a:lnTo>
                  <a:lnTo>
                    <a:pt x="2384" y="577"/>
                  </a:lnTo>
                  <a:lnTo>
                    <a:pt x="2385" y="581"/>
                  </a:lnTo>
                  <a:lnTo>
                    <a:pt x="2386" y="588"/>
                  </a:lnTo>
                  <a:lnTo>
                    <a:pt x="2387" y="590"/>
                  </a:lnTo>
                  <a:lnTo>
                    <a:pt x="2388" y="593"/>
                  </a:lnTo>
                  <a:lnTo>
                    <a:pt x="2389" y="588"/>
                  </a:lnTo>
                  <a:lnTo>
                    <a:pt x="2390" y="598"/>
                  </a:lnTo>
                  <a:lnTo>
                    <a:pt x="2391" y="602"/>
                  </a:lnTo>
                  <a:lnTo>
                    <a:pt x="2391" y="598"/>
                  </a:lnTo>
                  <a:lnTo>
                    <a:pt x="2393" y="598"/>
                  </a:lnTo>
                  <a:lnTo>
                    <a:pt x="2393" y="598"/>
                  </a:lnTo>
                  <a:lnTo>
                    <a:pt x="2394" y="602"/>
                  </a:lnTo>
                  <a:lnTo>
                    <a:pt x="2395" y="593"/>
                  </a:lnTo>
                  <a:lnTo>
                    <a:pt x="2396" y="590"/>
                  </a:lnTo>
                  <a:lnTo>
                    <a:pt x="2397" y="593"/>
                  </a:lnTo>
                  <a:lnTo>
                    <a:pt x="2398" y="595"/>
                  </a:lnTo>
                  <a:lnTo>
                    <a:pt x="2399" y="590"/>
                  </a:lnTo>
                  <a:lnTo>
                    <a:pt x="2400" y="579"/>
                  </a:lnTo>
                  <a:lnTo>
                    <a:pt x="2401" y="577"/>
                  </a:lnTo>
                  <a:lnTo>
                    <a:pt x="2402" y="572"/>
                  </a:lnTo>
                  <a:lnTo>
                    <a:pt x="2403" y="565"/>
                  </a:lnTo>
                  <a:lnTo>
                    <a:pt x="2403" y="554"/>
                  </a:lnTo>
                  <a:lnTo>
                    <a:pt x="2405" y="551"/>
                  </a:lnTo>
                  <a:lnTo>
                    <a:pt x="2405" y="549"/>
                  </a:lnTo>
                  <a:lnTo>
                    <a:pt x="2406" y="537"/>
                  </a:lnTo>
                  <a:lnTo>
                    <a:pt x="2407" y="516"/>
                  </a:lnTo>
                  <a:lnTo>
                    <a:pt x="2408" y="514"/>
                  </a:lnTo>
                  <a:lnTo>
                    <a:pt x="2409" y="514"/>
                  </a:lnTo>
                  <a:lnTo>
                    <a:pt x="2410" y="505"/>
                  </a:lnTo>
                  <a:lnTo>
                    <a:pt x="2411" y="497"/>
                  </a:lnTo>
                  <a:lnTo>
                    <a:pt x="2412" y="484"/>
                  </a:lnTo>
                  <a:lnTo>
                    <a:pt x="2413" y="484"/>
                  </a:lnTo>
                  <a:lnTo>
                    <a:pt x="2414" y="484"/>
                  </a:lnTo>
                  <a:lnTo>
                    <a:pt x="2415" y="472"/>
                  </a:lnTo>
                  <a:lnTo>
                    <a:pt x="2416" y="467"/>
                  </a:lnTo>
                  <a:lnTo>
                    <a:pt x="2417" y="467"/>
                  </a:lnTo>
                  <a:lnTo>
                    <a:pt x="2418" y="467"/>
                  </a:lnTo>
                  <a:lnTo>
                    <a:pt x="2418" y="467"/>
                  </a:lnTo>
                  <a:lnTo>
                    <a:pt x="2420" y="463"/>
                  </a:lnTo>
                  <a:lnTo>
                    <a:pt x="2420" y="465"/>
                  </a:lnTo>
                  <a:lnTo>
                    <a:pt x="2421" y="477"/>
                  </a:lnTo>
                  <a:lnTo>
                    <a:pt x="2422" y="474"/>
                  </a:lnTo>
                  <a:lnTo>
                    <a:pt x="2423" y="472"/>
                  </a:lnTo>
                  <a:lnTo>
                    <a:pt x="2424" y="481"/>
                  </a:lnTo>
                  <a:lnTo>
                    <a:pt x="2425" y="488"/>
                  </a:lnTo>
                  <a:lnTo>
                    <a:pt x="2426" y="491"/>
                  </a:lnTo>
                  <a:lnTo>
                    <a:pt x="2427" y="493"/>
                  </a:lnTo>
                  <a:lnTo>
                    <a:pt x="2428" y="502"/>
                  </a:lnTo>
                  <a:lnTo>
                    <a:pt x="2429" y="507"/>
                  </a:lnTo>
                  <a:lnTo>
                    <a:pt x="2430" y="512"/>
                  </a:lnTo>
                  <a:lnTo>
                    <a:pt x="2431" y="502"/>
                  </a:lnTo>
                  <a:lnTo>
                    <a:pt x="2432" y="516"/>
                  </a:lnTo>
                  <a:lnTo>
                    <a:pt x="2432" y="519"/>
                  </a:lnTo>
                  <a:lnTo>
                    <a:pt x="2433" y="523"/>
                  </a:lnTo>
                  <a:lnTo>
                    <a:pt x="2434" y="521"/>
                  </a:lnTo>
                  <a:lnTo>
                    <a:pt x="2435" y="516"/>
                  </a:lnTo>
                  <a:lnTo>
                    <a:pt x="2436" y="523"/>
                  </a:lnTo>
                  <a:lnTo>
                    <a:pt x="2437" y="526"/>
                  </a:lnTo>
                  <a:lnTo>
                    <a:pt x="2438" y="519"/>
                  </a:lnTo>
                  <a:lnTo>
                    <a:pt x="2439" y="519"/>
                  </a:lnTo>
                  <a:lnTo>
                    <a:pt x="2440" y="526"/>
                  </a:lnTo>
                  <a:lnTo>
                    <a:pt x="2441" y="535"/>
                  </a:lnTo>
                  <a:lnTo>
                    <a:pt x="2442" y="526"/>
                  </a:lnTo>
                  <a:lnTo>
                    <a:pt x="2443" y="521"/>
                  </a:lnTo>
                  <a:lnTo>
                    <a:pt x="2444" y="530"/>
                  </a:lnTo>
                  <a:lnTo>
                    <a:pt x="2444" y="532"/>
                  </a:lnTo>
                  <a:lnTo>
                    <a:pt x="2446" y="523"/>
                  </a:lnTo>
                  <a:lnTo>
                    <a:pt x="2446" y="528"/>
                  </a:lnTo>
                  <a:lnTo>
                    <a:pt x="2447" y="526"/>
                  </a:lnTo>
                  <a:lnTo>
                    <a:pt x="2448" y="532"/>
                  </a:lnTo>
                  <a:lnTo>
                    <a:pt x="2449" y="530"/>
                  </a:lnTo>
                  <a:lnTo>
                    <a:pt x="2450" y="528"/>
                  </a:lnTo>
                  <a:lnTo>
                    <a:pt x="2451" y="532"/>
                  </a:lnTo>
                  <a:lnTo>
                    <a:pt x="2452" y="535"/>
                  </a:lnTo>
                  <a:lnTo>
                    <a:pt x="2453" y="535"/>
                  </a:lnTo>
                  <a:lnTo>
                    <a:pt x="2454" y="532"/>
                  </a:lnTo>
                  <a:lnTo>
                    <a:pt x="2455" y="532"/>
                  </a:lnTo>
                  <a:lnTo>
                    <a:pt x="2456" y="540"/>
                  </a:lnTo>
                  <a:lnTo>
                    <a:pt x="2456" y="537"/>
                  </a:lnTo>
                  <a:lnTo>
                    <a:pt x="2458" y="540"/>
                  </a:lnTo>
                  <a:lnTo>
                    <a:pt x="2458" y="532"/>
                  </a:lnTo>
                  <a:lnTo>
                    <a:pt x="2459" y="540"/>
                  </a:lnTo>
                  <a:lnTo>
                    <a:pt x="2460" y="540"/>
                  </a:lnTo>
                  <a:lnTo>
                    <a:pt x="2461" y="537"/>
                  </a:lnTo>
                  <a:lnTo>
                    <a:pt x="2462" y="540"/>
                  </a:lnTo>
                  <a:lnTo>
                    <a:pt x="2463" y="544"/>
                  </a:lnTo>
                  <a:lnTo>
                    <a:pt x="2464" y="546"/>
                  </a:lnTo>
                  <a:lnTo>
                    <a:pt x="2465" y="540"/>
                  </a:lnTo>
                  <a:lnTo>
                    <a:pt x="2466" y="540"/>
                  </a:lnTo>
                  <a:lnTo>
                    <a:pt x="2467" y="546"/>
                  </a:lnTo>
                  <a:lnTo>
                    <a:pt x="2468" y="556"/>
                  </a:lnTo>
                  <a:lnTo>
                    <a:pt x="2468" y="546"/>
                  </a:lnTo>
                  <a:lnTo>
                    <a:pt x="2470" y="544"/>
                  </a:lnTo>
                  <a:lnTo>
                    <a:pt x="2470" y="551"/>
                  </a:lnTo>
                  <a:lnTo>
                    <a:pt x="2471" y="558"/>
                  </a:lnTo>
                  <a:lnTo>
                    <a:pt x="2472" y="554"/>
                  </a:lnTo>
                  <a:lnTo>
                    <a:pt x="2473" y="549"/>
                  </a:lnTo>
                  <a:lnTo>
                    <a:pt x="2474" y="554"/>
                  </a:lnTo>
                  <a:lnTo>
                    <a:pt x="2475" y="558"/>
                  </a:lnTo>
                  <a:lnTo>
                    <a:pt x="2476" y="556"/>
                  </a:lnTo>
                  <a:lnTo>
                    <a:pt x="2477" y="546"/>
                  </a:lnTo>
                  <a:lnTo>
                    <a:pt x="2478" y="554"/>
                  </a:lnTo>
                  <a:lnTo>
                    <a:pt x="2479" y="556"/>
                  </a:lnTo>
                  <a:lnTo>
                    <a:pt x="2480" y="558"/>
                  </a:lnTo>
                  <a:lnTo>
                    <a:pt x="2481" y="556"/>
                  </a:lnTo>
                  <a:lnTo>
                    <a:pt x="2482" y="551"/>
                  </a:lnTo>
                  <a:lnTo>
                    <a:pt x="2482" y="556"/>
                  </a:lnTo>
                  <a:lnTo>
                    <a:pt x="2483" y="554"/>
                  </a:lnTo>
                  <a:lnTo>
                    <a:pt x="2484" y="549"/>
                  </a:lnTo>
                  <a:lnTo>
                    <a:pt x="2485" y="549"/>
                  </a:lnTo>
                  <a:lnTo>
                    <a:pt x="2486" y="549"/>
                  </a:lnTo>
                  <a:lnTo>
                    <a:pt x="2487" y="554"/>
                  </a:lnTo>
                  <a:lnTo>
                    <a:pt x="2488" y="551"/>
                  </a:lnTo>
                  <a:lnTo>
                    <a:pt x="2489" y="554"/>
                  </a:lnTo>
                  <a:lnTo>
                    <a:pt x="2490" y="554"/>
                  </a:lnTo>
                  <a:lnTo>
                    <a:pt x="2491" y="558"/>
                  </a:lnTo>
                  <a:lnTo>
                    <a:pt x="2492" y="556"/>
                  </a:lnTo>
                  <a:lnTo>
                    <a:pt x="2493" y="551"/>
                  </a:lnTo>
                  <a:lnTo>
                    <a:pt x="2494" y="554"/>
                  </a:lnTo>
                  <a:lnTo>
                    <a:pt x="2494" y="558"/>
                  </a:lnTo>
                  <a:lnTo>
                    <a:pt x="2496" y="551"/>
                  </a:lnTo>
                  <a:lnTo>
                    <a:pt x="2496" y="549"/>
                  </a:lnTo>
                  <a:lnTo>
                    <a:pt x="2497" y="549"/>
                  </a:lnTo>
                  <a:lnTo>
                    <a:pt x="2498" y="556"/>
                  </a:lnTo>
                  <a:lnTo>
                    <a:pt x="2499" y="551"/>
                  </a:lnTo>
                  <a:lnTo>
                    <a:pt x="2500" y="542"/>
                  </a:lnTo>
                  <a:lnTo>
                    <a:pt x="2501" y="546"/>
                  </a:lnTo>
                  <a:lnTo>
                    <a:pt x="2502" y="551"/>
                  </a:lnTo>
                  <a:lnTo>
                    <a:pt x="2503" y="554"/>
                  </a:lnTo>
                  <a:lnTo>
                    <a:pt x="2504" y="551"/>
                  </a:lnTo>
                  <a:lnTo>
                    <a:pt x="2505" y="546"/>
                  </a:lnTo>
                  <a:lnTo>
                    <a:pt x="2506" y="551"/>
                  </a:lnTo>
                  <a:lnTo>
                    <a:pt x="2506" y="551"/>
                  </a:lnTo>
                  <a:lnTo>
                    <a:pt x="2508" y="544"/>
                  </a:lnTo>
                  <a:lnTo>
                    <a:pt x="2508" y="546"/>
                  </a:lnTo>
                  <a:lnTo>
                    <a:pt x="2509" y="546"/>
                  </a:lnTo>
                  <a:lnTo>
                    <a:pt x="2510" y="549"/>
                  </a:lnTo>
                  <a:lnTo>
                    <a:pt x="2511" y="540"/>
                  </a:lnTo>
                  <a:lnTo>
                    <a:pt x="2512" y="535"/>
                  </a:lnTo>
                  <a:lnTo>
                    <a:pt x="2513" y="540"/>
                  </a:lnTo>
                  <a:lnTo>
                    <a:pt x="2514" y="537"/>
                  </a:lnTo>
                  <a:lnTo>
                    <a:pt x="2515" y="521"/>
                  </a:lnTo>
                  <a:lnTo>
                    <a:pt x="2516" y="497"/>
                  </a:lnTo>
                  <a:lnTo>
                    <a:pt x="2517" y="463"/>
                  </a:lnTo>
                  <a:lnTo>
                    <a:pt x="2518" y="342"/>
                  </a:lnTo>
                  <a:lnTo>
                    <a:pt x="2518" y="112"/>
                  </a:lnTo>
                  <a:lnTo>
                    <a:pt x="2520" y="93"/>
                  </a:lnTo>
                  <a:lnTo>
                    <a:pt x="2520" y="263"/>
                  </a:lnTo>
                  <a:lnTo>
                    <a:pt x="2521" y="351"/>
                  </a:lnTo>
                  <a:lnTo>
                    <a:pt x="2522" y="349"/>
                  </a:lnTo>
                  <a:lnTo>
                    <a:pt x="2523" y="323"/>
                  </a:lnTo>
                  <a:lnTo>
                    <a:pt x="2524" y="326"/>
                  </a:lnTo>
                  <a:lnTo>
                    <a:pt x="2525" y="321"/>
                  </a:lnTo>
                  <a:lnTo>
                    <a:pt x="2526" y="312"/>
                  </a:lnTo>
                  <a:lnTo>
                    <a:pt x="2527" y="307"/>
                  </a:lnTo>
                  <a:lnTo>
                    <a:pt x="2528" y="309"/>
                  </a:lnTo>
                  <a:lnTo>
                    <a:pt x="2529" y="316"/>
                  </a:lnTo>
                  <a:lnTo>
                    <a:pt x="2530" y="316"/>
                  </a:lnTo>
                  <a:lnTo>
                    <a:pt x="2531" y="309"/>
                  </a:lnTo>
                  <a:lnTo>
                    <a:pt x="2532" y="318"/>
                  </a:lnTo>
                  <a:lnTo>
                    <a:pt x="2532" y="337"/>
                  </a:lnTo>
                  <a:lnTo>
                    <a:pt x="2533" y="358"/>
                  </a:lnTo>
                  <a:lnTo>
                    <a:pt x="2534" y="398"/>
                  </a:lnTo>
                  <a:lnTo>
                    <a:pt x="2535" y="439"/>
                  </a:lnTo>
                  <a:lnTo>
                    <a:pt x="2536" y="474"/>
                  </a:lnTo>
                  <a:lnTo>
                    <a:pt x="2537" y="528"/>
                  </a:lnTo>
                  <a:lnTo>
                    <a:pt x="2538" y="579"/>
                  </a:lnTo>
                  <a:lnTo>
                    <a:pt x="2539" y="602"/>
                  </a:lnTo>
                  <a:lnTo>
                    <a:pt x="2540" y="598"/>
                  </a:lnTo>
                  <a:lnTo>
                    <a:pt x="2541" y="584"/>
                  </a:lnTo>
                  <a:lnTo>
                    <a:pt x="2542" y="584"/>
                  </a:lnTo>
                  <a:lnTo>
                    <a:pt x="2543" y="588"/>
                  </a:lnTo>
                  <a:lnTo>
                    <a:pt x="2544" y="600"/>
                  </a:lnTo>
                  <a:lnTo>
                    <a:pt x="2544" y="614"/>
                  </a:lnTo>
                  <a:lnTo>
                    <a:pt x="2546" y="609"/>
                  </a:lnTo>
                  <a:lnTo>
                    <a:pt x="2546" y="598"/>
                  </a:lnTo>
                  <a:lnTo>
                    <a:pt x="2547" y="590"/>
                  </a:lnTo>
                  <a:lnTo>
                    <a:pt x="2548" y="590"/>
                  </a:lnTo>
                  <a:lnTo>
                    <a:pt x="2549" y="588"/>
                  </a:lnTo>
                  <a:lnTo>
                    <a:pt x="2550" y="584"/>
                  </a:lnTo>
                  <a:lnTo>
                    <a:pt x="2551" y="579"/>
                  </a:lnTo>
                  <a:lnTo>
                    <a:pt x="2552" y="586"/>
                  </a:lnTo>
                  <a:lnTo>
                    <a:pt x="2553" y="593"/>
                  </a:lnTo>
                  <a:lnTo>
                    <a:pt x="2554" y="586"/>
                  </a:lnTo>
                  <a:lnTo>
                    <a:pt x="2555" y="588"/>
                  </a:lnTo>
                  <a:lnTo>
                    <a:pt x="2556" y="579"/>
                  </a:lnTo>
                  <a:lnTo>
                    <a:pt x="2556" y="577"/>
                  </a:lnTo>
                  <a:lnTo>
                    <a:pt x="2558" y="577"/>
                  </a:lnTo>
                  <a:lnTo>
                    <a:pt x="2558" y="577"/>
                  </a:lnTo>
                  <a:lnTo>
                    <a:pt x="2559" y="581"/>
                  </a:lnTo>
                  <a:lnTo>
                    <a:pt x="2560" y="581"/>
                  </a:lnTo>
                  <a:lnTo>
                    <a:pt x="2561" y="577"/>
                  </a:lnTo>
                  <a:lnTo>
                    <a:pt x="2562" y="572"/>
                  </a:lnTo>
                  <a:lnTo>
                    <a:pt x="2563" y="574"/>
                  </a:lnTo>
                  <a:lnTo>
                    <a:pt x="2564" y="588"/>
                  </a:lnTo>
                  <a:lnTo>
                    <a:pt x="2565" y="593"/>
                  </a:lnTo>
                  <a:lnTo>
                    <a:pt x="2566" y="595"/>
                  </a:lnTo>
                  <a:lnTo>
                    <a:pt x="2567" y="602"/>
                  </a:lnTo>
                  <a:lnTo>
                    <a:pt x="2568" y="612"/>
                  </a:lnTo>
                  <a:lnTo>
                    <a:pt x="2568" y="604"/>
                  </a:lnTo>
                  <a:lnTo>
                    <a:pt x="2570" y="604"/>
                  </a:lnTo>
                  <a:lnTo>
                    <a:pt x="2570" y="609"/>
                  </a:lnTo>
                  <a:lnTo>
                    <a:pt x="2571" y="618"/>
                  </a:lnTo>
                  <a:lnTo>
                    <a:pt x="2572" y="621"/>
                  </a:lnTo>
                  <a:lnTo>
                    <a:pt x="2573" y="621"/>
                  </a:lnTo>
                  <a:lnTo>
                    <a:pt x="2574" y="621"/>
                  </a:lnTo>
                  <a:lnTo>
                    <a:pt x="2575" y="626"/>
                  </a:lnTo>
                  <a:lnTo>
                    <a:pt x="2576" y="635"/>
                  </a:lnTo>
                  <a:lnTo>
                    <a:pt x="2577" y="632"/>
                  </a:lnTo>
                  <a:lnTo>
                    <a:pt x="2578" y="628"/>
                  </a:lnTo>
                  <a:lnTo>
                    <a:pt x="2579" y="630"/>
                  </a:lnTo>
                  <a:lnTo>
                    <a:pt x="2580" y="635"/>
                  </a:lnTo>
                  <a:lnTo>
                    <a:pt x="2581" y="630"/>
                  </a:lnTo>
                  <a:lnTo>
                    <a:pt x="2582" y="628"/>
                  </a:lnTo>
                  <a:lnTo>
                    <a:pt x="2583" y="630"/>
                  </a:lnTo>
                  <a:lnTo>
                    <a:pt x="2583" y="632"/>
                  </a:lnTo>
                  <a:lnTo>
                    <a:pt x="2585" y="621"/>
                  </a:lnTo>
                  <a:lnTo>
                    <a:pt x="2585" y="614"/>
                  </a:lnTo>
                  <a:lnTo>
                    <a:pt x="2586" y="609"/>
                  </a:lnTo>
                  <a:lnTo>
                    <a:pt x="2587" y="612"/>
                  </a:lnTo>
                  <a:lnTo>
                    <a:pt x="2588" y="598"/>
                  </a:lnTo>
                  <a:lnTo>
                    <a:pt x="2589" y="584"/>
                  </a:lnTo>
                  <a:lnTo>
                    <a:pt x="2590" y="586"/>
                  </a:lnTo>
                  <a:lnTo>
                    <a:pt x="2591" y="579"/>
                  </a:lnTo>
                  <a:lnTo>
                    <a:pt x="2592" y="572"/>
                  </a:lnTo>
                  <a:lnTo>
                    <a:pt x="2593" y="558"/>
                  </a:lnTo>
                  <a:lnTo>
                    <a:pt x="2594" y="546"/>
                  </a:lnTo>
                  <a:lnTo>
                    <a:pt x="2595" y="540"/>
                  </a:lnTo>
                  <a:lnTo>
                    <a:pt x="2596" y="537"/>
                  </a:lnTo>
                  <a:lnTo>
                    <a:pt x="2597" y="530"/>
                  </a:lnTo>
                  <a:lnTo>
                    <a:pt x="2597" y="512"/>
                  </a:lnTo>
                  <a:lnTo>
                    <a:pt x="2598" y="507"/>
                  </a:lnTo>
                  <a:lnTo>
                    <a:pt x="2599" y="500"/>
                  </a:lnTo>
                  <a:lnTo>
                    <a:pt x="2600" y="488"/>
                  </a:lnTo>
                  <a:lnTo>
                    <a:pt x="2601" y="486"/>
                  </a:lnTo>
                  <a:lnTo>
                    <a:pt x="2602" y="484"/>
                  </a:lnTo>
                  <a:lnTo>
                    <a:pt x="2603" y="486"/>
                  </a:lnTo>
                  <a:lnTo>
                    <a:pt x="2604" y="477"/>
                  </a:lnTo>
                  <a:lnTo>
                    <a:pt x="2605" y="472"/>
                  </a:lnTo>
                  <a:lnTo>
                    <a:pt x="2606" y="477"/>
                  </a:lnTo>
                  <a:lnTo>
                    <a:pt x="2607" y="484"/>
                  </a:lnTo>
                  <a:lnTo>
                    <a:pt x="2608" y="479"/>
                  </a:lnTo>
                  <a:lnTo>
                    <a:pt x="2609" y="477"/>
                  </a:lnTo>
                  <a:lnTo>
                    <a:pt x="2609" y="484"/>
                  </a:lnTo>
                  <a:lnTo>
                    <a:pt x="2611" y="491"/>
                  </a:lnTo>
                  <a:lnTo>
                    <a:pt x="2611" y="495"/>
                  </a:lnTo>
                  <a:lnTo>
                    <a:pt x="2612" y="491"/>
                  </a:lnTo>
                  <a:lnTo>
                    <a:pt x="2613" y="497"/>
                  </a:lnTo>
                  <a:lnTo>
                    <a:pt x="2614" y="505"/>
                  </a:lnTo>
                  <a:lnTo>
                    <a:pt x="2615" y="507"/>
                  </a:lnTo>
                  <a:lnTo>
                    <a:pt x="2616" y="502"/>
                  </a:lnTo>
                  <a:lnTo>
                    <a:pt x="2617" y="507"/>
                  </a:lnTo>
                  <a:lnTo>
                    <a:pt x="2618" y="514"/>
                  </a:lnTo>
                  <a:lnTo>
                    <a:pt x="2619" y="516"/>
                  </a:lnTo>
                  <a:lnTo>
                    <a:pt x="2620" y="514"/>
                  </a:lnTo>
                  <a:lnTo>
                    <a:pt x="2621" y="519"/>
                  </a:lnTo>
                  <a:lnTo>
                    <a:pt x="2621" y="521"/>
                  </a:lnTo>
                  <a:lnTo>
                    <a:pt x="2623" y="528"/>
                  </a:lnTo>
                  <a:lnTo>
                    <a:pt x="2623" y="521"/>
                  </a:lnTo>
                  <a:lnTo>
                    <a:pt x="2624" y="519"/>
                  </a:lnTo>
                  <a:lnTo>
                    <a:pt x="2625" y="523"/>
                  </a:lnTo>
                  <a:lnTo>
                    <a:pt x="2626" y="528"/>
                  </a:lnTo>
                  <a:lnTo>
                    <a:pt x="2627" y="519"/>
                  </a:lnTo>
                  <a:lnTo>
                    <a:pt x="2628" y="519"/>
                  </a:lnTo>
                  <a:lnTo>
                    <a:pt x="2629" y="523"/>
                  </a:lnTo>
                  <a:lnTo>
                    <a:pt x="2630" y="526"/>
                  </a:lnTo>
                  <a:lnTo>
                    <a:pt x="2631" y="521"/>
                  </a:lnTo>
                  <a:lnTo>
                    <a:pt x="2632" y="521"/>
                  </a:lnTo>
                  <a:lnTo>
                    <a:pt x="2633" y="526"/>
                  </a:lnTo>
                  <a:lnTo>
                    <a:pt x="2633" y="528"/>
                  </a:lnTo>
                  <a:lnTo>
                    <a:pt x="2635" y="526"/>
                  </a:lnTo>
                  <a:lnTo>
                    <a:pt x="2635" y="521"/>
                  </a:lnTo>
                  <a:lnTo>
                    <a:pt x="2636" y="528"/>
                  </a:lnTo>
                  <a:lnTo>
                    <a:pt x="2637" y="535"/>
                  </a:lnTo>
                  <a:lnTo>
                    <a:pt x="2638" y="532"/>
                  </a:lnTo>
                  <a:lnTo>
                    <a:pt x="2639" y="519"/>
                  </a:lnTo>
                  <a:lnTo>
                    <a:pt x="2640" y="528"/>
                  </a:lnTo>
                  <a:lnTo>
                    <a:pt x="2641" y="535"/>
                  </a:lnTo>
                  <a:lnTo>
                    <a:pt x="2642" y="530"/>
                  </a:lnTo>
                  <a:lnTo>
                    <a:pt x="2643" y="530"/>
                  </a:lnTo>
                  <a:lnTo>
                    <a:pt x="2644" y="530"/>
                  </a:lnTo>
                  <a:lnTo>
                    <a:pt x="2645" y="535"/>
                  </a:lnTo>
                  <a:lnTo>
                    <a:pt x="2646" y="540"/>
                  </a:lnTo>
                  <a:lnTo>
                    <a:pt x="2647" y="535"/>
                  </a:lnTo>
                  <a:lnTo>
                    <a:pt x="2647" y="532"/>
                  </a:lnTo>
                  <a:lnTo>
                    <a:pt x="2648" y="542"/>
                  </a:lnTo>
                  <a:lnTo>
                    <a:pt x="2649" y="544"/>
                  </a:lnTo>
                  <a:lnTo>
                    <a:pt x="2650" y="535"/>
                  </a:lnTo>
                  <a:lnTo>
                    <a:pt x="2651" y="532"/>
                  </a:lnTo>
                  <a:lnTo>
                    <a:pt x="2652" y="540"/>
                  </a:lnTo>
                  <a:lnTo>
                    <a:pt x="2653" y="544"/>
                  </a:lnTo>
                  <a:lnTo>
                    <a:pt x="2654" y="540"/>
                  </a:lnTo>
                  <a:lnTo>
                    <a:pt x="2655" y="537"/>
                  </a:lnTo>
                  <a:lnTo>
                    <a:pt x="2656" y="542"/>
                  </a:lnTo>
                  <a:lnTo>
                    <a:pt x="2657" y="544"/>
                  </a:lnTo>
                  <a:lnTo>
                    <a:pt x="2658" y="546"/>
                  </a:lnTo>
                  <a:lnTo>
                    <a:pt x="2659" y="537"/>
                  </a:lnTo>
                  <a:lnTo>
                    <a:pt x="2659" y="549"/>
                  </a:lnTo>
                  <a:lnTo>
                    <a:pt x="2661" y="551"/>
                  </a:lnTo>
                  <a:lnTo>
                    <a:pt x="2661" y="551"/>
                  </a:lnTo>
                  <a:lnTo>
                    <a:pt x="2662" y="546"/>
                  </a:lnTo>
                  <a:lnTo>
                    <a:pt x="2663" y="544"/>
                  </a:lnTo>
                  <a:lnTo>
                    <a:pt x="2664" y="551"/>
                  </a:lnTo>
                  <a:lnTo>
                    <a:pt x="2665" y="549"/>
                  </a:lnTo>
                  <a:lnTo>
                    <a:pt x="2666" y="546"/>
                  </a:lnTo>
                  <a:lnTo>
                    <a:pt x="2667" y="546"/>
                  </a:lnTo>
                  <a:lnTo>
                    <a:pt x="2668" y="549"/>
                  </a:lnTo>
                  <a:lnTo>
                    <a:pt x="2669" y="556"/>
                  </a:lnTo>
                  <a:lnTo>
                    <a:pt x="2670" y="549"/>
                  </a:lnTo>
                  <a:lnTo>
                    <a:pt x="2671" y="554"/>
                  </a:lnTo>
                  <a:lnTo>
                    <a:pt x="2671" y="551"/>
                  </a:lnTo>
                  <a:lnTo>
                    <a:pt x="2673" y="554"/>
                  </a:lnTo>
                  <a:lnTo>
                    <a:pt x="2673" y="549"/>
                  </a:lnTo>
                  <a:lnTo>
                    <a:pt x="2674" y="546"/>
                  </a:lnTo>
                  <a:lnTo>
                    <a:pt x="2675" y="554"/>
                  </a:lnTo>
                  <a:lnTo>
                    <a:pt x="2676" y="556"/>
                  </a:lnTo>
                  <a:lnTo>
                    <a:pt x="2677" y="549"/>
                  </a:lnTo>
                  <a:lnTo>
                    <a:pt x="2678" y="544"/>
                  </a:lnTo>
                  <a:lnTo>
                    <a:pt x="2679" y="544"/>
                  </a:lnTo>
                  <a:lnTo>
                    <a:pt x="2680" y="549"/>
                  </a:lnTo>
                  <a:lnTo>
                    <a:pt x="2681" y="544"/>
                  </a:lnTo>
                  <a:lnTo>
                    <a:pt x="2682" y="540"/>
                  </a:lnTo>
                  <a:lnTo>
                    <a:pt x="2683" y="544"/>
                  </a:lnTo>
                  <a:lnTo>
                    <a:pt x="2683" y="551"/>
                  </a:lnTo>
                  <a:lnTo>
                    <a:pt x="2685" y="551"/>
                  </a:lnTo>
                  <a:lnTo>
                    <a:pt x="2685" y="544"/>
                  </a:lnTo>
                  <a:lnTo>
                    <a:pt x="2686" y="544"/>
                  </a:lnTo>
                  <a:lnTo>
                    <a:pt x="2687" y="551"/>
                  </a:lnTo>
                  <a:lnTo>
                    <a:pt x="2688" y="549"/>
                  </a:lnTo>
                  <a:lnTo>
                    <a:pt x="2689" y="546"/>
                  </a:lnTo>
                  <a:lnTo>
                    <a:pt x="2690" y="544"/>
                  </a:lnTo>
                  <a:lnTo>
                    <a:pt x="2691" y="551"/>
                  </a:lnTo>
                  <a:lnTo>
                    <a:pt x="2692" y="551"/>
                  </a:lnTo>
                  <a:lnTo>
                    <a:pt x="2693" y="542"/>
                  </a:lnTo>
                  <a:lnTo>
                    <a:pt x="2694" y="544"/>
                  </a:lnTo>
                  <a:lnTo>
                    <a:pt x="2695" y="544"/>
                  </a:lnTo>
                  <a:lnTo>
                    <a:pt x="2696" y="546"/>
                  </a:lnTo>
                  <a:lnTo>
                    <a:pt x="2697" y="540"/>
                  </a:lnTo>
                  <a:lnTo>
                    <a:pt x="2697" y="537"/>
                  </a:lnTo>
                  <a:lnTo>
                    <a:pt x="2698" y="544"/>
                  </a:lnTo>
                  <a:lnTo>
                    <a:pt x="2699" y="542"/>
                  </a:lnTo>
                  <a:lnTo>
                    <a:pt x="2700" y="537"/>
                  </a:lnTo>
                  <a:lnTo>
                    <a:pt x="2701" y="532"/>
                  </a:lnTo>
                  <a:lnTo>
                    <a:pt x="2702" y="528"/>
                  </a:lnTo>
                  <a:lnTo>
                    <a:pt x="2703" y="526"/>
                  </a:lnTo>
                  <a:lnTo>
                    <a:pt x="2704" y="505"/>
                  </a:lnTo>
                  <a:lnTo>
                    <a:pt x="2705" y="477"/>
                  </a:lnTo>
                  <a:lnTo>
                    <a:pt x="2706" y="435"/>
                  </a:lnTo>
                  <a:lnTo>
                    <a:pt x="2707" y="284"/>
                  </a:lnTo>
                  <a:lnTo>
                    <a:pt x="2708" y="109"/>
                  </a:lnTo>
                  <a:lnTo>
                    <a:pt x="2709" y="149"/>
                  </a:lnTo>
                  <a:lnTo>
                    <a:pt x="2709" y="288"/>
                  </a:lnTo>
                  <a:lnTo>
                    <a:pt x="2711" y="342"/>
                  </a:lnTo>
                  <a:lnTo>
                    <a:pt x="2711" y="337"/>
                  </a:lnTo>
                  <a:lnTo>
                    <a:pt x="2712" y="332"/>
                  </a:lnTo>
                  <a:lnTo>
                    <a:pt x="2713" y="332"/>
                  </a:lnTo>
                  <a:lnTo>
                    <a:pt x="2714" y="335"/>
                  </a:lnTo>
                  <a:lnTo>
                    <a:pt x="2715" y="332"/>
                  </a:lnTo>
                  <a:lnTo>
                    <a:pt x="2716" y="326"/>
                  </a:lnTo>
                  <a:lnTo>
                    <a:pt x="2717" y="335"/>
                  </a:lnTo>
                  <a:lnTo>
                    <a:pt x="2718" y="344"/>
                  </a:lnTo>
                  <a:lnTo>
                    <a:pt x="2719" y="354"/>
                  </a:lnTo>
                  <a:lnTo>
                    <a:pt x="2720" y="349"/>
                  </a:lnTo>
                  <a:lnTo>
                    <a:pt x="2721" y="356"/>
                  </a:lnTo>
                  <a:lnTo>
                    <a:pt x="2721" y="381"/>
                  </a:lnTo>
                  <a:lnTo>
                    <a:pt x="2723" y="407"/>
                  </a:lnTo>
                  <a:lnTo>
                    <a:pt x="2723" y="437"/>
                  </a:lnTo>
                  <a:lnTo>
                    <a:pt x="2724" y="470"/>
                  </a:lnTo>
                  <a:lnTo>
                    <a:pt x="2725" y="509"/>
                  </a:lnTo>
                  <a:lnTo>
                    <a:pt x="2726" y="554"/>
                  </a:lnTo>
                  <a:lnTo>
                    <a:pt x="2727" y="602"/>
                  </a:lnTo>
                  <a:lnTo>
                    <a:pt x="2728" y="628"/>
                  </a:lnTo>
                  <a:lnTo>
                    <a:pt x="2729" y="630"/>
                  </a:lnTo>
                  <a:lnTo>
                    <a:pt x="2730" y="612"/>
                  </a:lnTo>
                  <a:lnTo>
                    <a:pt x="2731" y="595"/>
                  </a:lnTo>
                  <a:lnTo>
                    <a:pt x="2732" y="586"/>
                  </a:lnTo>
                  <a:lnTo>
                    <a:pt x="2733" y="586"/>
                  </a:lnTo>
                  <a:lnTo>
                    <a:pt x="2733" y="598"/>
                  </a:lnTo>
                  <a:lnTo>
                    <a:pt x="2735" y="598"/>
                  </a:lnTo>
                  <a:lnTo>
                    <a:pt x="2735" y="593"/>
                  </a:lnTo>
                  <a:lnTo>
                    <a:pt x="2736" y="574"/>
                  </a:lnTo>
                  <a:lnTo>
                    <a:pt x="2737" y="565"/>
                  </a:lnTo>
                  <a:lnTo>
                    <a:pt x="2738" y="556"/>
                  </a:lnTo>
                  <a:lnTo>
                    <a:pt x="2739" y="554"/>
                  </a:lnTo>
                  <a:lnTo>
                    <a:pt x="2740" y="565"/>
                  </a:lnTo>
                  <a:lnTo>
                    <a:pt x="2741" y="581"/>
                  </a:lnTo>
                  <a:lnTo>
                    <a:pt x="2742" y="584"/>
                  </a:lnTo>
                  <a:lnTo>
                    <a:pt x="2743" y="579"/>
                  </a:lnTo>
                  <a:lnTo>
                    <a:pt x="2744" y="577"/>
                  </a:lnTo>
                  <a:lnTo>
                    <a:pt x="2745" y="584"/>
                  </a:lnTo>
                  <a:lnTo>
                    <a:pt x="2746" y="581"/>
                  </a:lnTo>
                  <a:lnTo>
                    <a:pt x="2747" y="570"/>
                  </a:lnTo>
                  <a:lnTo>
                    <a:pt x="2748" y="565"/>
                  </a:lnTo>
                  <a:lnTo>
                    <a:pt x="2748" y="570"/>
                  </a:lnTo>
                  <a:lnTo>
                    <a:pt x="2750" y="570"/>
                  </a:lnTo>
                  <a:lnTo>
                    <a:pt x="2750" y="565"/>
                  </a:lnTo>
                  <a:lnTo>
                    <a:pt x="2751" y="567"/>
                  </a:lnTo>
                  <a:lnTo>
                    <a:pt x="2752" y="567"/>
                  </a:lnTo>
                  <a:lnTo>
                    <a:pt x="2753" y="574"/>
                  </a:lnTo>
                  <a:lnTo>
                    <a:pt x="2754" y="570"/>
                  </a:lnTo>
                  <a:lnTo>
                    <a:pt x="2755" y="563"/>
                  </a:lnTo>
                  <a:lnTo>
                    <a:pt x="2756" y="567"/>
                  </a:lnTo>
                  <a:lnTo>
                    <a:pt x="2757" y="572"/>
                  </a:lnTo>
                  <a:lnTo>
                    <a:pt x="2758" y="579"/>
                  </a:lnTo>
                  <a:lnTo>
                    <a:pt x="2759" y="577"/>
                  </a:lnTo>
                  <a:lnTo>
                    <a:pt x="2760" y="572"/>
                  </a:lnTo>
                  <a:lnTo>
                    <a:pt x="2761" y="570"/>
                  </a:lnTo>
                  <a:lnTo>
                    <a:pt x="2762" y="577"/>
                  </a:lnTo>
                  <a:lnTo>
                    <a:pt x="2762" y="570"/>
                  </a:lnTo>
                  <a:lnTo>
                    <a:pt x="2763" y="565"/>
                  </a:lnTo>
                  <a:lnTo>
                    <a:pt x="2764" y="574"/>
                  </a:lnTo>
                  <a:lnTo>
                    <a:pt x="2765" y="574"/>
                  </a:lnTo>
                  <a:lnTo>
                    <a:pt x="2766" y="572"/>
                  </a:lnTo>
                  <a:lnTo>
                    <a:pt x="2767" y="570"/>
                  </a:lnTo>
                  <a:lnTo>
                    <a:pt x="2768" y="565"/>
                  </a:lnTo>
                  <a:lnTo>
                    <a:pt x="2769" y="570"/>
                  </a:lnTo>
                  <a:lnTo>
                    <a:pt x="2770" y="556"/>
                  </a:lnTo>
                  <a:lnTo>
                    <a:pt x="2771" y="546"/>
                  </a:lnTo>
                  <a:lnTo>
                    <a:pt x="2772" y="549"/>
                  </a:lnTo>
                  <a:lnTo>
                    <a:pt x="2773" y="549"/>
                  </a:lnTo>
                  <a:lnTo>
                    <a:pt x="2774" y="544"/>
                  </a:lnTo>
                  <a:lnTo>
                    <a:pt x="2774" y="530"/>
                  </a:lnTo>
                  <a:lnTo>
                    <a:pt x="2776" y="526"/>
                  </a:lnTo>
                  <a:lnTo>
                    <a:pt x="2776" y="521"/>
                  </a:lnTo>
                  <a:lnTo>
                    <a:pt x="2777" y="512"/>
                  </a:lnTo>
                  <a:lnTo>
                    <a:pt x="2778" y="505"/>
                  </a:lnTo>
                  <a:lnTo>
                    <a:pt x="2779" y="509"/>
                  </a:lnTo>
                  <a:lnTo>
                    <a:pt x="2780" y="507"/>
                  </a:lnTo>
                  <a:lnTo>
                    <a:pt x="2781" y="497"/>
                  </a:lnTo>
                </a:path>
              </a:pathLst>
            </a:custGeom>
            <a:noFill/>
            <a:ln w="6350" cap="flat">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Freeform 42">
              <a:extLst>
                <a:ext uri="{FF2B5EF4-FFF2-40B4-BE49-F238E27FC236}">
                  <a16:creationId xmlns:a16="http://schemas.microsoft.com/office/drawing/2014/main" id="{B62E1B0C-98FD-18F8-C1E4-86040E72CA6A}"/>
                </a:ext>
              </a:extLst>
            </p:cNvPr>
            <p:cNvSpPr>
              <a:spLocks/>
            </p:cNvSpPr>
            <p:nvPr/>
          </p:nvSpPr>
          <p:spPr bwMode="auto">
            <a:xfrm>
              <a:off x="4977197" y="3184298"/>
              <a:ext cx="1055449" cy="1319208"/>
            </a:xfrm>
            <a:custGeom>
              <a:avLst/>
              <a:gdLst>
                <a:gd name="T0" fmla="*/ 40 w 2781"/>
                <a:gd name="T1" fmla="*/ 555 h 1570"/>
                <a:gd name="T2" fmla="*/ 87 w 2781"/>
                <a:gd name="T3" fmla="*/ 714 h 1570"/>
                <a:gd name="T4" fmla="*/ 136 w 2781"/>
                <a:gd name="T5" fmla="*/ 1082 h 1570"/>
                <a:gd name="T6" fmla="*/ 183 w 2781"/>
                <a:gd name="T7" fmla="*/ 1118 h 1570"/>
                <a:gd name="T8" fmla="*/ 231 w 2781"/>
                <a:gd name="T9" fmla="*/ 1020 h 1570"/>
                <a:gd name="T10" fmla="*/ 279 w 2781"/>
                <a:gd name="T11" fmla="*/ 1043 h 1570"/>
                <a:gd name="T12" fmla="*/ 327 w 2781"/>
                <a:gd name="T13" fmla="*/ 1060 h 1570"/>
                <a:gd name="T14" fmla="*/ 375 w 2781"/>
                <a:gd name="T15" fmla="*/ 1078 h 1570"/>
                <a:gd name="T16" fmla="*/ 422 w 2781"/>
                <a:gd name="T17" fmla="*/ 1100 h 1570"/>
                <a:gd name="T18" fmla="*/ 470 w 2781"/>
                <a:gd name="T19" fmla="*/ 1060 h 1570"/>
                <a:gd name="T20" fmla="*/ 518 w 2781"/>
                <a:gd name="T21" fmla="*/ 1051 h 1570"/>
                <a:gd name="T22" fmla="*/ 566 w 2781"/>
                <a:gd name="T23" fmla="*/ 958 h 1570"/>
                <a:gd name="T24" fmla="*/ 614 w 2781"/>
                <a:gd name="T25" fmla="*/ 847 h 1570"/>
                <a:gd name="T26" fmla="*/ 661 w 2781"/>
                <a:gd name="T27" fmla="*/ 808 h 1570"/>
                <a:gd name="T28" fmla="*/ 709 w 2781"/>
                <a:gd name="T29" fmla="*/ 847 h 1570"/>
                <a:gd name="T30" fmla="*/ 757 w 2781"/>
                <a:gd name="T31" fmla="*/ 865 h 1570"/>
                <a:gd name="T32" fmla="*/ 805 w 2781"/>
                <a:gd name="T33" fmla="*/ 910 h 1570"/>
                <a:gd name="T34" fmla="*/ 852 w 2781"/>
                <a:gd name="T35" fmla="*/ 945 h 1570"/>
                <a:gd name="T36" fmla="*/ 900 w 2781"/>
                <a:gd name="T37" fmla="*/ 927 h 1570"/>
                <a:gd name="T38" fmla="*/ 948 w 2781"/>
                <a:gd name="T39" fmla="*/ 1065 h 1570"/>
                <a:gd name="T40" fmla="*/ 996 w 2781"/>
                <a:gd name="T41" fmla="*/ 1140 h 1570"/>
                <a:gd name="T42" fmla="*/ 1044 w 2781"/>
                <a:gd name="T43" fmla="*/ 878 h 1570"/>
                <a:gd name="T44" fmla="*/ 1091 w 2781"/>
                <a:gd name="T45" fmla="*/ 524 h 1570"/>
                <a:gd name="T46" fmla="*/ 1140 w 2781"/>
                <a:gd name="T47" fmla="*/ 1526 h 1570"/>
                <a:gd name="T48" fmla="*/ 1187 w 2781"/>
                <a:gd name="T49" fmla="*/ 1216 h 1570"/>
                <a:gd name="T50" fmla="*/ 1235 w 2781"/>
                <a:gd name="T51" fmla="*/ 1069 h 1570"/>
                <a:gd name="T52" fmla="*/ 1283 w 2781"/>
                <a:gd name="T53" fmla="*/ 1043 h 1570"/>
                <a:gd name="T54" fmla="*/ 1331 w 2781"/>
                <a:gd name="T55" fmla="*/ 1011 h 1570"/>
                <a:gd name="T56" fmla="*/ 1379 w 2781"/>
                <a:gd name="T57" fmla="*/ 989 h 1570"/>
                <a:gd name="T58" fmla="*/ 1426 w 2781"/>
                <a:gd name="T59" fmla="*/ 949 h 1570"/>
                <a:gd name="T60" fmla="*/ 1474 w 2781"/>
                <a:gd name="T61" fmla="*/ 954 h 1570"/>
                <a:gd name="T62" fmla="*/ 1522 w 2781"/>
                <a:gd name="T63" fmla="*/ 958 h 1570"/>
                <a:gd name="T64" fmla="*/ 1570 w 2781"/>
                <a:gd name="T65" fmla="*/ 962 h 1570"/>
                <a:gd name="T66" fmla="*/ 1618 w 2781"/>
                <a:gd name="T67" fmla="*/ 932 h 1570"/>
                <a:gd name="T68" fmla="*/ 1665 w 2781"/>
                <a:gd name="T69" fmla="*/ 940 h 1570"/>
                <a:gd name="T70" fmla="*/ 1713 w 2781"/>
                <a:gd name="T71" fmla="*/ 958 h 1570"/>
                <a:gd name="T72" fmla="*/ 1761 w 2781"/>
                <a:gd name="T73" fmla="*/ 967 h 1570"/>
                <a:gd name="T74" fmla="*/ 1809 w 2781"/>
                <a:gd name="T75" fmla="*/ 989 h 1570"/>
                <a:gd name="T76" fmla="*/ 1856 w 2781"/>
                <a:gd name="T77" fmla="*/ 981 h 1570"/>
                <a:gd name="T78" fmla="*/ 1904 w 2781"/>
                <a:gd name="T79" fmla="*/ 1007 h 1570"/>
                <a:gd name="T80" fmla="*/ 1952 w 2781"/>
                <a:gd name="T81" fmla="*/ 976 h 1570"/>
                <a:gd name="T82" fmla="*/ 2000 w 2781"/>
                <a:gd name="T83" fmla="*/ 962 h 1570"/>
                <a:gd name="T84" fmla="*/ 2048 w 2781"/>
                <a:gd name="T85" fmla="*/ 981 h 1570"/>
                <a:gd name="T86" fmla="*/ 2096 w 2781"/>
                <a:gd name="T87" fmla="*/ 989 h 1570"/>
                <a:gd name="T88" fmla="*/ 2144 w 2781"/>
                <a:gd name="T89" fmla="*/ 1003 h 1570"/>
                <a:gd name="T90" fmla="*/ 2191 w 2781"/>
                <a:gd name="T91" fmla="*/ 989 h 1570"/>
                <a:gd name="T92" fmla="*/ 2239 w 2781"/>
                <a:gd name="T93" fmla="*/ 998 h 1570"/>
                <a:gd name="T94" fmla="*/ 2287 w 2781"/>
                <a:gd name="T95" fmla="*/ 985 h 1570"/>
                <a:gd name="T96" fmla="*/ 2335 w 2781"/>
                <a:gd name="T97" fmla="*/ 1011 h 1570"/>
                <a:gd name="T98" fmla="*/ 2383 w 2781"/>
                <a:gd name="T99" fmla="*/ 994 h 1570"/>
                <a:gd name="T100" fmla="*/ 2430 w 2781"/>
                <a:gd name="T101" fmla="*/ 1007 h 1570"/>
                <a:gd name="T102" fmla="*/ 2478 w 2781"/>
                <a:gd name="T103" fmla="*/ 1007 h 1570"/>
                <a:gd name="T104" fmla="*/ 2526 w 2781"/>
                <a:gd name="T105" fmla="*/ 989 h 1570"/>
                <a:gd name="T106" fmla="*/ 2574 w 2781"/>
                <a:gd name="T107" fmla="*/ 994 h 1570"/>
                <a:gd name="T108" fmla="*/ 2622 w 2781"/>
                <a:gd name="T109" fmla="*/ 967 h 1570"/>
                <a:gd name="T110" fmla="*/ 2669 w 2781"/>
                <a:gd name="T111" fmla="*/ 972 h 1570"/>
                <a:gd name="T112" fmla="*/ 2717 w 2781"/>
                <a:gd name="T113" fmla="*/ 785 h 1570"/>
                <a:gd name="T114" fmla="*/ 2765 w 2781"/>
                <a:gd name="T115" fmla="*/ 573 h 1570"/>
                <a:gd name="connsiteX0" fmla="*/ 0 w 10000"/>
                <a:gd name="connsiteY0" fmla="*/ 3395 h 10000"/>
                <a:gd name="connsiteX1" fmla="*/ 29 w 10000"/>
                <a:gd name="connsiteY1" fmla="*/ 3280 h 10000"/>
                <a:gd name="connsiteX2" fmla="*/ 58 w 10000"/>
                <a:gd name="connsiteY2" fmla="*/ 3280 h 10000"/>
                <a:gd name="connsiteX3" fmla="*/ 86 w 10000"/>
                <a:gd name="connsiteY3" fmla="*/ 3306 h 10000"/>
                <a:gd name="connsiteX4" fmla="*/ 115 w 10000"/>
                <a:gd name="connsiteY4" fmla="*/ 3420 h 10000"/>
                <a:gd name="connsiteX5" fmla="*/ 173 w 10000"/>
                <a:gd name="connsiteY5" fmla="*/ 3592 h 10000"/>
                <a:gd name="connsiteX6" fmla="*/ 201 w 10000"/>
                <a:gd name="connsiteY6" fmla="*/ 3561 h 10000"/>
                <a:gd name="connsiteX7" fmla="*/ 230 w 10000"/>
                <a:gd name="connsiteY7" fmla="*/ 3510 h 10000"/>
                <a:gd name="connsiteX8" fmla="*/ 259 w 10000"/>
                <a:gd name="connsiteY8" fmla="*/ 3618 h 10000"/>
                <a:gd name="connsiteX9" fmla="*/ 284 w 10000"/>
                <a:gd name="connsiteY9" fmla="*/ 3955 h 10000"/>
                <a:gd name="connsiteX10" fmla="*/ 313 w 10000"/>
                <a:gd name="connsiteY10" fmla="*/ 4548 h 10000"/>
                <a:gd name="connsiteX11" fmla="*/ 342 w 10000"/>
                <a:gd name="connsiteY11" fmla="*/ 5057 h 10000"/>
                <a:gd name="connsiteX12" fmla="*/ 370 w 10000"/>
                <a:gd name="connsiteY12" fmla="*/ 5510 h 10000"/>
                <a:gd name="connsiteX13" fmla="*/ 403 w 10000"/>
                <a:gd name="connsiteY13" fmla="*/ 6274 h 10000"/>
                <a:gd name="connsiteX14" fmla="*/ 431 w 10000"/>
                <a:gd name="connsiteY14" fmla="*/ 7006 h 10000"/>
                <a:gd name="connsiteX15" fmla="*/ 460 w 10000"/>
                <a:gd name="connsiteY15" fmla="*/ 7178 h 10000"/>
                <a:gd name="connsiteX16" fmla="*/ 489 w 10000"/>
                <a:gd name="connsiteY16" fmla="*/ 6892 h 10000"/>
                <a:gd name="connsiteX17" fmla="*/ 518 w 10000"/>
                <a:gd name="connsiteY17" fmla="*/ 6726 h 10000"/>
                <a:gd name="connsiteX18" fmla="*/ 547 w 10000"/>
                <a:gd name="connsiteY18" fmla="*/ 6783 h 10000"/>
                <a:gd name="connsiteX19" fmla="*/ 572 w 10000"/>
                <a:gd name="connsiteY19" fmla="*/ 6809 h 10000"/>
                <a:gd name="connsiteX20" fmla="*/ 601 w 10000"/>
                <a:gd name="connsiteY20" fmla="*/ 7038 h 10000"/>
                <a:gd name="connsiteX21" fmla="*/ 629 w 10000"/>
                <a:gd name="connsiteY21" fmla="*/ 7178 h 10000"/>
                <a:gd name="connsiteX22" fmla="*/ 658 w 10000"/>
                <a:gd name="connsiteY22" fmla="*/ 7121 h 10000"/>
                <a:gd name="connsiteX23" fmla="*/ 687 w 10000"/>
                <a:gd name="connsiteY23" fmla="*/ 6949 h 10000"/>
                <a:gd name="connsiteX24" fmla="*/ 716 w 10000"/>
                <a:gd name="connsiteY24" fmla="*/ 6866 h 10000"/>
                <a:gd name="connsiteX25" fmla="*/ 744 w 10000"/>
                <a:gd name="connsiteY25" fmla="*/ 6694 h 10000"/>
                <a:gd name="connsiteX26" fmla="*/ 773 w 10000"/>
                <a:gd name="connsiteY26" fmla="*/ 6611 h 10000"/>
                <a:gd name="connsiteX27" fmla="*/ 802 w 10000"/>
                <a:gd name="connsiteY27" fmla="*/ 6529 h 10000"/>
                <a:gd name="connsiteX28" fmla="*/ 831 w 10000"/>
                <a:gd name="connsiteY28" fmla="*/ 6497 h 10000"/>
                <a:gd name="connsiteX29" fmla="*/ 859 w 10000"/>
                <a:gd name="connsiteY29" fmla="*/ 6554 h 10000"/>
                <a:gd name="connsiteX30" fmla="*/ 888 w 10000"/>
                <a:gd name="connsiteY30" fmla="*/ 6752 h 10000"/>
                <a:gd name="connsiteX31" fmla="*/ 917 w 10000"/>
                <a:gd name="connsiteY31" fmla="*/ 6783 h 10000"/>
                <a:gd name="connsiteX32" fmla="*/ 946 w 10000"/>
                <a:gd name="connsiteY32" fmla="*/ 6834 h 10000"/>
                <a:gd name="connsiteX33" fmla="*/ 974 w 10000"/>
                <a:gd name="connsiteY33" fmla="*/ 6694 h 10000"/>
                <a:gd name="connsiteX34" fmla="*/ 1003 w 10000"/>
                <a:gd name="connsiteY34" fmla="*/ 6643 h 10000"/>
                <a:gd name="connsiteX35" fmla="*/ 1032 w 10000"/>
                <a:gd name="connsiteY35" fmla="*/ 6586 h 10000"/>
                <a:gd name="connsiteX36" fmla="*/ 1061 w 10000"/>
                <a:gd name="connsiteY36" fmla="*/ 6643 h 10000"/>
                <a:gd name="connsiteX37" fmla="*/ 1090 w 10000"/>
                <a:gd name="connsiteY37" fmla="*/ 6892 h 10000"/>
                <a:gd name="connsiteX38" fmla="*/ 1118 w 10000"/>
                <a:gd name="connsiteY38" fmla="*/ 6981 h 10000"/>
                <a:gd name="connsiteX39" fmla="*/ 1147 w 10000"/>
                <a:gd name="connsiteY39" fmla="*/ 6892 h 10000"/>
                <a:gd name="connsiteX40" fmla="*/ 1176 w 10000"/>
                <a:gd name="connsiteY40" fmla="*/ 6752 h 10000"/>
                <a:gd name="connsiteX41" fmla="*/ 1205 w 10000"/>
                <a:gd name="connsiteY41" fmla="*/ 6669 h 10000"/>
                <a:gd name="connsiteX42" fmla="*/ 1233 w 10000"/>
                <a:gd name="connsiteY42" fmla="*/ 6726 h 10000"/>
                <a:gd name="connsiteX43" fmla="*/ 1262 w 10000"/>
                <a:gd name="connsiteY43" fmla="*/ 6694 h 10000"/>
                <a:gd name="connsiteX44" fmla="*/ 1291 w 10000"/>
                <a:gd name="connsiteY44" fmla="*/ 6669 h 10000"/>
                <a:gd name="connsiteX45" fmla="*/ 1320 w 10000"/>
                <a:gd name="connsiteY45" fmla="*/ 6643 h 10000"/>
                <a:gd name="connsiteX46" fmla="*/ 1348 w 10000"/>
                <a:gd name="connsiteY46" fmla="*/ 6866 h 10000"/>
                <a:gd name="connsiteX47" fmla="*/ 1377 w 10000"/>
                <a:gd name="connsiteY47" fmla="*/ 6924 h 10000"/>
                <a:gd name="connsiteX48" fmla="*/ 1402 w 10000"/>
                <a:gd name="connsiteY48" fmla="*/ 6834 h 10000"/>
                <a:gd name="connsiteX49" fmla="*/ 1431 w 10000"/>
                <a:gd name="connsiteY49" fmla="*/ 6924 h 10000"/>
                <a:gd name="connsiteX50" fmla="*/ 1460 w 10000"/>
                <a:gd name="connsiteY50" fmla="*/ 6949 h 10000"/>
                <a:gd name="connsiteX51" fmla="*/ 1489 w 10000"/>
                <a:gd name="connsiteY51" fmla="*/ 7064 h 10000"/>
                <a:gd name="connsiteX52" fmla="*/ 1517 w 10000"/>
                <a:gd name="connsiteY52" fmla="*/ 7006 h 10000"/>
                <a:gd name="connsiteX53" fmla="*/ 1546 w 10000"/>
                <a:gd name="connsiteY53" fmla="*/ 7038 h 10000"/>
                <a:gd name="connsiteX54" fmla="*/ 1575 w 10000"/>
                <a:gd name="connsiteY54" fmla="*/ 7121 h 10000"/>
                <a:gd name="connsiteX55" fmla="*/ 1604 w 10000"/>
                <a:gd name="connsiteY55" fmla="*/ 7089 h 10000"/>
                <a:gd name="connsiteX56" fmla="*/ 1633 w 10000"/>
                <a:gd name="connsiteY56" fmla="*/ 6834 h 10000"/>
                <a:gd name="connsiteX57" fmla="*/ 1661 w 10000"/>
                <a:gd name="connsiteY57" fmla="*/ 6726 h 10000"/>
                <a:gd name="connsiteX58" fmla="*/ 1690 w 10000"/>
                <a:gd name="connsiteY58" fmla="*/ 6752 h 10000"/>
                <a:gd name="connsiteX59" fmla="*/ 1719 w 10000"/>
                <a:gd name="connsiteY59" fmla="*/ 6783 h 10000"/>
                <a:gd name="connsiteX60" fmla="*/ 1748 w 10000"/>
                <a:gd name="connsiteY60" fmla="*/ 6834 h 10000"/>
                <a:gd name="connsiteX61" fmla="*/ 1776 w 10000"/>
                <a:gd name="connsiteY61" fmla="*/ 6694 h 10000"/>
                <a:gd name="connsiteX62" fmla="*/ 1805 w 10000"/>
                <a:gd name="connsiteY62" fmla="*/ 6643 h 10000"/>
                <a:gd name="connsiteX63" fmla="*/ 1834 w 10000"/>
                <a:gd name="connsiteY63" fmla="*/ 6669 h 10000"/>
                <a:gd name="connsiteX64" fmla="*/ 1863 w 10000"/>
                <a:gd name="connsiteY64" fmla="*/ 6694 h 10000"/>
                <a:gd name="connsiteX65" fmla="*/ 1891 w 10000"/>
                <a:gd name="connsiteY65" fmla="*/ 6586 h 10000"/>
                <a:gd name="connsiteX66" fmla="*/ 1920 w 10000"/>
                <a:gd name="connsiteY66" fmla="*/ 6497 h 10000"/>
                <a:gd name="connsiteX67" fmla="*/ 1949 w 10000"/>
                <a:gd name="connsiteY67" fmla="*/ 6357 h 10000"/>
                <a:gd name="connsiteX68" fmla="*/ 1978 w 10000"/>
                <a:gd name="connsiteY68" fmla="*/ 6248 h 10000"/>
                <a:gd name="connsiteX69" fmla="*/ 2006 w 10000"/>
                <a:gd name="connsiteY69" fmla="*/ 6191 h 10000"/>
                <a:gd name="connsiteX70" fmla="*/ 2035 w 10000"/>
                <a:gd name="connsiteY70" fmla="*/ 6102 h 10000"/>
                <a:gd name="connsiteX71" fmla="*/ 2064 w 10000"/>
                <a:gd name="connsiteY71" fmla="*/ 6045 h 10000"/>
                <a:gd name="connsiteX72" fmla="*/ 2093 w 10000"/>
                <a:gd name="connsiteY72" fmla="*/ 5847 h 10000"/>
                <a:gd name="connsiteX73" fmla="*/ 2122 w 10000"/>
                <a:gd name="connsiteY73" fmla="*/ 5624 h 10000"/>
                <a:gd name="connsiteX74" fmla="*/ 2150 w 10000"/>
                <a:gd name="connsiteY74" fmla="*/ 5541 h 10000"/>
                <a:gd name="connsiteX75" fmla="*/ 2179 w 10000"/>
                <a:gd name="connsiteY75" fmla="*/ 5567 h 10000"/>
                <a:gd name="connsiteX76" fmla="*/ 2208 w 10000"/>
                <a:gd name="connsiteY76" fmla="*/ 5395 h 10000"/>
                <a:gd name="connsiteX77" fmla="*/ 2233 w 10000"/>
                <a:gd name="connsiteY77" fmla="*/ 5229 h 10000"/>
                <a:gd name="connsiteX78" fmla="*/ 2262 w 10000"/>
                <a:gd name="connsiteY78" fmla="*/ 5197 h 10000"/>
                <a:gd name="connsiteX79" fmla="*/ 2291 w 10000"/>
                <a:gd name="connsiteY79" fmla="*/ 5255 h 10000"/>
                <a:gd name="connsiteX80" fmla="*/ 2319 w 10000"/>
                <a:gd name="connsiteY80" fmla="*/ 5255 h 10000"/>
                <a:gd name="connsiteX81" fmla="*/ 2348 w 10000"/>
                <a:gd name="connsiteY81" fmla="*/ 5197 h 10000"/>
                <a:gd name="connsiteX82" fmla="*/ 2377 w 10000"/>
                <a:gd name="connsiteY82" fmla="*/ 5146 h 10000"/>
                <a:gd name="connsiteX83" fmla="*/ 2406 w 10000"/>
                <a:gd name="connsiteY83" fmla="*/ 5172 h 10000"/>
                <a:gd name="connsiteX84" fmla="*/ 2434 w 10000"/>
                <a:gd name="connsiteY84" fmla="*/ 5197 h 10000"/>
                <a:gd name="connsiteX85" fmla="*/ 2463 w 10000"/>
                <a:gd name="connsiteY85" fmla="*/ 5197 h 10000"/>
                <a:gd name="connsiteX86" fmla="*/ 2492 w 10000"/>
                <a:gd name="connsiteY86" fmla="*/ 5197 h 10000"/>
                <a:gd name="connsiteX87" fmla="*/ 2521 w 10000"/>
                <a:gd name="connsiteY87" fmla="*/ 5312 h 10000"/>
                <a:gd name="connsiteX88" fmla="*/ 2549 w 10000"/>
                <a:gd name="connsiteY88" fmla="*/ 5395 h 10000"/>
                <a:gd name="connsiteX89" fmla="*/ 2578 w 10000"/>
                <a:gd name="connsiteY89" fmla="*/ 5312 h 10000"/>
                <a:gd name="connsiteX90" fmla="*/ 2607 w 10000"/>
                <a:gd name="connsiteY90" fmla="*/ 5338 h 10000"/>
                <a:gd name="connsiteX91" fmla="*/ 2636 w 10000"/>
                <a:gd name="connsiteY91" fmla="*/ 5484 h 10000"/>
                <a:gd name="connsiteX92" fmla="*/ 2665 w 10000"/>
                <a:gd name="connsiteY92" fmla="*/ 5624 h 10000"/>
                <a:gd name="connsiteX93" fmla="*/ 2693 w 10000"/>
                <a:gd name="connsiteY93" fmla="*/ 5541 h 10000"/>
                <a:gd name="connsiteX94" fmla="*/ 2722 w 10000"/>
                <a:gd name="connsiteY94" fmla="*/ 5510 h 10000"/>
                <a:gd name="connsiteX95" fmla="*/ 2751 w 10000"/>
                <a:gd name="connsiteY95" fmla="*/ 5592 h 10000"/>
                <a:gd name="connsiteX96" fmla="*/ 2780 w 10000"/>
                <a:gd name="connsiteY96" fmla="*/ 5764 h 10000"/>
                <a:gd name="connsiteX97" fmla="*/ 2808 w 10000"/>
                <a:gd name="connsiteY97" fmla="*/ 5822 h 10000"/>
                <a:gd name="connsiteX98" fmla="*/ 2837 w 10000"/>
                <a:gd name="connsiteY98" fmla="*/ 5764 h 10000"/>
                <a:gd name="connsiteX99" fmla="*/ 2866 w 10000"/>
                <a:gd name="connsiteY99" fmla="*/ 5732 h 10000"/>
                <a:gd name="connsiteX100" fmla="*/ 2895 w 10000"/>
                <a:gd name="connsiteY100" fmla="*/ 5796 h 10000"/>
                <a:gd name="connsiteX101" fmla="*/ 2923 w 10000"/>
                <a:gd name="connsiteY101" fmla="*/ 5822 h 10000"/>
                <a:gd name="connsiteX102" fmla="*/ 2952 w 10000"/>
                <a:gd name="connsiteY102" fmla="*/ 5732 h 10000"/>
                <a:gd name="connsiteX103" fmla="*/ 2981 w 10000"/>
                <a:gd name="connsiteY103" fmla="*/ 5732 h 10000"/>
                <a:gd name="connsiteX104" fmla="*/ 3010 w 10000"/>
                <a:gd name="connsiteY104" fmla="*/ 5847 h 10000"/>
                <a:gd name="connsiteX105" fmla="*/ 3038 w 10000"/>
                <a:gd name="connsiteY105" fmla="*/ 5962 h 10000"/>
                <a:gd name="connsiteX106" fmla="*/ 3064 w 10000"/>
                <a:gd name="connsiteY106" fmla="*/ 6019 h 10000"/>
                <a:gd name="connsiteX107" fmla="*/ 3092 w 10000"/>
                <a:gd name="connsiteY107" fmla="*/ 5962 h 10000"/>
                <a:gd name="connsiteX108" fmla="*/ 3121 w 10000"/>
                <a:gd name="connsiteY108" fmla="*/ 5936 h 10000"/>
                <a:gd name="connsiteX109" fmla="*/ 3150 w 10000"/>
                <a:gd name="connsiteY109" fmla="*/ 5936 h 10000"/>
                <a:gd name="connsiteX110" fmla="*/ 3179 w 10000"/>
                <a:gd name="connsiteY110" fmla="*/ 5879 h 10000"/>
                <a:gd name="connsiteX111" fmla="*/ 3207 w 10000"/>
                <a:gd name="connsiteY111" fmla="*/ 5879 h 10000"/>
                <a:gd name="connsiteX112" fmla="*/ 3236 w 10000"/>
                <a:gd name="connsiteY112" fmla="*/ 5904 h 10000"/>
                <a:gd name="connsiteX113" fmla="*/ 3265 w 10000"/>
                <a:gd name="connsiteY113" fmla="*/ 6045 h 10000"/>
                <a:gd name="connsiteX114" fmla="*/ 3294 w 10000"/>
                <a:gd name="connsiteY114" fmla="*/ 6159 h 10000"/>
                <a:gd name="connsiteX115" fmla="*/ 3323 w 10000"/>
                <a:gd name="connsiteY115" fmla="*/ 6299 h 10000"/>
                <a:gd name="connsiteX116" fmla="*/ 3351 w 10000"/>
                <a:gd name="connsiteY116" fmla="*/ 6497 h 10000"/>
                <a:gd name="connsiteX117" fmla="*/ 3380 w 10000"/>
                <a:gd name="connsiteY117" fmla="*/ 6669 h 10000"/>
                <a:gd name="connsiteX118" fmla="*/ 3409 w 10000"/>
                <a:gd name="connsiteY118" fmla="*/ 6783 h 10000"/>
                <a:gd name="connsiteX119" fmla="*/ 3438 w 10000"/>
                <a:gd name="connsiteY119" fmla="*/ 6809 h 10000"/>
                <a:gd name="connsiteX120" fmla="*/ 3466 w 10000"/>
                <a:gd name="connsiteY120" fmla="*/ 7038 h 10000"/>
                <a:gd name="connsiteX121" fmla="*/ 3495 w 10000"/>
                <a:gd name="connsiteY121" fmla="*/ 7287 h 10000"/>
                <a:gd name="connsiteX122" fmla="*/ 3524 w 10000"/>
                <a:gd name="connsiteY122" fmla="*/ 7459 h 10000"/>
                <a:gd name="connsiteX123" fmla="*/ 3553 w 10000"/>
                <a:gd name="connsiteY123" fmla="*/ 7376 h 10000"/>
                <a:gd name="connsiteX124" fmla="*/ 3581 w 10000"/>
                <a:gd name="connsiteY124" fmla="*/ 7261 h 10000"/>
                <a:gd name="connsiteX125" fmla="*/ 3610 w 10000"/>
                <a:gd name="connsiteY125" fmla="*/ 7121 h 10000"/>
                <a:gd name="connsiteX126" fmla="*/ 3639 w 10000"/>
                <a:gd name="connsiteY126" fmla="*/ 6809 h 10000"/>
                <a:gd name="connsiteX127" fmla="*/ 3668 w 10000"/>
                <a:gd name="connsiteY127" fmla="*/ 6529 h 10000"/>
                <a:gd name="connsiteX128" fmla="*/ 3697 w 10000"/>
                <a:gd name="connsiteY128" fmla="*/ 6414 h 10000"/>
                <a:gd name="connsiteX129" fmla="*/ 3725 w 10000"/>
                <a:gd name="connsiteY129" fmla="*/ 6159 h 10000"/>
                <a:gd name="connsiteX130" fmla="*/ 3754 w 10000"/>
                <a:gd name="connsiteY130" fmla="*/ 5592 h 10000"/>
                <a:gd name="connsiteX131" fmla="*/ 3783 w 10000"/>
                <a:gd name="connsiteY131" fmla="*/ 4694 h 10000"/>
                <a:gd name="connsiteX132" fmla="*/ 3812 w 10000"/>
                <a:gd name="connsiteY132" fmla="*/ 3930 h 10000"/>
                <a:gd name="connsiteX133" fmla="*/ 3840 w 10000"/>
                <a:gd name="connsiteY133" fmla="*/ 3510 h 10000"/>
                <a:gd name="connsiteX134" fmla="*/ 3869 w 10000"/>
                <a:gd name="connsiteY134" fmla="*/ 3223 h 10000"/>
                <a:gd name="connsiteX135" fmla="*/ 3894 w 10000"/>
                <a:gd name="connsiteY135" fmla="*/ 2994 h 10000"/>
                <a:gd name="connsiteX136" fmla="*/ 3923 w 10000"/>
                <a:gd name="connsiteY136" fmla="*/ 3338 h 10000"/>
                <a:gd name="connsiteX137" fmla="*/ 3955 w 10000"/>
                <a:gd name="connsiteY137" fmla="*/ 4236 h 10000"/>
                <a:gd name="connsiteX138" fmla="*/ 3984 w 10000"/>
                <a:gd name="connsiteY138" fmla="*/ 5936 h 10000"/>
                <a:gd name="connsiteX139" fmla="*/ 4013 w 10000"/>
                <a:gd name="connsiteY139" fmla="*/ 7771 h 10000"/>
                <a:gd name="connsiteX140" fmla="*/ 4042 w 10000"/>
                <a:gd name="connsiteY140" fmla="*/ 9013 h 10000"/>
                <a:gd name="connsiteX141" fmla="*/ 4070 w 10000"/>
                <a:gd name="connsiteY141" fmla="*/ 9548 h 10000"/>
                <a:gd name="connsiteX142" fmla="*/ 4099 w 10000"/>
                <a:gd name="connsiteY142" fmla="*/ 9720 h 10000"/>
                <a:gd name="connsiteX143" fmla="*/ 4128 w 10000"/>
                <a:gd name="connsiteY143" fmla="*/ 9968 h 10000"/>
                <a:gd name="connsiteX144" fmla="*/ 4157 w 10000"/>
                <a:gd name="connsiteY144" fmla="*/ 10000 h 10000"/>
                <a:gd name="connsiteX145" fmla="*/ 4182 w 10000"/>
                <a:gd name="connsiteY145" fmla="*/ 9293 h 10000"/>
                <a:gd name="connsiteX146" fmla="*/ 4211 w 10000"/>
                <a:gd name="connsiteY146" fmla="*/ 8815 h 10000"/>
                <a:gd name="connsiteX147" fmla="*/ 4239 w 10000"/>
                <a:gd name="connsiteY147" fmla="*/ 8280 h 10000"/>
                <a:gd name="connsiteX148" fmla="*/ 4268 w 10000"/>
                <a:gd name="connsiteY148" fmla="*/ 7745 h 10000"/>
                <a:gd name="connsiteX149" fmla="*/ 4297 w 10000"/>
                <a:gd name="connsiteY149" fmla="*/ 7459 h 10000"/>
                <a:gd name="connsiteX150" fmla="*/ 4326 w 10000"/>
                <a:gd name="connsiteY150" fmla="*/ 7318 h 10000"/>
                <a:gd name="connsiteX151" fmla="*/ 4355 w 10000"/>
                <a:gd name="connsiteY151" fmla="*/ 7089 h 10000"/>
                <a:gd name="connsiteX152" fmla="*/ 4383 w 10000"/>
                <a:gd name="connsiteY152" fmla="*/ 6834 h 10000"/>
                <a:gd name="connsiteX153" fmla="*/ 4412 w 10000"/>
                <a:gd name="connsiteY153" fmla="*/ 6783 h 10000"/>
                <a:gd name="connsiteX154" fmla="*/ 4441 w 10000"/>
                <a:gd name="connsiteY154" fmla="*/ 6809 h 10000"/>
                <a:gd name="connsiteX155" fmla="*/ 4470 w 10000"/>
                <a:gd name="connsiteY155" fmla="*/ 6783 h 10000"/>
                <a:gd name="connsiteX156" fmla="*/ 4498 w 10000"/>
                <a:gd name="connsiteY156" fmla="*/ 6726 h 10000"/>
                <a:gd name="connsiteX157" fmla="*/ 4527 w 10000"/>
                <a:gd name="connsiteY157" fmla="*/ 6643 h 10000"/>
                <a:gd name="connsiteX158" fmla="*/ 4556 w 10000"/>
                <a:gd name="connsiteY158" fmla="*/ 6643 h 10000"/>
                <a:gd name="connsiteX159" fmla="*/ 4585 w 10000"/>
                <a:gd name="connsiteY159" fmla="*/ 6669 h 10000"/>
                <a:gd name="connsiteX160" fmla="*/ 4613 w 10000"/>
                <a:gd name="connsiteY160" fmla="*/ 6643 h 10000"/>
                <a:gd name="connsiteX161" fmla="*/ 4642 w 10000"/>
                <a:gd name="connsiteY161" fmla="*/ 6611 h 10000"/>
                <a:gd name="connsiteX162" fmla="*/ 4671 w 10000"/>
                <a:gd name="connsiteY162" fmla="*/ 6611 h 10000"/>
                <a:gd name="connsiteX163" fmla="*/ 4700 w 10000"/>
                <a:gd name="connsiteY163" fmla="*/ 6643 h 10000"/>
                <a:gd name="connsiteX164" fmla="*/ 4729 w 10000"/>
                <a:gd name="connsiteY164" fmla="*/ 6586 h 10000"/>
                <a:gd name="connsiteX165" fmla="*/ 4757 w 10000"/>
                <a:gd name="connsiteY165" fmla="*/ 6497 h 10000"/>
                <a:gd name="connsiteX166" fmla="*/ 4786 w 10000"/>
                <a:gd name="connsiteY166" fmla="*/ 6439 h 10000"/>
                <a:gd name="connsiteX167" fmla="*/ 4815 w 10000"/>
                <a:gd name="connsiteY167" fmla="*/ 6497 h 10000"/>
                <a:gd name="connsiteX168" fmla="*/ 4844 w 10000"/>
                <a:gd name="connsiteY168" fmla="*/ 6414 h 10000"/>
                <a:gd name="connsiteX169" fmla="*/ 4872 w 10000"/>
                <a:gd name="connsiteY169" fmla="*/ 6389 h 10000"/>
                <a:gd name="connsiteX170" fmla="*/ 4901 w 10000"/>
                <a:gd name="connsiteY170" fmla="*/ 6299 h 10000"/>
                <a:gd name="connsiteX171" fmla="*/ 4930 w 10000"/>
                <a:gd name="connsiteY171" fmla="*/ 6299 h 10000"/>
                <a:gd name="connsiteX172" fmla="*/ 4959 w 10000"/>
                <a:gd name="connsiteY172" fmla="*/ 6299 h 10000"/>
                <a:gd name="connsiteX173" fmla="*/ 4987 w 10000"/>
                <a:gd name="connsiteY173" fmla="*/ 6159 h 10000"/>
                <a:gd name="connsiteX174" fmla="*/ 5013 w 10000"/>
                <a:gd name="connsiteY174" fmla="*/ 6191 h 10000"/>
                <a:gd name="connsiteX175" fmla="*/ 5041 w 10000"/>
                <a:gd name="connsiteY175" fmla="*/ 6127 h 10000"/>
                <a:gd name="connsiteX176" fmla="*/ 5070 w 10000"/>
                <a:gd name="connsiteY176" fmla="*/ 6191 h 10000"/>
                <a:gd name="connsiteX177" fmla="*/ 5099 w 10000"/>
                <a:gd name="connsiteY177" fmla="*/ 6076 h 10000"/>
                <a:gd name="connsiteX178" fmla="*/ 5128 w 10000"/>
                <a:gd name="connsiteY178" fmla="*/ 6045 h 10000"/>
                <a:gd name="connsiteX179" fmla="*/ 5156 w 10000"/>
                <a:gd name="connsiteY179" fmla="*/ 6045 h 10000"/>
                <a:gd name="connsiteX180" fmla="*/ 5185 w 10000"/>
                <a:gd name="connsiteY180" fmla="*/ 6076 h 10000"/>
                <a:gd name="connsiteX181" fmla="*/ 5214 w 10000"/>
                <a:gd name="connsiteY181" fmla="*/ 5987 h 10000"/>
                <a:gd name="connsiteX182" fmla="*/ 5243 w 10000"/>
                <a:gd name="connsiteY182" fmla="*/ 5987 h 10000"/>
                <a:gd name="connsiteX183" fmla="*/ 5271 w 10000"/>
                <a:gd name="connsiteY183" fmla="*/ 5987 h 10000"/>
                <a:gd name="connsiteX184" fmla="*/ 5300 w 10000"/>
                <a:gd name="connsiteY184" fmla="*/ 6076 h 10000"/>
                <a:gd name="connsiteX185" fmla="*/ 5329 w 10000"/>
                <a:gd name="connsiteY185" fmla="*/ 6045 h 10000"/>
                <a:gd name="connsiteX186" fmla="*/ 5358 w 10000"/>
                <a:gd name="connsiteY186" fmla="*/ 5987 h 10000"/>
                <a:gd name="connsiteX187" fmla="*/ 5387 w 10000"/>
                <a:gd name="connsiteY187" fmla="*/ 6045 h 10000"/>
                <a:gd name="connsiteX188" fmla="*/ 5415 w 10000"/>
                <a:gd name="connsiteY188" fmla="*/ 6191 h 10000"/>
                <a:gd name="connsiteX189" fmla="*/ 5444 w 10000"/>
                <a:gd name="connsiteY189" fmla="*/ 6159 h 10000"/>
                <a:gd name="connsiteX190" fmla="*/ 5473 w 10000"/>
                <a:gd name="connsiteY190" fmla="*/ 6102 h 10000"/>
                <a:gd name="connsiteX191" fmla="*/ 5502 w 10000"/>
                <a:gd name="connsiteY191" fmla="*/ 6127 h 10000"/>
                <a:gd name="connsiteX192" fmla="*/ 5530 w 10000"/>
                <a:gd name="connsiteY192" fmla="*/ 6159 h 10000"/>
                <a:gd name="connsiteX193" fmla="*/ 5559 w 10000"/>
                <a:gd name="connsiteY193" fmla="*/ 6191 h 10000"/>
                <a:gd name="connsiteX194" fmla="*/ 5588 w 10000"/>
                <a:gd name="connsiteY194" fmla="*/ 6102 h 10000"/>
                <a:gd name="connsiteX195" fmla="*/ 5617 w 10000"/>
                <a:gd name="connsiteY195" fmla="*/ 6102 h 10000"/>
                <a:gd name="connsiteX196" fmla="*/ 5645 w 10000"/>
                <a:gd name="connsiteY196" fmla="*/ 6127 h 10000"/>
                <a:gd name="connsiteX197" fmla="*/ 5674 w 10000"/>
                <a:gd name="connsiteY197" fmla="*/ 6127 h 10000"/>
                <a:gd name="connsiteX198" fmla="*/ 5703 w 10000"/>
                <a:gd name="connsiteY198" fmla="*/ 6019 h 10000"/>
                <a:gd name="connsiteX199" fmla="*/ 5732 w 10000"/>
                <a:gd name="connsiteY199" fmla="*/ 5962 h 10000"/>
                <a:gd name="connsiteX200" fmla="*/ 5761 w 10000"/>
                <a:gd name="connsiteY200" fmla="*/ 5987 h 10000"/>
                <a:gd name="connsiteX201" fmla="*/ 5789 w 10000"/>
                <a:gd name="connsiteY201" fmla="*/ 5987 h 10000"/>
                <a:gd name="connsiteX202" fmla="*/ 5818 w 10000"/>
                <a:gd name="connsiteY202" fmla="*/ 5936 h 10000"/>
                <a:gd name="connsiteX203" fmla="*/ 5843 w 10000"/>
                <a:gd name="connsiteY203" fmla="*/ 5879 h 10000"/>
                <a:gd name="connsiteX204" fmla="*/ 5872 w 10000"/>
                <a:gd name="connsiteY204" fmla="*/ 5904 h 10000"/>
                <a:gd name="connsiteX205" fmla="*/ 5901 w 10000"/>
                <a:gd name="connsiteY205" fmla="*/ 5962 h 10000"/>
                <a:gd name="connsiteX206" fmla="*/ 5930 w 10000"/>
                <a:gd name="connsiteY206" fmla="*/ 5936 h 10000"/>
                <a:gd name="connsiteX207" fmla="*/ 5958 w 10000"/>
                <a:gd name="connsiteY207" fmla="*/ 5987 h 10000"/>
                <a:gd name="connsiteX208" fmla="*/ 5987 w 10000"/>
                <a:gd name="connsiteY208" fmla="*/ 5987 h 10000"/>
                <a:gd name="connsiteX209" fmla="*/ 6016 w 10000"/>
                <a:gd name="connsiteY209" fmla="*/ 6076 h 10000"/>
                <a:gd name="connsiteX210" fmla="*/ 6045 w 10000"/>
                <a:gd name="connsiteY210" fmla="*/ 6076 h 10000"/>
                <a:gd name="connsiteX211" fmla="*/ 6073 w 10000"/>
                <a:gd name="connsiteY211" fmla="*/ 6045 h 10000"/>
                <a:gd name="connsiteX212" fmla="*/ 6102 w 10000"/>
                <a:gd name="connsiteY212" fmla="*/ 6045 h 10000"/>
                <a:gd name="connsiteX213" fmla="*/ 6131 w 10000"/>
                <a:gd name="connsiteY213" fmla="*/ 6127 h 10000"/>
                <a:gd name="connsiteX214" fmla="*/ 6160 w 10000"/>
                <a:gd name="connsiteY214" fmla="*/ 6102 h 10000"/>
                <a:gd name="connsiteX215" fmla="*/ 6188 w 10000"/>
                <a:gd name="connsiteY215" fmla="*/ 6102 h 10000"/>
                <a:gd name="connsiteX216" fmla="*/ 6217 w 10000"/>
                <a:gd name="connsiteY216" fmla="*/ 6102 h 10000"/>
                <a:gd name="connsiteX217" fmla="*/ 6246 w 10000"/>
                <a:gd name="connsiteY217" fmla="*/ 6127 h 10000"/>
                <a:gd name="connsiteX218" fmla="*/ 6275 w 10000"/>
                <a:gd name="connsiteY218" fmla="*/ 6127 h 10000"/>
                <a:gd name="connsiteX219" fmla="*/ 6303 w 10000"/>
                <a:gd name="connsiteY219" fmla="*/ 6102 h 10000"/>
                <a:gd name="connsiteX220" fmla="*/ 6332 w 10000"/>
                <a:gd name="connsiteY220" fmla="*/ 6159 h 10000"/>
                <a:gd name="connsiteX221" fmla="*/ 6361 w 10000"/>
                <a:gd name="connsiteY221" fmla="*/ 6191 h 10000"/>
                <a:gd name="connsiteX222" fmla="*/ 6390 w 10000"/>
                <a:gd name="connsiteY222" fmla="*/ 6191 h 10000"/>
                <a:gd name="connsiteX223" fmla="*/ 6419 w 10000"/>
                <a:gd name="connsiteY223" fmla="*/ 6159 h 10000"/>
                <a:gd name="connsiteX224" fmla="*/ 6447 w 10000"/>
                <a:gd name="connsiteY224" fmla="*/ 6191 h 10000"/>
                <a:gd name="connsiteX225" fmla="*/ 6476 w 10000"/>
                <a:gd name="connsiteY225" fmla="*/ 6274 h 10000"/>
                <a:gd name="connsiteX226" fmla="*/ 6505 w 10000"/>
                <a:gd name="connsiteY226" fmla="*/ 6299 h 10000"/>
                <a:gd name="connsiteX227" fmla="*/ 6534 w 10000"/>
                <a:gd name="connsiteY227" fmla="*/ 6274 h 10000"/>
                <a:gd name="connsiteX228" fmla="*/ 6562 w 10000"/>
                <a:gd name="connsiteY228" fmla="*/ 6248 h 10000"/>
                <a:gd name="connsiteX229" fmla="*/ 6591 w 10000"/>
                <a:gd name="connsiteY229" fmla="*/ 6299 h 10000"/>
                <a:gd name="connsiteX230" fmla="*/ 6620 w 10000"/>
                <a:gd name="connsiteY230" fmla="*/ 6274 h 10000"/>
                <a:gd name="connsiteX231" fmla="*/ 6649 w 10000"/>
                <a:gd name="connsiteY231" fmla="*/ 6274 h 10000"/>
                <a:gd name="connsiteX232" fmla="*/ 6674 w 10000"/>
                <a:gd name="connsiteY232" fmla="*/ 6248 h 10000"/>
                <a:gd name="connsiteX233" fmla="*/ 6703 w 10000"/>
                <a:gd name="connsiteY233" fmla="*/ 6248 h 10000"/>
                <a:gd name="connsiteX234" fmla="*/ 6731 w 10000"/>
                <a:gd name="connsiteY234" fmla="*/ 6331 h 10000"/>
                <a:gd name="connsiteX235" fmla="*/ 6760 w 10000"/>
                <a:gd name="connsiteY235" fmla="*/ 6357 h 10000"/>
                <a:gd name="connsiteX236" fmla="*/ 6789 w 10000"/>
                <a:gd name="connsiteY236" fmla="*/ 6274 h 10000"/>
                <a:gd name="connsiteX237" fmla="*/ 6818 w 10000"/>
                <a:gd name="connsiteY237" fmla="*/ 6414 h 10000"/>
                <a:gd name="connsiteX238" fmla="*/ 6846 w 10000"/>
                <a:gd name="connsiteY238" fmla="*/ 6414 h 10000"/>
                <a:gd name="connsiteX239" fmla="*/ 6875 w 10000"/>
                <a:gd name="connsiteY239" fmla="*/ 6274 h 10000"/>
                <a:gd name="connsiteX240" fmla="*/ 6908 w 10000"/>
                <a:gd name="connsiteY240" fmla="*/ 6191 h 10000"/>
                <a:gd name="connsiteX241" fmla="*/ 6936 w 10000"/>
                <a:gd name="connsiteY241" fmla="*/ 6191 h 10000"/>
                <a:gd name="connsiteX242" fmla="*/ 6962 w 10000"/>
                <a:gd name="connsiteY242" fmla="*/ 6248 h 10000"/>
                <a:gd name="connsiteX243" fmla="*/ 6990 w 10000"/>
                <a:gd name="connsiteY243" fmla="*/ 6248 h 10000"/>
                <a:gd name="connsiteX244" fmla="*/ 7019 w 10000"/>
                <a:gd name="connsiteY244" fmla="*/ 6217 h 10000"/>
                <a:gd name="connsiteX245" fmla="*/ 7048 w 10000"/>
                <a:gd name="connsiteY245" fmla="*/ 6127 h 10000"/>
                <a:gd name="connsiteX246" fmla="*/ 7077 w 10000"/>
                <a:gd name="connsiteY246" fmla="*/ 6127 h 10000"/>
                <a:gd name="connsiteX247" fmla="*/ 7105 w 10000"/>
                <a:gd name="connsiteY247" fmla="*/ 6102 h 10000"/>
                <a:gd name="connsiteX248" fmla="*/ 7134 w 10000"/>
                <a:gd name="connsiteY248" fmla="*/ 6045 h 10000"/>
                <a:gd name="connsiteX249" fmla="*/ 7163 w 10000"/>
                <a:gd name="connsiteY249" fmla="*/ 6045 h 10000"/>
                <a:gd name="connsiteX250" fmla="*/ 7192 w 10000"/>
                <a:gd name="connsiteY250" fmla="*/ 6127 h 10000"/>
                <a:gd name="connsiteX251" fmla="*/ 7220 w 10000"/>
                <a:gd name="connsiteY251" fmla="*/ 6102 h 10000"/>
                <a:gd name="connsiteX252" fmla="*/ 7249 w 10000"/>
                <a:gd name="connsiteY252" fmla="*/ 6076 h 10000"/>
                <a:gd name="connsiteX253" fmla="*/ 7278 w 10000"/>
                <a:gd name="connsiteY253" fmla="*/ 6045 h 10000"/>
                <a:gd name="connsiteX254" fmla="*/ 7307 w 10000"/>
                <a:gd name="connsiteY254" fmla="*/ 6127 h 10000"/>
                <a:gd name="connsiteX255" fmla="*/ 7335 w 10000"/>
                <a:gd name="connsiteY255" fmla="*/ 6248 h 10000"/>
                <a:gd name="connsiteX256" fmla="*/ 7364 w 10000"/>
                <a:gd name="connsiteY256" fmla="*/ 6248 h 10000"/>
                <a:gd name="connsiteX257" fmla="*/ 7393 w 10000"/>
                <a:gd name="connsiteY257" fmla="*/ 6274 h 10000"/>
                <a:gd name="connsiteX258" fmla="*/ 7422 w 10000"/>
                <a:gd name="connsiteY258" fmla="*/ 6357 h 10000"/>
                <a:gd name="connsiteX259" fmla="*/ 7451 w 10000"/>
                <a:gd name="connsiteY259" fmla="*/ 6389 h 10000"/>
                <a:gd name="connsiteX260" fmla="*/ 7479 w 10000"/>
                <a:gd name="connsiteY260" fmla="*/ 6274 h 10000"/>
                <a:gd name="connsiteX261" fmla="*/ 7508 w 10000"/>
                <a:gd name="connsiteY261" fmla="*/ 6299 h 10000"/>
                <a:gd name="connsiteX262" fmla="*/ 7537 w 10000"/>
                <a:gd name="connsiteY262" fmla="*/ 6299 h 10000"/>
                <a:gd name="connsiteX263" fmla="*/ 7566 w 10000"/>
                <a:gd name="connsiteY263" fmla="*/ 6389 h 10000"/>
                <a:gd name="connsiteX264" fmla="*/ 7594 w 10000"/>
                <a:gd name="connsiteY264" fmla="*/ 6357 h 10000"/>
                <a:gd name="connsiteX265" fmla="*/ 7623 w 10000"/>
                <a:gd name="connsiteY265" fmla="*/ 6331 h 10000"/>
                <a:gd name="connsiteX266" fmla="*/ 7652 w 10000"/>
                <a:gd name="connsiteY266" fmla="*/ 6357 h 10000"/>
                <a:gd name="connsiteX267" fmla="*/ 7681 w 10000"/>
                <a:gd name="connsiteY267" fmla="*/ 6439 h 10000"/>
                <a:gd name="connsiteX268" fmla="*/ 7709 w 10000"/>
                <a:gd name="connsiteY268" fmla="*/ 6389 h 10000"/>
                <a:gd name="connsiteX269" fmla="*/ 7738 w 10000"/>
                <a:gd name="connsiteY269" fmla="*/ 6414 h 10000"/>
                <a:gd name="connsiteX270" fmla="*/ 7767 w 10000"/>
                <a:gd name="connsiteY270" fmla="*/ 6299 h 10000"/>
                <a:gd name="connsiteX271" fmla="*/ 7792 w 10000"/>
                <a:gd name="connsiteY271" fmla="*/ 6331 h 10000"/>
                <a:gd name="connsiteX272" fmla="*/ 7821 w 10000"/>
                <a:gd name="connsiteY272" fmla="*/ 6389 h 10000"/>
                <a:gd name="connsiteX273" fmla="*/ 7850 w 10000"/>
                <a:gd name="connsiteY273" fmla="*/ 6331 h 10000"/>
                <a:gd name="connsiteX274" fmla="*/ 7878 w 10000"/>
                <a:gd name="connsiteY274" fmla="*/ 6299 h 10000"/>
                <a:gd name="connsiteX275" fmla="*/ 7907 w 10000"/>
                <a:gd name="connsiteY275" fmla="*/ 6414 h 10000"/>
                <a:gd name="connsiteX276" fmla="*/ 7936 w 10000"/>
                <a:gd name="connsiteY276" fmla="*/ 6389 h 10000"/>
                <a:gd name="connsiteX277" fmla="*/ 7965 w 10000"/>
                <a:gd name="connsiteY277" fmla="*/ 6331 h 10000"/>
                <a:gd name="connsiteX278" fmla="*/ 7994 w 10000"/>
                <a:gd name="connsiteY278" fmla="*/ 6331 h 10000"/>
                <a:gd name="connsiteX279" fmla="*/ 8022 w 10000"/>
                <a:gd name="connsiteY279" fmla="*/ 6389 h 10000"/>
                <a:gd name="connsiteX280" fmla="*/ 8051 w 10000"/>
                <a:gd name="connsiteY280" fmla="*/ 6357 h 10000"/>
                <a:gd name="connsiteX281" fmla="*/ 8080 w 10000"/>
                <a:gd name="connsiteY281" fmla="*/ 6357 h 10000"/>
                <a:gd name="connsiteX282" fmla="*/ 8109 w 10000"/>
                <a:gd name="connsiteY282" fmla="*/ 6299 h 10000"/>
                <a:gd name="connsiteX283" fmla="*/ 8137 w 10000"/>
                <a:gd name="connsiteY283" fmla="*/ 6389 h 10000"/>
                <a:gd name="connsiteX284" fmla="*/ 8166 w 10000"/>
                <a:gd name="connsiteY284" fmla="*/ 6414 h 10000"/>
                <a:gd name="connsiteX285" fmla="*/ 8195 w 10000"/>
                <a:gd name="connsiteY285" fmla="*/ 6331 h 10000"/>
                <a:gd name="connsiteX286" fmla="*/ 8224 w 10000"/>
                <a:gd name="connsiteY286" fmla="*/ 6274 h 10000"/>
                <a:gd name="connsiteX287" fmla="*/ 8252 w 10000"/>
                <a:gd name="connsiteY287" fmla="*/ 6389 h 10000"/>
                <a:gd name="connsiteX288" fmla="*/ 8281 w 10000"/>
                <a:gd name="connsiteY288" fmla="*/ 6497 h 10000"/>
                <a:gd name="connsiteX289" fmla="*/ 8310 w 10000"/>
                <a:gd name="connsiteY289" fmla="*/ 6471 h 10000"/>
                <a:gd name="connsiteX290" fmla="*/ 8339 w 10000"/>
                <a:gd name="connsiteY290" fmla="*/ 6357 h 10000"/>
                <a:gd name="connsiteX291" fmla="*/ 8367 w 10000"/>
                <a:gd name="connsiteY291" fmla="*/ 6389 h 10000"/>
                <a:gd name="connsiteX292" fmla="*/ 8396 w 10000"/>
                <a:gd name="connsiteY292" fmla="*/ 6439 h 10000"/>
                <a:gd name="connsiteX293" fmla="*/ 8425 w 10000"/>
                <a:gd name="connsiteY293" fmla="*/ 6414 h 10000"/>
                <a:gd name="connsiteX294" fmla="*/ 8454 w 10000"/>
                <a:gd name="connsiteY294" fmla="*/ 6357 h 10000"/>
                <a:gd name="connsiteX295" fmla="*/ 8483 w 10000"/>
                <a:gd name="connsiteY295" fmla="*/ 6357 h 10000"/>
                <a:gd name="connsiteX296" fmla="*/ 8511 w 10000"/>
                <a:gd name="connsiteY296" fmla="*/ 6414 h 10000"/>
                <a:gd name="connsiteX297" fmla="*/ 8540 w 10000"/>
                <a:gd name="connsiteY297" fmla="*/ 6414 h 10000"/>
                <a:gd name="connsiteX298" fmla="*/ 8569 w 10000"/>
                <a:gd name="connsiteY298" fmla="*/ 6331 h 10000"/>
                <a:gd name="connsiteX299" fmla="*/ 8598 w 10000"/>
                <a:gd name="connsiteY299" fmla="*/ 6414 h 10000"/>
                <a:gd name="connsiteX300" fmla="*/ 8623 w 10000"/>
                <a:gd name="connsiteY300" fmla="*/ 6414 h 10000"/>
                <a:gd name="connsiteX301" fmla="*/ 8652 w 10000"/>
                <a:gd name="connsiteY301" fmla="*/ 6471 h 10000"/>
                <a:gd name="connsiteX302" fmla="*/ 8680 w 10000"/>
                <a:gd name="connsiteY302" fmla="*/ 6389 h 10000"/>
                <a:gd name="connsiteX303" fmla="*/ 8709 w 10000"/>
                <a:gd name="connsiteY303" fmla="*/ 6357 h 10000"/>
                <a:gd name="connsiteX304" fmla="*/ 8738 w 10000"/>
                <a:gd name="connsiteY304" fmla="*/ 6414 h 10000"/>
                <a:gd name="connsiteX305" fmla="*/ 8767 w 10000"/>
                <a:gd name="connsiteY305" fmla="*/ 6471 h 10000"/>
                <a:gd name="connsiteX306" fmla="*/ 8795 w 10000"/>
                <a:gd name="connsiteY306" fmla="*/ 6414 h 10000"/>
                <a:gd name="connsiteX307" fmla="*/ 8824 w 10000"/>
                <a:gd name="connsiteY307" fmla="*/ 6357 h 10000"/>
                <a:gd name="connsiteX308" fmla="*/ 8853 w 10000"/>
                <a:gd name="connsiteY308" fmla="*/ 6414 h 10000"/>
                <a:gd name="connsiteX309" fmla="*/ 8882 w 10000"/>
                <a:gd name="connsiteY309" fmla="*/ 6497 h 10000"/>
                <a:gd name="connsiteX310" fmla="*/ 8910 w 10000"/>
                <a:gd name="connsiteY310" fmla="*/ 6414 h 10000"/>
                <a:gd name="connsiteX311" fmla="*/ 8939 w 10000"/>
                <a:gd name="connsiteY311" fmla="*/ 6357 h 10000"/>
                <a:gd name="connsiteX312" fmla="*/ 8968 w 10000"/>
                <a:gd name="connsiteY312" fmla="*/ 6389 h 10000"/>
                <a:gd name="connsiteX313" fmla="*/ 8997 w 10000"/>
                <a:gd name="connsiteY313" fmla="*/ 6414 h 10000"/>
                <a:gd name="connsiteX314" fmla="*/ 9026 w 10000"/>
                <a:gd name="connsiteY314" fmla="*/ 6357 h 10000"/>
                <a:gd name="connsiteX315" fmla="*/ 9054 w 10000"/>
                <a:gd name="connsiteY315" fmla="*/ 6331 h 10000"/>
                <a:gd name="connsiteX316" fmla="*/ 9083 w 10000"/>
                <a:gd name="connsiteY316" fmla="*/ 6299 h 10000"/>
                <a:gd name="connsiteX317" fmla="*/ 9112 w 10000"/>
                <a:gd name="connsiteY317" fmla="*/ 6357 h 10000"/>
                <a:gd name="connsiteX318" fmla="*/ 9141 w 10000"/>
                <a:gd name="connsiteY318" fmla="*/ 6357 h 10000"/>
                <a:gd name="connsiteX319" fmla="*/ 9169 w 10000"/>
                <a:gd name="connsiteY319" fmla="*/ 6357 h 10000"/>
                <a:gd name="connsiteX320" fmla="*/ 9198 w 10000"/>
                <a:gd name="connsiteY320" fmla="*/ 6299 h 10000"/>
                <a:gd name="connsiteX321" fmla="*/ 9227 w 10000"/>
                <a:gd name="connsiteY321" fmla="*/ 6331 h 10000"/>
                <a:gd name="connsiteX322" fmla="*/ 9256 w 10000"/>
                <a:gd name="connsiteY322" fmla="*/ 6331 h 10000"/>
                <a:gd name="connsiteX323" fmla="*/ 9284 w 10000"/>
                <a:gd name="connsiteY323" fmla="*/ 6248 h 10000"/>
                <a:gd name="connsiteX324" fmla="*/ 9313 w 10000"/>
                <a:gd name="connsiteY324" fmla="*/ 6217 h 10000"/>
                <a:gd name="connsiteX325" fmla="*/ 9342 w 10000"/>
                <a:gd name="connsiteY325" fmla="*/ 6248 h 10000"/>
                <a:gd name="connsiteX326" fmla="*/ 9371 w 10000"/>
                <a:gd name="connsiteY326" fmla="*/ 6299 h 10000"/>
                <a:gd name="connsiteX327" fmla="*/ 9399 w 10000"/>
                <a:gd name="connsiteY327" fmla="*/ 6217 h 10000"/>
                <a:gd name="connsiteX328" fmla="*/ 9428 w 10000"/>
                <a:gd name="connsiteY328" fmla="*/ 6159 h 10000"/>
                <a:gd name="connsiteX329" fmla="*/ 9453 w 10000"/>
                <a:gd name="connsiteY329" fmla="*/ 6191 h 10000"/>
                <a:gd name="connsiteX330" fmla="*/ 9482 w 10000"/>
                <a:gd name="connsiteY330" fmla="*/ 6217 h 10000"/>
                <a:gd name="connsiteX331" fmla="*/ 9511 w 10000"/>
                <a:gd name="connsiteY331" fmla="*/ 6191 h 10000"/>
                <a:gd name="connsiteX332" fmla="*/ 9540 w 10000"/>
                <a:gd name="connsiteY332" fmla="*/ 6102 h 10000"/>
                <a:gd name="connsiteX333" fmla="*/ 9569 w 10000"/>
                <a:gd name="connsiteY333" fmla="*/ 6159 h 10000"/>
                <a:gd name="connsiteX334" fmla="*/ 9597 w 10000"/>
                <a:gd name="connsiteY334" fmla="*/ 6191 h 10000"/>
                <a:gd name="connsiteX335" fmla="*/ 9626 w 10000"/>
                <a:gd name="connsiteY335" fmla="*/ 6102 h 10000"/>
                <a:gd name="connsiteX336" fmla="*/ 9655 w 10000"/>
                <a:gd name="connsiteY336" fmla="*/ 6019 h 10000"/>
                <a:gd name="connsiteX337" fmla="*/ 9684 w 10000"/>
                <a:gd name="connsiteY337" fmla="*/ 5962 h 10000"/>
                <a:gd name="connsiteX338" fmla="*/ 9712 w 10000"/>
                <a:gd name="connsiteY338" fmla="*/ 5879 h 10000"/>
                <a:gd name="connsiteX339" fmla="*/ 9741 w 10000"/>
                <a:gd name="connsiteY339" fmla="*/ 5567 h 10000"/>
                <a:gd name="connsiteX340" fmla="*/ 9770 w 10000"/>
                <a:gd name="connsiteY340" fmla="*/ 5000 h 10000"/>
                <a:gd name="connsiteX341" fmla="*/ 9799 w 10000"/>
                <a:gd name="connsiteY341" fmla="*/ 3420 h 10000"/>
                <a:gd name="connsiteX342" fmla="*/ 9827 w 10000"/>
                <a:gd name="connsiteY342" fmla="*/ 567 h 10000"/>
                <a:gd name="connsiteX343" fmla="*/ 9856 w 10000"/>
                <a:gd name="connsiteY343" fmla="*/ 0 h 10000"/>
                <a:gd name="connsiteX344" fmla="*/ 9885 w 10000"/>
                <a:gd name="connsiteY344" fmla="*/ 427 h 10000"/>
                <a:gd name="connsiteX345" fmla="*/ 9914 w 10000"/>
                <a:gd name="connsiteY345" fmla="*/ 3618 h 10000"/>
                <a:gd name="connsiteX346" fmla="*/ 9942 w 10000"/>
                <a:gd name="connsiteY346" fmla="*/ 3650 h 10000"/>
                <a:gd name="connsiteX347" fmla="*/ 9971 w 10000"/>
                <a:gd name="connsiteY347" fmla="*/ 3510 h 10000"/>
                <a:gd name="connsiteX348" fmla="*/ 10000 w 10000"/>
                <a:gd name="connsiteY348" fmla="*/ 3363 h 10000"/>
                <a:gd name="connsiteX0" fmla="*/ 0 w 10000"/>
                <a:gd name="connsiteY0" fmla="*/ 3395 h 10000"/>
                <a:gd name="connsiteX1" fmla="*/ 29 w 10000"/>
                <a:gd name="connsiteY1" fmla="*/ 3280 h 10000"/>
                <a:gd name="connsiteX2" fmla="*/ 58 w 10000"/>
                <a:gd name="connsiteY2" fmla="*/ 3280 h 10000"/>
                <a:gd name="connsiteX3" fmla="*/ 86 w 10000"/>
                <a:gd name="connsiteY3" fmla="*/ 3306 h 10000"/>
                <a:gd name="connsiteX4" fmla="*/ 115 w 10000"/>
                <a:gd name="connsiteY4" fmla="*/ 3420 h 10000"/>
                <a:gd name="connsiteX5" fmla="*/ 173 w 10000"/>
                <a:gd name="connsiteY5" fmla="*/ 3592 h 10000"/>
                <a:gd name="connsiteX6" fmla="*/ 201 w 10000"/>
                <a:gd name="connsiteY6" fmla="*/ 3561 h 10000"/>
                <a:gd name="connsiteX7" fmla="*/ 259 w 10000"/>
                <a:gd name="connsiteY7" fmla="*/ 3618 h 10000"/>
                <a:gd name="connsiteX8" fmla="*/ 284 w 10000"/>
                <a:gd name="connsiteY8" fmla="*/ 3955 h 10000"/>
                <a:gd name="connsiteX9" fmla="*/ 313 w 10000"/>
                <a:gd name="connsiteY9" fmla="*/ 4548 h 10000"/>
                <a:gd name="connsiteX10" fmla="*/ 342 w 10000"/>
                <a:gd name="connsiteY10" fmla="*/ 5057 h 10000"/>
                <a:gd name="connsiteX11" fmla="*/ 370 w 10000"/>
                <a:gd name="connsiteY11" fmla="*/ 5510 h 10000"/>
                <a:gd name="connsiteX12" fmla="*/ 403 w 10000"/>
                <a:gd name="connsiteY12" fmla="*/ 6274 h 10000"/>
                <a:gd name="connsiteX13" fmla="*/ 431 w 10000"/>
                <a:gd name="connsiteY13" fmla="*/ 7006 h 10000"/>
                <a:gd name="connsiteX14" fmla="*/ 460 w 10000"/>
                <a:gd name="connsiteY14" fmla="*/ 7178 h 10000"/>
                <a:gd name="connsiteX15" fmla="*/ 489 w 10000"/>
                <a:gd name="connsiteY15" fmla="*/ 6892 h 10000"/>
                <a:gd name="connsiteX16" fmla="*/ 518 w 10000"/>
                <a:gd name="connsiteY16" fmla="*/ 6726 h 10000"/>
                <a:gd name="connsiteX17" fmla="*/ 547 w 10000"/>
                <a:gd name="connsiteY17" fmla="*/ 6783 h 10000"/>
                <a:gd name="connsiteX18" fmla="*/ 572 w 10000"/>
                <a:gd name="connsiteY18" fmla="*/ 6809 h 10000"/>
                <a:gd name="connsiteX19" fmla="*/ 601 w 10000"/>
                <a:gd name="connsiteY19" fmla="*/ 7038 h 10000"/>
                <a:gd name="connsiteX20" fmla="*/ 629 w 10000"/>
                <a:gd name="connsiteY20" fmla="*/ 7178 h 10000"/>
                <a:gd name="connsiteX21" fmla="*/ 658 w 10000"/>
                <a:gd name="connsiteY21" fmla="*/ 7121 h 10000"/>
                <a:gd name="connsiteX22" fmla="*/ 687 w 10000"/>
                <a:gd name="connsiteY22" fmla="*/ 6949 h 10000"/>
                <a:gd name="connsiteX23" fmla="*/ 716 w 10000"/>
                <a:gd name="connsiteY23" fmla="*/ 6866 h 10000"/>
                <a:gd name="connsiteX24" fmla="*/ 744 w 10000"/>
                <a:gd name="connsiteY24" fmla="*/ 6694 h 10000"/>
                <a:gd name="connsiteX25" fmla="*/ 773 w 10000"/>
                <a:gd name="connsiteY25" fmla="*/ 6611 h 10000"/>
                <a:gd name="connsiteX26" fmla="*/ 802 w 10000"/>
                <a:gd name="connsiteY26" fmla="*/ 6529 h 10000"/>
                <a:gd name="connsiteX27" fmla="*/ 831 w 10000"/>
                <a:gd name="connsiteY27" fmla="*/ 6497 h 10000"/>
                <a:gd name="connsiteX28" fmla="*/ 859 w 10000"/>
                <a:gd name="connsiteY28" fmla="*/ 6554 h 10000"/>
                <a:gd name="connsiteX29" fmla="*/ 888 w 10000"/>
                <a:gd name="connsiteY29" fmla="*/ 6752 h 10000"/>
                <a:gd name="connsiteX30" fmla="*/ 917 w 10000"/>
                <a:gd name="connsiteY30" fmla="*/ 6783 h 10000"/>
                <a:gd name="connsiteX31" fmla="*/ 946 w 10000"/>
                <a:gd name="connsiteY31" fmla="*/ 6834 h 10000"/>
                <a:gd name="connsiteX32" fmla="*/ 974 w 10000"/>
                <a:gd name="connsiteY32" fmla="*/ 6694 h 10000"/>
                <a:gd name="connsiteX33" fmla="*/ 1003 w 10000"/>
                <a:gd name="connsiteY33" fmla="*/ 6643 h 10000"/>
                <a:gd name="connsiteX34" fmla="*/ 1032 w 10000"/>
                <a:gd name="connsiteY34" fmla="*/ 6586 h 10000"/>
                <a:gd name="connsiteX35" fmla="*/ 1061 w 10000"/>
                <a:gd name="connsiteY35" fmla="*/ 6643 h 10000"/>
                <a:gd name="connsiteX36" fmla="*/ 1090 w 10000"/>
                <a:gd name="connsiteY36" fmla="*/ 6892 h 10000"/>
                <a:gd name="connsiteX37" fmla="*/ 1118 w 10000"/>
                <a:gd name="connsiteY37" fmla="*/ 6981 h 10000"/>
                <a:gd name="connsiteX38" fmla="*/ 1147 w 10000"/>
                <a:gd name="connsiteY38" fmla="*/ 6892 h 10000"/>
                <a:gd name="connsiteX39" fmla="*/ 1176 w 10000"/>
                <a:gd name="connsiteY39" fmla="*/ 6752 h 10000"/>
                <a:gd name="connsiteX40" fmla="*/ 1205 w 10000"/>
                <a:gd name="connsiteY40" fmla="*/ 6669 h 10000"/>
                <a:gd name="connsiteX41" fmla="*/ 1233 w 10000"/>
                <a:gd name="connsiteY41" fmla="*/ 6726 h 10000"/>
                <a:gd name="connsiteX42" fmla="*/ 1262 w 10000"/>
                <a:gd name="connsiteY42" fmla="*/ 6694 h 10000"/>
                <a:gd name="connsiteX43" fmla="*/ 1291 w 10000"/>
                <a:gd name="connsiteY43" fmla="*/ 6669 h 10000"/>
                <a:gd name="connsiteX44" fmla="*/ 1320 w 10000"/>
                <a:gd name="connsiteY44" fmla="*/ 6643 h 10000"/>
                <a:gd name="connsiteX45" fmla="*/ 1348 w 10000"/>
                <a:gd name="connsiteY45" fmla="*/ 6866 h 10000"/>
                <a:gd name="connsiteX46" fmla="*/ 1377 w 10000"/>
                <a:gd name="connsiteY46" fmla="*/ 6924 h 10000"/>
                <a:gd name="connsiteX47" fmla="*/ 1402 w 10000"/>
                <a:gd name="connsiteY47" fmla="*/ 6834 h 10000"/>
                <a:gd name="connsiteX48" fmla="*/ 1431 w 10000"/>
                <a:gd name="connsiteY48" fmla="*/ 6924 h 10000"/>
                <a:gd name="connsiteX49" fmla="*/ 1460 w 10000"/>
                <a:gd name="connsiteY49" fmla="*/ 6949 h 10000"/>
                <a:gd name="connsiteX50" fmla="*/ 1489 w 10000"/>
                <a:gd name="connsiteY50" fmla="*/ 7064 h 10000"/>
                <a:gd name="connsiteX51" fmla="*/ 1517 w 10000"/>
                <a:gd name="connsiteY51" fmla="*/ 7006 h 10000"/>
                <a:gd name="connsiteX52" fmla="*/ 1546 w 10000"/>
                <a:gd name="connsiteY52" fmla="*/ 7038 h 10000"/>
                <a:gd name="connsiteX53" fmla="*/ 1575 w 10000"/>
                <a:gd name="connsiteY53" fmla="*/ 7121 h 10000"/>
                <a:gd name="connsiteX54" fmla="*/ 1604 w 10000"/>
                <a:gd name="connsiteY54" fmla="*/ 7089 h 10000"/>
                <a:gd name="connsiteX55" fmla="*/ 1633 w 10000"/>
                <a:gd name="connsiteY55" fmla="*/ 6834 h 10000"/>
                <a:gd name="connsiteX56" fmla="*/ 1661 w 10000"/>
                <a:gd name="connsiteY56" fmla="*/ 6726 h 10000"/>
                <a:gd name="connsiteX57" fmla="*/ 1690 w 10000"/>
                <a:gd name="connsiteY57" fmla="*/ 6752 h 10000"/>
                <a:gd name="connsiteX58" fmla="*/ 1719 w 10000"/>
                <a:gd name="connsiteY58" fmla="*/ 6783 h 10000"/>
                <a:gd name="connsiteX59" fmla="*/ 1748 w 10000"/>
                <a:gd name="connsiteY59" fmla="*/ 6834 h 10000"/>
                <a:gd name="connsiteX60" fmla="*/ 1776 w 10000"/>
                <a:gd name="connsiteY60" fmla="*/ 6694 h 10000"/>
                <a:gd name="connsiteX61" fmla="*/ 1805 w 10000"/>
                <a:gd name="connsiteY61" fmla="*/ 6643 h 10000"/>
                <a:gd name="connsiteX62" fmla="*/ 1834 w 10000"/>
                <a:gd name="connsiteY62" fmla="*/ 6669 h 10000"/>
                <a:gd name="connsiteX63" fmla="*/ 1863 w 10000"/>
                <a:gd name="connsiteY63" fmla="*/ 6694 h 10000"/>
                <a:gd name="connsiteX64" fmla="*/ 1891 w 10000"/>
                <a:gd name="connsiteY64" fmla="*/ 6586 h 10000"/>
                <a:gd name="connsiteX65" fmla="*/ 1920 w 10000"/>
                <a:gd name="connsiteY65" fmla="*/ 6497 h 10000"/>
                <a:gd name="connsiteX66" fmla="*/ 1949 w 10000"/>
                <a:gd name="connsiteY66" fmla="*/ 6357 h 10000"/>
                <a:gd name="connsiteX67" fmla="*/ 1978 w 10000"/>
                <a:gd name="connsiteY67" fmla="*/ 6248 h 10000"/>
                <a:gd name="connsiteX68" fmla="*/ 2006 w 10000"/>
                <a:gd name="connsiteY68" fmla="*/ 6191 h 10000"/>
                <a:gd name="connsiteX69" fmla="*/ 2035 w 10000"/>
                <a:gd name="connsiteY69" fmla="*/ 6102 h 10000"/>
                <a:gd name="connsiteX70" fmla="*/ 2064 w 10000"/>
                <a:gd name="connsiteY70" fmla="*/ 6045 h 10000"/>
                <a:gd name="connsiteX71" fmla="*/ 2093 w 10000"/>
                <a:gd name="connsiteY71" fmla="*/ 5847 h 10000"/>
                <a:gd name="connsiteX72" fmla="*/ 2122 w 10000"/>
                <a:gd name="connsiteY72" fmla="*/ 5624 h 10000"/>
                <a:gd name="connsiteX73" fmla="*/ 2150 w 10000"/>
                <a:gd name="connsiteY73" fmla="*/ 5541 h 10000"/>
                <a:gd name="connsiteX74" fmla="*/ 2179 w 10000"/>
                <a:gd name="connsiteY74" fmla="*/ 5567 h 10000"/>
                <a:gd name="connsiteX75" fmla="*/ 2208 w 10000"/>
                <a:gd name="connsiteY75" fmla="*/ 5395 h 10000"/>
                <a:gd name="connsiteX76" fmla="*/ 2233 w 10000"/>
                <a:gd name="connsiteY76" fmla="*/ 5229 h 10000"/>
                <a:gd name="connsiteX77" fmla="*/ 2262 w 10000"/>
                <a:gd name="connsiteY77" fmla="*/ 5197 h 10000"/>
                <a:gd name="connsiteX78" fmla="*/ 2291 w 10000"/>
                <a:gd name="connsiteY78" fmla="*/ 5255 h 10000"/>
                <a:gd name="connsiteX79" fmla="*/ 2319 w 10000"/>
                <a:gd name="connsiteY79" fmla="*/ 5255 h 10000"/>
                <a:gd name="connsiteX80" fmla="*/ 2348 w 10000"/>
                <a:gd name="connsiteY80" fmla="*/ 5197 h 10000"/>
                <a:gd name="connsiteX81" fmla="*/ 2377 w 10000"/>
                <a:gd name="connsiteY81" fmla="*/ 5146 h 10000"/>
                <a:gd name="connsiteX82" fmla="*/ 2406 w 10000"/>
                <a:gd name="connsiteY82" fmla="*/ 5172 h 10000"/>
                <a:gd name="connsiteX83" fmla="*/ 2434 w 10000"/>
                <a:gd name="connsiteY83" fmla="*/ 5197 h 10000"/>
                <a:gd name="connsiteX84" fmla="*/ 2463 w 10000"/>
                <a:gd name="connsiteY84" fmla="*/ 5197 h 10000"/>
                <a:gd name="connsiteX85" fmla="*/ 2492 w 10000"/>
                <a:gd name="connsiteY85" fmla="*/ 5197 h 10000"/>
                <a:gd name="connsiteX86" fmla="*/ 2521 w 10000"/>
                <a:gd name="connsiteY86" fmla="*/ 5312 h 10000"/>
                <a:gd name="connsiteX87" fmla="*/ 2549 w 10000"/>
                <a:gd name="connsiteY87" fmla="*/ 5395 h 10000"/>
                <a:gd name="connsiteX88" fmla="*/ 2578 w 10000"/>
                <a:gd name="connsiteY88" fmla="*/ 5312 h 10000"/>
                <a:gd name="connsiteX89" fmla="*/ 2607 w 10000"/>
                <a:gd name="connsiteY89" fmla="*/ 5338 h 10000"/>
                <a:gd name="connsiteX90" fmla="*/ 2636 w 10000"/>
                <a:gd name="connsiteY90" fmla="*/ 5484 h 10000"/>
                <a:gd name="connsiteX91" fmla="*/ 2665 w 10000"/>
                <a:gd name="connsiteY91" fmla="*/ 5624 h 10000"/>
                <a:gd name="connsiteX92" fmla="*/ 2693 w 10000"/>
                <a:gd name="connsiteY92" fmla="*/ 5541 h 10000"/>
                <a:gd name="connsiteX93" fmla="*/ 2722 w 10000"/>
                <a:gd name="connsiteY93" fmla="*/ 5510 h 10000"/>
                <a:gd name="connsiteX94" fmla="*/ 2751 w 10000"/>
                <a:gd name="connsiteY94" fmla="*/ 5592 h 10000"/>
                <a:gd name="connsiteX95" fmla="*/ 2780 w 10000"/>
                <a:gd name="connsiteY95" fmla="*/ 5764 h 10000"/>
                <a:gd name="connsiteX96" fmla="*/ 2808 w 10000"/>
                <a:gd name="connsiteY96" fmla="*/ 5822 h 10000"/>
                <a:gd name="connsiteX97" fmla="*/ 2837 w 10000"/>
                <a:gd name="connsiteY97" fmla="*/ 5764 h 10000"/>
                <a:gd name="connsiteX98" fmla="*/ 2866 w 10000"/>
                <a:gd name="connsiteY98" fmla="*/ 5732 h 10000"/>
                <a:gd name="connsiteX99" fmla="*/ 2895 w 10000"/>
                <a:gd name="connsiteY99" fmla="*/ 5796 h 10000"/>
                <a:gd name="connsiteX100" fmla="*/ 2923 w 10000"/>
                <a:gd name="connsiteY100" fmla="*/ 5822 h 10000"/>
                <a:gd name="connsiteX101" fmla="*/ 2952 w 10000"/>
                <a:gd name="connsiteY101" fmla="*/ 5732 h 10000"/>
                <a:gd name="connsiteX102" fmla="*/ 2981 w 10000"/>
                <a:gd name="connsiteY102" fmla="*/ 5732 h 10000"/>
                <a:gd name="connsiteX103" fmla="*/ 3010 w 10000"/>
                <a:gd name="connsiteY103" fmla="*/ 5847 h 10000"/>
                <a:gd name="connsiteX104" fmla="*/ 3038 w 10000"/>
                <a:gd name="connsiteY104" fmla="*/ 5962 h 10000"/>
                <a:gd name="connsiteX105" fmla="*/ 3064 w 10000"/>
                <a:gd name="connsiteY105" fmla="*/ 6019 h 10000"/>
                <a:gd name="connsiteX106" fmla="*/ 3092 w 10000"/>
                <a:gd name="connsiteY106" fmla="*/ 5962 h 10000"/>
                <a:gd name="connsiteX107" fmla="*/ 3121 w 10000"/>
                <a:gd name="connsiteY107" fmla="*/ 5936 h 10000"/>
                <a:gd name="connsiteX108" fmla="*/ 3150 w 10000"/>
                <a:gd name="connsiteY108" fmla="*/ 5936 h 10000"/>
                <a:gd name="connsiteX109" fmla="*/ 3179 w 10000"/>
                <a:gd name="connsiteY109" fmla="*/ 5879 h 10000"/>
                <a:gd name="connsiteX110" fmla="*/ 3207 w 10000"/>
                <a:gd name="connsiteY110" fmla="*/ 5879 h 10000"/>
                <a:gd name="connsiteX111" fmla="*/ 3236 w 10000"/>
                <a:gd name="connsiteY111" fmla="*/ 5904 h 10000"/>
                <a:gd name="connsiteX112" fmla="*/ 3265 w 10000"/>
                <a:gd name="connsiteY112" fmla="*/ 6045 h 10000"/>
                <a:gd name="connsiteX113" fmla="*/ 3294 w 10000"/>
                <a:gd name="connsiteY113" fmla="*/ 6159 h 10000"/>
                <a:gd name="connsiteX114" fmla="*/ 3323 w 10000"/>
                <a:gd name="connsiteY114" fmla="*/ 6299 h 10000"/>
                <a:gd name="connsiteX115" fmla="*/ 3351 w 10000"/>
                <a:gd name="connsiteY115" fmla="*/ 6497 h 10000"/>
                <a:gd name="connsiteX116" fmla="*/ 3380 w 10000"/>
                <a:gd name="connsiteY116" fmla="*/ 6669 h 10000"/>
                <a:gd name="connsiteX117" fmla="*/ 3409 w 10000"/>
                <a:gd name="connsiteY117" fmla="*/ 6783 h 10000"/>
                <a:gd name="connsiteX118" fmla="*/ 3438 w 10000"/>
                <a:gd name="connsiteY118" fmla="*/ 6809 h 10000"/>
                <a:gd name="connsiteX119" fmla="*/ 3466 w 10000"/>
                <a:gd name="connsiteY119" fmla="*/ 7038 h 10000"/>
                <a:gd name="connsiteX120" fmla="*/ 3495 w 10000"/>
                <a:gd name="connsiteY120" fmla="*/ 7287 h 10000"/>
                <a:gd name="connsiteX121" fmla="*/ 3524 w 10000"/>
                <a:gd name="connsiteY121" fmla="*/ 7459 h 10000"/>
                <a:gd name="connsiteX122" fmla="*/ 3553 w 10000"/>
                <a:gd name="connsiteY122" fmla="*/ 7376 h 10000"/>
                <a:gd name="connsiteX123" fmla="*/ 3581 w 10000"/>
                <a:gd name="connsiteY123" fmla="*/ 7261 h 10000"/>
                <a:gd name="connsiteX124" fmla="*/ 3610 w 10000"/>
                <a:gd name="connsiteY124" fmla="*/ 7121 h 10000"/>
                <a:gd name="connsiteX125" fmla="*/ 3639 w 10000"/>
                <a:gd name="connsiteY125" fmla="*/ 6809 h 10000"/>
                <a:gd name="connsiteX126" fmla="*/ 3668 w 10000"/>
                <a:gd name="connsiteY126" fmla="*/ 6529 h 10000"/>
                <a:gd name="connsiteX127" fmla="*/ 3697 w 10000"/>
                <a:gd name="connsiteY127" fmla="*/ 6414 h 10000"/>
                <a:gd name="connsiteX128" fmla="*/ 3725 w 10000"/>
                <a:gd name="connsiteY128" fmla="*/ 6159 h 10000"/>
                <a:gd name="connsiteX129" fmla="*/ 3754 w 10000"/>
                <a:gd name="connsiteY129" fmla="*/ 5592 h 10000"/>
                <a:gd name="connsiteX130" fmla="*/ 3783 w 10000"/>
                <a:gd name="connsiteY130" fmla="*/ 4694 h 10000"/>
                <a:gd name="connsiteX131" fmla="*/ 3812 w 10000"/>
                <a:gd name="connsiteY131" fmla="*/ 3930 h 10000"/>
                <a:gd name="connsiteX132" fmla="*/ 3840 w 10000"/>
                <a:gd name="connsiteY132" fmla="*/ 3510 h 10000"/>
                <a:gd name="connsiteX133" fmla="*/ 3869 w 10000"/>
                <a:gd name="connsiteY133" fmla="*/ 3223 h 10000"/>
                <a:gd name="connsiteX134" fmla="*/ 3894 w 10000"/>
                <a:gd name="connsiteY134" fmla="*/ 2994 h 10000"/>
                <a:gd name="connsiteX135" fmla="*/ 3923 w 10000"/>
                <a:gd name="connsiteY135" fmla="*/ 3338 h 10000"/>
                <a:gd name="connsiteX136" fmla="*/ 3955 w 10000"/>
                <a:gd name="connsiteY136" fmla="*/ 4236 h 10000"/>
                <a:gd name="connsiteX137" fmla="*/ 3984 w 10000"/>
                <a:gd name="connsiteY137" fmla="*/ 5936 h 10000"/>
                <a:gd name="connsiteX138" fmla="*/ 4013 w 10000"/>
                <a:gd name="connsiteY138" fmla="*/ 7771 h 10000"/>
                <a:gd name="connsiteX139" fmla="*/ 4042 w 10000"/>
                <a:gd name="connsiteY139" fmla="*/ 9013 h 10000"/>
                <a:gd name="connsiteX140" fmla="*/ 4070 w 10000"/>
                <a:gd name="connsiteY140" fmla="*/ 9548 h 10000"/>
                <a:gd name="connsiteX141" fmla="*/ 4099 w 10000"/>
                <a:gd name="connsiteY141" fmla="*/ 9720 h 10000"/>
                <a:gd name="connsiteX142" fmla="*/ 4128 w 10000"/>
                <a:gd name="connsiteY142" fmla="*/ 9968 h 10000"/>
                <a:gd name="connsiteX143" fmla="*/ 4157 w 10000"/>
                <a:gd name="connsiteY143" fmla="*/ 10000 h 10000"/>
                <a:gd name="connsiteX144" fmla="*/ 4182 w 10000"/>
                <a:gd name="connsiteY144" fmla="*/ 9293 h 10000"/>
                <a:gd name="connsiteX145" fmla="*/ 4211 w 10000"/>
                <a:gd name="connsiteY145" fmla="*/ 8815 h 10000"/>
                <a:gd name="connsiteX146" fmla="*/ 4239 w 10000"/>
                <a:gd name="connsiteY146" fmla="*/ 8280 h 10000"/>
                <a:gd name="connsiteX147" fmla="*/ 4268 w 10000"/>
                <a:gd name="connsiteY147" fmla="*/ 7745 h 10000"/>
                <a:gd name="connsiteX148" fmla="*/ 4297 w 10000"/>
                <a:gd name="connsiteY148" fmla="*/ 7459 h 10000"/>
                <a:gd name="connsiteX149" fmla="*/ 4326 w 10000"/>
                <a:gd name="connsiteY149" fmla="*/ 7318 h 10000"/>
                <a:gd name="connsiteX150" fmla="*/ 4355 w 10000"/>
                <a:gd name="connsiteY150" fmla="*/ 7089 h 10000"/>
                <a:gd name="connsiteX151" fmla="*/ 4383 w 10000"/>
                <a:gd name="connsiteY151" fmla="*/ 6834 h 10000"/>
                <a:gd name="connsiteX152" fmla="*/ 4412 w 10000"/>
                <a:gd name="connsiteY152" fmla="*/ 6783 h 10000"/>
                <a:gd name="connsiteX153" fmla="*/ 4441 w 10000"/>
                <a:gd name="connsiteY153" fmla="*/ 6809 h 10000"/>
                <a:gd name="connsiteX154" fmla="*/ 4470 w 10000"/>
                <a:gd name="connsiteY154" fmla="*/ 6783 h 10000"/>
                <a:gd name="connsiteX155" fmla="*/ 4498 w 10000"/>
                <a:gd name="connsiteY155" fmla="*/ 6726 h 10000"/>
                <a:gd name="connsiteX156" fmla="*/ 4527 w 10000"/>
                <a:gd name="connsiteY156" fmla="*/ 6643 h 10000"/>
                <a:gd name="connsiteX157" fmla="*/ 4556 w 10000"/>
                <a:gd name="connsiteY157" fmla="*/ 6643 h 10000"/>
                <a:gd name="connsiteX158" fmla="*/ 4585 w 10000"/>
                <a:gd name="connsiteY158" fmla="*/ 6669 h 10000"/>
                <a:gd name="connsiteX159" fmla="*/ 4613 w 10000"/>
                <a:gd name="connsiteY159" fmla="*/ 6643 h 10000"/>
                <a:gd name="connsiteX160" fmla="*/ 4642 w 10000"/>
                <a:gd name="connsiteY160" fmla="*/ 6611 h 10000"/>
                <a:gd name="connsiteX161" fmla="*/ 4671 w 10000"/>
                <a:gd name="connsiteY161" fmla="*/ 6611 h 10000"/>
                <a:gd name="connsiteX162" fmla="*/ 4700 w 10000"/>
                <a:gd name="connsiteY162" fmla="*/ 6643 h 10000"/>
                <a:gd name="connsiteX163" fmla="*/ 4729 w 10000"/>
                <a:gd name="connsiteY163" fmla="*/ 6586 h 10000"/>
                <a:gd name="connsiteX164" fmla="*/ 4757 w 10000"/>
                <a:gd name="connsiteY164" fmla="*/ 6497 h 10000"/>
                <a:gd name="connsiteX165" fmla="*/ 4786 w 10000"/>
                <a:gd name="connsiteY165" fmla="*/ 6439 h 10000"/>
                <a:gd name="connsiteX166" fmla="*/ 4815 w 10000"/>
                <a:gd name="connsiteY166" fmla="*/ 6497 h 10000"/>
                <a:gd name="connsiteX167" fmla="*/ 4844 w 10000"/>
                <a:gd name="connsiteY167" fmla="*/ 6414 h 10000"/>
                <a:gd name="connsiteX168" fmla="*/ 4872 w 10000"/>
                <a:gd name="connsiteY168" fmla="*/ 6389 h 10000"/>
                <a:gd name="connsiteX169" fmla="*/ 4901 w 10000"/>
                <a:gd name="connsiteY169" fmla="*/ 6299 h 10000"/>
                <a:gd name="connsiteX170" fmla="*/ 4930 w 10000"/>
                <a:gd name="connsiteY170" fmla="*/ 6299 h 10000"/>
                <a:gd name="connsiteX171" fmla="*/ 4959 w 10000"/>
                <a:gd name="connsiteY171" fmla="*/ 6299 h 10000"/>
                <a:gd name="connsiteX172" fmla="*/ 4987 w 10000"/>
                <a:gd name="connsiteY172" fmla="*/ 6159 h 10000"/>
                <a:gd name="connsiteX173" fmla="*/ 5013 w 10000"/>
                <a:gd name="connsiteY173" fmla="*/ 6191 h 10000"/>
                <a:gd name="connsiteX174" fmla="*/ 5041 w 10000"/>
                <a:gd name="connsiteY174" fmla="*/ 6127 h 10000"/>
                <a:gd name="connsiteX175" fmla="*/ 5070 w 10000"/>
                <a:gd name="connsiteY175" fmla="*/ 6191 h 10000"/>
                <a:gd name="connsiteX176" fmla="*/ 5099 w 10000"/>
                <a:gd name="connsiteY176" fmla="*/ 6076 h 10000"/>
                <a:gd name="connsiteX177" fmla="*/ 5128 w 10000"/>
                <a:gd name="connsiteY177" fmla="*/ 6045 h 10000"/>
                <a:gd name="connsiteX178" fmla="*/ 5156 w 10000"/>
                <a:gd name="connsiteY178" fmla="*/ 6045 h 10000"/>
                <a:gd name="connsiteX179" fmla="*/ 5185 w 10000"/>
                <a:gd name="connsiteY179" fmla="*/ 6076 h 10000"/>
                <a:gd name="connsiteX180" fmla="*/ 5214 w 10000"/>
                <a:gd name="connsiteY180" fmla="*/ 5987 h 10000"/>
                <a:gd name="connsiteX181" fmla="*/ 5243 w 10000"/>
                <a:gd name="connsiteY181" fmla="*/ 5987 h 10000"/>
                <a:gd name="connsiteX182" fmla="*/ 5271 w 10000"/>
                <a:gd name="connsiteY182" fmla="*/ 5987 h 10000"/>
                <a:gd name="connsiteX183" fmla="*/ 5300 w 10000"/>
                <a:gd name="connsiteY183" fmla="*/ 6076 h 10000"/>
                <a:gd name="connsiteX184" fmla="*/ 5329 w 10000"/>
                <a:gd name="connsiteY184" fmla="*/ 6045 h 10000"/>
                <a:gd name="connsiteX185" fmla="*/ 5358 w 10000"/>
                <a:gd name="connsiteY185" fmla="*/ 5987 h 10000"/>
                <a:gd name="connsiteX186" fmla="*/ 5387 w 10000"/>
                <a:gd name="connsiteY186" fmla="*/ 6045 h 10000"/>
                <a:gd name="connsiteX187" fmla="*/ 5415 w 10000"/>
                <a:gd name="connsiteY187" fmla="*/ 6191 h 10000"/>
                <a:gd name="connsiteX188" fmla="*/ 5444 w 10000"/>
                <a:gd name="connsiteY188" fmla="*/ 6159 h 10000"/>
                <a:gd name="connsiteX189" fmla="*/ 5473 w 10000"/>
                <a:gd name="connsiteY189" fmla="*/ 6102 h 10000"/>
                <a:gd name="connsiteX190" fmla="*/ 5502 w 10000"/>
                <a:gd name="connsiteY190" fmla="*/ 6127 h 10000"/>
                <a:gd name="connsiteX191" fmla="*/ 5530 w 10000"/>
                <a:gd name="connsiteY191" fmla="*/ 6159 h 10000"/>
                <a:gd name="connsiteX192" fmla="*/ 5559 w 10000"/>
                <a:gd name="connsiteY192" fmla="*/ 6191 h 10000"/>
                <a:gd name="connsiteX193" fmla="*/ 5588 w 10000"/>
                <a:gd name="connsiteY193" fmla="*/ 6102 h 10000"/>
                <a:gd name="connsiteX194" fmla="*/ 5617 w 10000"/>
                <a:gd name="connsiteY194" fmla="*/ 6102 h 10000"/>
                <a:gd name="connsiteX195" fmla="*/ 5645 w 10000"/>
                <a:gd name="connsiteY195" fmla="*/ 6127 h 10000"/>
                <a:gd name="connsiteX196" fmla="*/ 5674 w 10000"/>
                <a:gd name="connsiteY196" fmla="*/ 6127 h 10000"/>
                <a:gd name="connsiteX197" fmla="*/ 5703 w 10000"/>
                <a:gd name="connsiteY197" fmla="*/ 6019 h 10000"/>
                <a:gd name="connsiteX198" fmla="*/ 5732 w 10000"/>
                <a:gd name="connsiteY198" fmla="*/ 5962 h 10000"/>
                <a:gd name="connsiteX199" fmla="*/ 5761 w 10000"/>
                <a:gd name="connsiteY199" fmla="*/ 5987 h 10000"/>
                <a:gd name="connsiteX200" fmla="*/ 5789 w 10000"/>
                <a:gd name="connsiteY200" fmla="*/ 5987 h 10000"/>
                <a:gd name="connsiteX201" fmla="*/ 5818 w 10000"/>
                <a:gd name="connsiteY201" fmla="*/ 5936 h 10000"/>
                <a:gd name="connsiteX202" fmla="*/ 5843 w 10000"/>
                <a:gd name="connsiteY202" fmla="*/ 5879 h 10000"/>
                <a:gd name="connsiteX203" fmla="*/ 5872 w 10000"/>
                <a:gd name="connsiteY203" fmla="*/ 5904 h 10000"/>
                <a:gd name="connsiteX204" fmla="*/ 5901 w 10000"/>
                <a:gd name="connsiteY204" fmla="*/ 5962 h 10000"/>
                <a:gd name="connsiteX205" fmla="*/ 5930 w 10000"/>
                <a:gd name="connsiteY205" fmla="*/ 5936 h 10000"/>
                <a:gd name="connsiteX206" fmla="*/ 5958 w 10000"/>
                <a:gd name="connsiteY206" fmla="*/ 5987 h 10000"/>
                <a:gd name="connsiteX207" fmla="*/ 5987 w 10000"/>
                <a:gd name="connsiteY207" fmla="*/ 5987 h 10000"/>
                <a:gd name="connsiteX208" fmla="*/ 6016 w 10000"/>
                <a:gd name="connsiteY208" fmla="*/ 6076 h 10000"/>
                <a:gd name="connsiteX209" fmla="*/ 6045 w 10000"/>
                <a:gd name="connsiteY209" fmla="*/ 6076 h 10000"/>
                <a:gd name="connsiteX210" fmla="*/ 6073 w 10000"/>
                <a:gd name="connsiteY210" fmla="*/ 6045 h 10000"/>
                <a:gd name="connsiteX211" fmla="*/ 6102 w 10000"/>
                <a:gd name="connsiteY211" fmla="*/ 6045 h 10000"/>
                <a:gd name="connsiteX212" fmla="*/ 6131 w 10000"/>
                <a:gd name="connsiteY212" fmla="*/ 6127 h 10000"/>
                <a:gd name="connsiteX213" fmla="*/ 6160 w 10000"/>
                <a:gd name="connsiteY213" fmla="*/ 6102 h 10000"/>
                <a:gd name="connsiteX214" fmla="*/ 6188 w 10000"/>
                <a:gd name="connsiteY214" fmla="*/ 6102 h 10000"/>
                <a:gd name="connsiteX215" fmla="*/ 6217 w 10000"/>
                <a:gd name="connsiteY215" fmla="*/ 6102 h 10000"/>
                <a:gd name="connsiteX216" fmla="*/ 6246 w 10000"/>
                <a:gd name="connsiteY216" fmla="*/ 6127 h 10000"/>
                <a:gd name="connsiteX217" fmla="*/ 6275 w 10000"/>
                <a:gd name="connsiteY217" fmla="*/ 6127 h 10000"/>
                <a:gd name="connsiteX218" fmla="*/ 6303 w 10000"/>
                <a:gd name="connsiteY218" fmla="*/ 6102 h 10000"/>
                <a:gd name="connsiteX219" fmla="*/ 6332 w 10000"/>
                <a:gd name="connsiteY219" fmla="*/ 6159 h 10000"/>
                <a:gd name="connsiteX220" fmla="*/ 6361 w 10000"/>
                <a:gd name="connsiteY220" fmla="*/ 6191 h 10000"/>
                <a:gd name="connsiteX221" fmla="*/ 6390 w 10000"/>
                <a:gd name="connsiteY221" fmla="*/ 6191 h 10000"/>
                <a:gd name="connsiteX222" fmla="*/ 6419 w 10000"/>
                <a:gd name="connsiteY222" fmla="*/ 6159 h 10000"/>
                <a:gd name="connsiteX223" fmla="*/ 6447 w 10000"/>
                <a:gd name="connsiteY223" fmla="*/ 6191 h 10000"/>
                <a:gd name="connsiteX224" fmla="*/ 6476 w 10000"/>
                <a:gd name="connsiteY224" fmla="*/ 6274 h 10000"/>
                <a:gd name="connsiteX225" fmla="*/ 6505 w 10000"/>
                <a:gd name="connsiteY225" fmla="*/ 6299 h 10000"/>
                <a:gd name="connsiteX226" fmla="*/ 6534 w 10000"/>
                <a:gd name="connsiteY226" fmla="*/ 6274 h 10000"/>
                <a:gd name="connsiteX227" fmla="*/ 6562 w 10000"/>
                <a:gd name="connsiteY227" fmla="*/ 6248 h 10000"/>
                <a:gd name="connsiteX228" fmla="*/ 6591 w 10000"/>
                <a:gd name="connsiteY228" fmla="*/ 6299 h 10000"/>
                <a:gd name="connsiteX229" fmla="*/ 6620 w 10000"/>
                <a:gd name="connsiteY229" fmla="*/ 6274 h 10000"/>
                <a:gd name="connsiteX230" fmla="*/ 6649 w 10000"/>
                <a:gd name="connsiteY230" fmla="*/ 6274 h 10000"/>
                <a:gd name="connsiteX231" fmla="*/ 6674 w 10000"/>
                <a:gd name="connsiteY231" fmla="*/ 6248 h 10000"/>
                <a:gd name="connsiteX232" fmla="*/ 6703 w 10000"/>
                <a:gd name="connsiteY232" fmla="*/ 6248 h 10000"/>
                <a:gd name="connsiteX233" fmla="*/ 6731 w 10000"/>
                <a:gd name="connsiteY233" fmla="*/ 6331 h 10000"/>
                <a:gd name="connsiteX234" fmla="*/ 6760 w 10000"/>
                <a:gd name="connsiteY234" fmla="*/ 6357 h 10000"/>
                <a:gd name="connsiteX235" fmla="*/ 6789 w 10000"/>
                <a:gd name="connsiteY235" fmla="*/ 6274 h 10000"/>
                <a:gd name="connsiteX236" fmla="*/ 6818 w 10000"/>
                <a:gd name="connsiteY236" fmla="*/ 6414 h 10000"/>
                <a:gd name="connsiteX237" fmla="*/ 6846 w 10000"/>
                <a:gd name="connsiteY237" fmla="*/ 6414 h 10000"/>
                <a:gd name="connsiteX238" fmla="*/ 6875 w 10000"/>
                <a:gd name="connsiteY238" fmla="*/ 6274 h 10000"/>
                <a:gd name="connsiteX239" fmla="*/ 6908 w 10000"/>
                <a:gd name="connsiteY239" fmla="*/ 6191 h 10000"/>
                <a:gd name="connsiteX240" fmla="*/ 6936 w 10000"/>
                <a:gd name="connsiteY240" fmla="*/ 6191 h 10000"/>
                <a:gd name="connsiteX241" fmla="*/ 6962 w 10000"/>
                <a:gd name="connsiteY241" fmla="*/ 6248 h 10000"/>
                <a:gd name="connsiteX242" fmla="*/ 6990 w 10000"/>
                <a:gd name="connsiteY242" fmla="*/ 6248 h 10000"/>
                <a:gd name="connsiteX243" fmla="*/ 7019 w 10000"/>
                <a:gd name="connsiteY243" fmla="*/ 6217 h 10000"/>
                <a:gd name="connsiteX244" fmla="*/ 7048 w 10000"/>
                <a:gd name="connsiteY244" fmla="*/ 6127 h 10000"/>
                <a:gd name="connsiteX245" fmla="*/ 7077 w 10000"/>
                <a:gd name="connsiteY245" fmla="*/ 6127 h 10000"/>
                <a:gd name="connsiteX246" fmla="*/ 7105 w 10000"/>
                <a:gd name="connsiteY246" fmla="*/ 6102 h 10000"/>
                <a:gd name="connsiteX247" fmla="*/ 7134 w 10000"/>
                <a:gd name="connsiteY247" fmla="*/ 6045 h 10000"/>
                <a:gd name="connsiteX248" fmla="*/ 7163 w 10000"/>
                <a:gd name="connsiteY248" fmla="*/ 6045 h 10000"/>
                <a:gd name="connsiteX249" fmla="*/ 7192 w 10000"/>
                <a:gd name="connsiteY249" fmla="*/ 6127 h 10000"/>
                <a:gd name="connsiteX250" fmla="*/ 7220 w 10000"/>
                <a:gd name="connsiteY250" fmla="*/ 6102 h 10000"/>
                <a:gd name="connsiteX251" fmla="*/ 7249 w 10000"/>
                <a:gd name="connsiteY251" fmla="*/ 6076 h 10000"/>
                <a:gd name="connsiteX252" fmla="*/ 7278 w 10000"/>
                <a:gd name="connsiteY252" fmla="*/ 6045 h 10000"/>
                <a:gd name="connsiteX253" fmla="*/ 7307 w 10000"/>
                <a:gd name="connsiteY253" fmla="*/ 6127 h 10000"/>
                <a:gd name="connsiteX254" fmla="*/ 7335 w 10000"/>
                <a:gd name="connsiteY254" fmla="*/ 6248 h 10000"/>
                <a:gd name="connsiteX255" fmla="*/ 7364 w 10000"/>
                <a:gd name="connsiteY255" fmla="*/ 6248 h 10000"/>
                <a:gd name="connsiteX256" fmla="*/ 7393 w 10000"/>
                <a:gd name="connsiteY256" fmla="*/ 6274 h 10000"/>
                <a:gd name="connsiteX257" fmla="*/ 7422 w 10000"/>
                <a:gd name="connsiteY257" fmla="*/ 6357 h 10000"/>
                <a:gd name="connsiteX258" fmla="*/ 7451 w 10000"/>
                <a:gd name="connsiteY258" fmla="*/ 6389 h 10000"/>
                <a:gd name="connsiteX259" fmla="*/ 7479 w 10000"/>
                <a:gd name="connsiteY259" fmla="*/ 6274 h 10000"/>
                <a:gd name="connsiteX260" fmla="*/ 7508 w 10000"/>
                <a:gd name="connsiteY260" fmla="*/ 6299 h 10000"/>
                <a:gd name="connsiteX261" fmla="*/ 7537 w 10000"/>
                <a:gd name="connsiteY261" fmla="*/ 6299 h 10000"/>
                <a:gd name="connsiteX262" fmla="*/ 7566 w 10000"/>
                <a:gd name="connsiteY262" fmla="*/ 6389 h 10000"/>
                <a:gd name="connsiteX263" fmla="*/ 7594 w 10000"/>
                <a:gd name="connsiteY263" fmla="*/ 6357 h 10000"/>
                <a:gd name="connsiteX264" fmla="*/ 7623 w 10000"/>
                <a:gd name="connsiteY264" fmla="*/ 6331 h 10000"/>
                <a:gd name="connsiteX265" fmla="*/ 7652 w 10000"/>
                <a:gd name="connsiteY265" fmla="*/ 6357 h 10000"/>
                <a:gd name="connsiteX266" fmla="*/ 7681 w 10000"/>
                <a:gd name="connsiteY266" fmla="*/ 6439 h 10000"/>
                <a:gd name="connsiteX267" fmla="*/ 7709 w 10000"/>
                <a:gd name="connsiteY267" fmla="*/ 6389 h 10000"/>
                <a:gd name="connsiteX268" fmla="*/ 7738 w 10000"/>
                <a:gd name="connsiteY268" fmla="*/ 6414 h 10000"/>
                <a:gd name="connsiteX269" fmla="*/ 7767 w 10000"/>
                <a:gd name="connsiteY269" fmla="*/ 6299 h 10000"/>
                <a:gd name="connsiteX270" fmla="*/ 7792 w 10000"/>
                <a:gd name="connsiteY270" fmla="*/ 6331 h 10000"/>
                <a:gd name="connsiteX271" fmla="*/ 7821 w 10000"/>
                <a:gd name="connsiteY271" fmla="*/ 6389 h 10000"/>
                <a:gd name="connsiteX272" fmla="*/ 7850 w 10000"/>
                <a:gd name="connsiteY272" fmla="*/ 6331 h 10000"/>
                <a:gd name="connsiteX273" fmla="*/ 7878 w 10000"/>
                <a:gd name="connsiteY273" fmla="*/ 6299 h 10000"/>
                <a:gd name="connsiteX274" fmla="*/ 7907 w 10000"/>
                <a:gd name="connsiteY274" fmla="*/ 6414 h 10000"/>
                <a:gd name="connsiteX275" fmla="*/ 7936 w 10000"/>
                <a:gd name="connsiteY275" fmla="*/ 6389 h 10000"/>
                <a:gd name="connsiteX276" fmla="*/ 7965 w 10000"/>
                <a:gd name="connsiteY276" fmla="*/ 6331 h 10000"/>
                <a:gd name="connsiteX277" fmla="*/ 7994 w 10000"/>
                <a:gd name="connsiteY277" fmla="*/ 6331 h 10000"/>
                <a:gd name="connsiteX278" fmla="*/ 8022 w 10000"/>
                <a:gd name="connsiteY278" fmla="*/ 6389 h 10000"/>
                <a:gd name="connsiteX279" fmla="*/ 8051 w 10000"/>
                <a:gd name="connsiteY279" fmla="*/ 6357 h 10000"/>
                <a:gd name="connsiteX280" fmla="*/ 8080 w 10000"/>
                <a:gd name="connsiteY280" fmla="*/ 6357 h 10000"/>
                <a:gd name="connsiteX281" fmla="*/ 8109 w 10000"/>
                <a:gd name="connsiteY281" fmla="*/ 6299 h 10000"/>
                <a:gd name="connsiteX282" fmla="*/ 8137 w 10000"/>
                <a:gd name="connsiteY282" fmla="*/ 6389 h 10000"/>
                <a:gd name="connsiteX283" fmla="*/ 8166 w 10000"/>
                <a:gd name="connsiteY283" fmla="*/ 6414 h 10000"/>
                <a:gd name="connsiteX284" fmla="*/ 8195 w 10000"/>
                <a:gd name="connsiteY284" fmla="*/ 6331 h 10000"/>
                <a:gd name="connsiteX285" fmla="*/ 8224 w 10000"/>
                <a:gd name="connsiteY285" fmla="*/ 6274 h 10000"/>
                <a:gd name="connsiteX286" fmla="*/ 8252 w 10000"/>
                <a:gd name="connsiteY286" fmla="*/ 6389 h 10000"/>
                <a:gd name="connsiteX287" fmla="*/ 8281 w 10000"/>
                <a:gd name="connsiteY287" fmla="*/ 6497 h 10000"/>
                <a:gd name="connsiteX288" fmla="*/ 8310 w 10000"/>
                <a:gd name="connsiteY288" fmla="*/ 6471 h 10000"/>
                <a:gd name="connsiteX289" fmla="*/ 8339 w 10000"/>
                <a:gd name="connsiteY289" fmla="*/ 6357 h 10000"/>
                <a:gd name="connsiteX290" fmla="*/ 8367 w 10000"/>
                <a:gd name="connsiteY290" fmla="*/ 6389 h 10000"/>
                <a:gd name="connsiteX291" fmla="*/ 8396 w 10000"/>
                <a:gd name="connsiteY291" fmla="*/ 6439 h 10000"/>
                <a:gd name="connsiteX292" fmla="*/ 8425 w 10000"/>
                <a:gd name="connsiteY292" fmla="*/ 6414 h 10000"/>
                <a:gd name="connsiteX293" fmla="*/ 8454 w 10000"/>
                <a:gd name="connsiteY293" fmla="*/ 6357 h 10000"/>
                <a:gd name="connsiteX294" fmla="*/ 8483 w 10000"/>
                <a:gd name="connsiteY294" fmla="*/ 6357 h 10000"/>
                <a:gd name="connsiteX295" fmla="*/ 8511 w 10000"/>
                <a:gd name="connsiteY295" fmla="*/ 6414 h 10000"/>
                <a:gd name="connsiteX296" fmla="*/ 8540 w 10000"/>
                <a:gd name="connsiteY296" fmla="*/ 6414 h 10000"/>
                <a:gd name="connsiteX297" fmla="*/ 8569 w 10000"/>
                <a:gd name="connsiteY297" fmla="*/ 6331 h 10000"/>
                <a:gd name="connsiteX298" fmla="*/ 8598 w 10000"/>
                <a:gd name="connsiteY298" fmla="*/ 6414 h 10000"/>
                <a:gd name="connsiteX299" fmla="*/ 8623 w 10000"/>
                <a:gd name="connsiteY299" fmla="*/ 6414 h 10000"/>
                <a:gd name="connsiteX300" fmla="*/ 8652 w 10000"/>
                <a:gd name="connsiteY300" fmla="*/ 6471 h 10000"/>
                <a:gd name="connsiteX301" fmla="*/ 8680 w 10000"/>
                <a:gd name="connsiteY301" fmla="*/ 6389 h 10000"/>
                <a:gd name="connsiteX302" fmla="*/ 8709 w 10000"/>
                <a:gd name="connsiteY302" fmla="*/ 6357 h 10000"/>
                <a:gd name="connsiteX303" fmla="*/ 8738 w 10000"/>
                <a:gd name="connsiteY303" fmla="*/ 6414 h 10000"/>
                <a:gd name="connsiteX304" fmla="*/ 8767 w 10000"/>
                <a:gd name="connsiteY304" fmla="*/ 6471 h 10000"/>
                <a:gd name="connsiteX305" fmla="*/ 8795 w 10000"/>
                <a:gd name="connsiteY305" fmla="*/ 6414 h 10000"/>
                <a:gd name="connsiteX306" fmla="*/ 8824 w 10000"/>
                <a:gd name="connsiteY306" fmla="*/ 6357 h 10000"/>
                <a:gd name="connsiteX307" fmla="*/ 8853 w 10000"/>
                <a:gd name="connsiteY307" fmla="*/ 6414 h 10000"/>
                <a:gd name="connsiteX308" fmla="*/ 8882 w 10000"/>
                <a:gd name="connsiteY308" fmla="*/ 6497 h 10000"/>
                <a:gd name="connsiteX309" fmla="*/ 8910 w 10000"/>
                <a:gd name="connsiteY309" fmla="*/ 6414 h 10000"/>
                <a:gd name="connsiteX310" fmla="*/ 8939 w 10000"/>
                <a:gd name="connsiteY310" fmla="*/ 6357 h 10000"/>
                <a:gd name="connsiteX311" fmla="*/ 8968 w 10000"/>
                <a:gd name="connsiteY311" fmla="*/ 6389 h 10000"/>
                <a:gd name="connsiteX312" fmla="*/ 8997 w 10000"/>
                <a:gd name="connsiteY312" fmla="*/ 6414 h 10000"/>
                <a:gd name="connsiteX313" fmla="*/ 9026 w 10000"/>
                <a:gd name="connsiteY313" fmla="*/ 6357 h 10000"/>
                <a:gd name="connsiteX314" fmla="*/ 9054 w 10000"/>
                <a:gd name="connsiteY314" fmla="*/ 6331 h 10000"/>
                <a:gd name="connsiteX315" fmla="*/ 9083 w 10000"/>
                <a:gd name="connsiteY315" fmla="*/ 6299 h 10000"/>
                <a:gd name="connsiteX316" fmla="*/ 9112 w 10000"/>
                <a:gd name="connsiteY316" fmla="*/ 6357 h 10000"/>
                <a:gd name="connsiteX317" fmla="*/ 9141 w 10000"/>
                <a:gd name="connsiteY317" fmla="*/ 6357 h 10000"/>
                <a:gd name="connsiteX318" fmla="*/ 9169 w 10000"/>
                <a:gd name="connsiteY318" fmla="*/ 6357 h 10000"/>
                <a:gd name="connsiteX319" fmla="*/ 9198 w 10000"/>
                <a:gd name="connsiteY319" fmla="*/ 6299 h 10000"/>
                <a:gd name="connsiteX320" fmla="*/ 9227 w 10000"/>
                <a:gd name="connsiteY320" fmla="*/ 6331 h 10000"/>
                <a:gd name="connsiteX321" fmla="*/ 9256 w 10000"/>
                <a:gd name="connsiteY321" fmla="*/ 6331 h 10000"/>
                <a:gd name="connsiteX322" fmla="*/ 9284 w 10000"/>
                <a:gd name="connsiteY322" fmla="*/ 6248 h 10000"/>
                <a:gd name="connsiteX323" fmla="*/ 9313 w 10000"/>
                <a:gd name="connsiteY323" fmla="*/ 6217 h 10000"/>
                <a:gd name="connsiteX324" fmla="*/ 9342 w 10000"/>
                <a:gd name="connsiteY324" fmla="*/ 6248 h 10000"/>
                <a:gd name="connsiteX325" fmla="*/ 9371 w 10000"/>
                <a:gd name="connsiteY325" fmla="*/ 6299 h 10000"/>
                <a:gd name="connsiteX326" fmla="*/ 9399 w 10000"/>
                <a:gd name="connsiteY326" fmla="*/ 6217 h 10000"/>
                <a:gd name="connsiteX327" fmla="*/ 9428 w 10000"/>
                <a:gd name="connsiteY327" fmla="*/ 6159 h 10000"/>
                <a:gd name="connsiteX328" fmla="*/ 9453 w 10000"/>
                <a:gd name="connsiteY328" fmla="*/ 6191 h 10000"/>
                <a:gd name="connsiteX329" fmla="*/ 9482 w 10000"/>
                <a:gd name="connsiteY329" fmla="*/ 6217 h 10000"/>
                <a:gd name="connsiteX330" fmla="*/ 9511 w 10000"/>
                <a:gd name="connsiteY330" fmla="*/ 6191 h 10000"/>
                <a:gd name="connsiteX331" fmla="*/ 9540 w 10000"/>
                <a:gd name="connsiteY331" fmla="*/ 6102 h 10000"/>
                <a:gd name="connsiteX332" fmla="*/ 9569 w 10000"/>
                <a:gd name="connsiteY332" fmla="*/ 6159 h 10000"/>
                <a:gd name="connsiteX333" fmla="*/ 9597 w 10000"/>
                <a:gd name="connsiteY333" fmla="*/ 6191 h 10000"/>
                <a:gd name="connsiteX334" fmla="*/ 9626 w 10000"/>
                <a:gd name="connsiteY334" fmla="*/ 6102 h 10000"/>
                <a:gd name="connsiteX335" fmla="*/ 9655 w 10000"/>
                <a:gd name="connsiteY335" fmla="*/ 6019 h 10000"/>
                <a:gd name="connsiteX336" fmla="*/ 9684 w 10000"/>
                <a:gd name="connsiteY336" fmla="*/ 5962 h 10000"/>
                <a:gd name="connsiteX337" fmla="*/ 9712 w 10000"/>
                <a:gd name="connsiteY337" fmla="*/ 5879 h 10000"/>
                <a:gd name="connsiteX338" fmla="*/ 9741 w 10000"/>
                <a:gd name="connsiteY338" fmla="*/ 5567 h 10000"/>
                <a:gd name="connsiteX339" fmla="*/ 9770 w 10000"/>
                <a:gd name="connsiteY339" fmla="*/ 5000 h 10000"/>
                <a:gd name="connsiteX340" fmla="*/ 9799 w 10000"/>
                <a:gd name="connsiteY340" fmla="*/ 3420 h 10000"/>
                <a:gd name="connsiteX341" fmla="*/ 9827 w 10000"/>
                <a:gd name="connsiteY341" fmla="*/ 567 h 10000"/>
                <a:gd name="connsiteX342" fmla="*/ 9856 w 10000"/>
                <a:gd name="connsiteY342" fmla="*/ 0 h 10000"/>
                <a:gd name="connsiteX343" fmla="*/ 9885 w 10000"/>
                <a:gd name="connsiteY343" fmla="*/ 427 h 10000"/>
                <a:gd name="connsiteX344" fmla="*/ 9914 w 10000"/>
                <a:gd name="connsiteY344" fmla="*/ 3618 h 10000"/>
                <a:gd name="connsiteX345" fmla="*/ 9942 w 10000"/>
                <a:gd name="connsiteY345" fmla="*/ 3650 h 10000"/>
                <a:gd name="connsiteX346" fmla="*/ 9971 w 10000"/>
                <a:gd name="connsiteY346" fmla="*/ 3510 h 10000"/>
                <a:gd name="connsiteX347" fmla="*/ 10000 w 10000"/>
                <a:gd name="connsiteY347" fmla="*/ 3363 h 10000"/>
                <a:gd name="connsiteX0" fmla="*/ 0 w 10000"/>
                <a:gd name="connsiteY0" fmla="*/ 3395 h 10000"/>
                <a:gd name="connsiteX1" fmla="*/ 29 w 10000"/>
                <a:gd name="connsiteY1" fmla="*/ 3280 h 10000"/>
                <a:gd name="connsiteX2" fmla="*/ 58 w 10000"/>
                <a:gd name="connsiteY2" fmla="*/ 3280 h 10000"/>
                <a:gd name="connsiteX3" fmla="*/ 86 w 10000"/>
                <a:gd name="connsiteY3" fmla="*/ 3306 h 10000"/>
                <a:gd name="connsiteX4" fmla="*/ 173 w 10000"/>
                <a:gd name="connsiteY4" fmla="*/ 3592 h 10000"/>
                <a:gd name="connsiteX5" fmla="*/ 201 w 10000"/>
                <a:gd name="connsiteY5" fmla="*/ 3561 h 10000"/>
                <a:gd name="connsiteX6" fmla="*/ 259 w 10000"/>
                <a:gd name="connsiteY6" fmla="*/ 3618 h 10000"/>
                <a:gd name="connsiteX7" fmla="*/ 284 w 10000"/>
                <a:gd name="connsiteY7" fmla="*/ 3955 h 10000"/>
                <a:gd name="connsiteX8" fmla="*/ 313 w 10000"/>
                <a:gd name="connsiteY8" fmla="*/ 4548 h 10000"/>
                <a:gd name="connsiteX9" fmla="*/ 342 w 10000"/>
                <a:gd name="connsiteY9" fmla="*/ 5057 h 10000"/>
                <a:gd name="connsiteX10" fmla="*/ 370 w 10000"/>
                <a:gd name="connsiteY10" fmla="*/ 5510 h 10000"/>
                <a:gd name="connsiteX11" fmla="*/ 403 w 10000"/>
                <a:gd name="connsiteY11" fmla="*/ 6274 h 10000"/>
                <a:gd name="connsiteX12" fmla="*/ 431 w 10000"/>
                <a:gd name="connsiteY12" fmla="*/ 7006 h 10000"/>
                <a:gd name="connsiteX13" fmla="*/ 460 w 10000"/>
                <a:gd name="connsiteY13" fmla="*/ 7178 h 10000"/>
                <a:gd name="connsiteX14" fmla="*/ 489 w 10000"/>
                <a:gd name="connsiteY14" fmla="*/ 6892 h 10000"/>
                <a:gd name="connsiteX15" fmla="*/ 518 w 10000"/>
                <a:gd name="connsiteY15" fmla="*/ 6726 h 10000"/>
                <a:gd name="connsiteX16" fmla="*/ 547 w 10000"/>
                <a:gd name="connsiteY16" fmla="*/ 6783 h 10000"/>
                <a:gd name="connsiteX17" fmla="*/ 572 w 10000"/>
                <a:gd name="connsiteY17" fmla="*/ 6809 h 10000"/>
                <a:gd name="connsiteX18" fmla="*/ 601 w 10000"/>
                <a:gd name="connsiteY18" fmla="*/ 7038 h 10000"/>
                <a:gd name="connsiteX19" fmla="*/ 629 w 10000"/>
                <a:gd name="connsiteY19" fmla="*/ 7178 h 10000"/>
                <a:gd name="connsiteX20" fmla="*/ 658 w 10000"/>
                <a:gd name="connsiteY20" fmla="*/ 7121 h 10000"/>
                <a:gd name="connsiteX21" fmla="*/ 687 w 10000"/>
                <a:gd name="connsiteY21" fmla="*/ 6949 h 10000"/>
                <a:gd name="connsiteX22" fmla="*/ 716 w 10000"/>
                <a:gd name="connsiteY22" fmla="*/ 6866 h 10000"/>
                <a:gd name="connsiteX23" fmla="*/ 744 w 10000"/>
                <a:gd name="connsiteY23" fmla="*/ 6694 h 10000"/>
                <a:gd name="connsiteX24" fmla="*/ 773 w 10000"/>
                <a:gd name="connsiteY24" fmla="*/ 6611 h 10000"/>
                <a:gd name="connsiteX25" fmla="*/ 802 w 10000"/>
                <a:gd name="connsiteY25" fmla="*/ 6529 h 10000"/>
                <a:gd name="connsiteX26" fmla="*/ 831 w 10000"/>
                <a:gd name="connsiteY26" fmla="*/ 6497 h 10000"/>
                <a:gd name="connsiteX27" fmla="*/ 859 w 10000"/>
                <a:gd name="connsiteY27" fmla="*/ 6554 h 10000"/>
                <a:gd name="connsiteX28" fmla="*/ 888 w 10000"/>
                <a:gd name="connsiteY28" fmla="*/ 6752 h 10000"/>
                <a:gd name="connsiteX29" fmla="*/ 917 w 10000"/>
                <a:gd name="connsiteY29" fmla="*/ 6783 h 10000"/>
                <a:gd name="connsiteX30" fmla="*/ 946 w 10000"/>
                <a:gd name="connsiteY30" fmla="*/ 6834 h 10000"/>
                <a:gd name="connsiteX31" fmla="*/ 974 w 10000"/>
                <a:gd name="connsiteY31" fmla="*/ 6694 h 10000"/>
                <a:gd name="connsiteX32" fmla="*/ 1003 w 10000"/>
                <a:gd name="connsiteY32" fmla="*/ 6643 h 10000"/>
                <a:gd name="connsiteX33" fmla="*/ 1032 w 10000"/>
                <a:gd name="connsiteY33" fmla="*/ 6586 h 10000"/>
                <a:gd name="connsiteX34" fmla="*/ 1061 w 10000"/>
                <a:gd name="connsiteY34" fmla="*/ 6643 h 10000"/>
                <a:gd name="connsiteX35" fmla="*/ 1090 w 10000"/>
                <a:gd name="connsiteY35" fmla="*/ 6892 h 10000"/>
                <a:gd name="connsiteX36" fmla="*/ 1118 w 10000"/>
                <a:gd name="connsiteY36" fmla="*/ 6981 h 10000"/>
                <a:gd name="connsiteX37" fmla="*/ 1147 w 10000"/>
                <a:gd name="connsiteY37" fmla="*/ 6892 h 10000"/>
                <a:gd name="connsiteX38" fmla="*/ 1176 w 10000"/>
                <a:gd name="connsiteY38" fmla="*/ 6752 h 10000"/>
                <a:gd name="connsiteX39" fmla="*/ 1205 w 10000"/>
                <a:gd name="connsiteY39" fmla="*/ 6669 h 10000"/>
                <a:gd name="connsiteX40" fmla="*/ 1233 w 10000"/>
                <a:gd name="connsiteY40" fmla="*/ 6726 h 10000"/>
                <a:gd name="connsiteX41" fmla="*/ 1262 w 10000"/>
                <a:gd name="connsiteY41" fmla="*/ 6694 h 10000"/>
                <a:gd name="connsiteX42" fmla="*/ 1291 w 10000"/>
                <a:gd name="connsiteY42" fmla="*/ 6669 h 10000"/>
                <a:gd name="connsiteX43" fmla="*/ 1320 w 10000"/>
                <a:gd name="connsiteY43" fmla="*/ 6643 h 10000"/>
                <a:gd name="connsiteX44" fmla="*/ 1348 w 10000"/>
                <a:gd name="connsiteY44" fmla="*/ 6866 h 10000"/>
                <a:gd name="connsiteX45" fmla="*/ 1377 w 10000"/>
                <a:gd name="connsiteY45" fmla="*/ 6924 h 10000"/>
                <a:gd name="connsiteX46" fmla="*/ 1402 w 10000"/>
                <a:gd name="connsiteY46" fmla="*/ 6834 h 10000"/>
                <a:gd name="connsiteX47" fmla="*/ 1431 w 10000"/>
                <a:gd name="connsiteY47" fmla="*/ 6924 h 10000"/>
                <a:gd name="connsiteX48" fmla="*/ 1460 w 10000"/>
                <a:gd name="connsiteY48" fmla="*/ 6949 h 10000"/>
                <a:gd name="connsiteX49" fmla="*/ 1489 w 10000"/>
                <a:gd name="connsiteY49" fmla="*/ 7064 h 10000"/>
                <a:gd name="connsiteX50" fmla="*/ 1517 w 10000"/>
                <a:gd name="connsiteY50" fmla="*/ 7006 h 10000"/>
                <a:gd name="connsiteX51" fmla="*/ 1546 w 10000"/>
                <a:gd name="connsiteY51" fmla="*/ 7038 h 10000"/>
                <a:gd name="connsiteX52" fmla="*/ 1575 w 10000"/>
                <a:gd name="connsiteY52" fmla="*/ 7121 h 10000"/>
                <a:gd name="connsiteX53" fmla="*/ 1604 w 10000"/>
                <a:gd name="connsiteY53" fmla="*/ 7089 h 10000"/>
                <a:gd name="connsiteX54" fmla="*/ 1633 w 10000"/>
                <a:gd name="connsiteY54" fmla="*/ 6834 h 10000"/>
                <a:gd name="connsiteX55" fmla="*/ 1661 w 10000"/>
                <a:gd name="connsiteY55" fmla="*/ 6726 h 10000"/>
                <a:gd name="connsiteX56" fmla="*/ 1690 w 10000"/>
                <a:gd name="connsiteY56" fmla="*/ 6752 h 10000"/>
                <a:gd name="connsiteX57" fmla="*/ 1719 w 10000"/>
                <a:gd name="connsiteY57" fmla="*/ 6783 h 10000"/>
                <a:gd name="connsiteX58" fmla="*/ 1748 w 10000"/>
                <a:gd name="connsiteY58" fmla="*/ 6834 h 10000"/>
                <a:gd name="connsiteX59" fmla="*/ 1776 w 10000"/>
                <a:gd name="connsiteY59" fmla="*/ 6694 h 10000"/>
                <a:gd name="connsiteX60" fmla="*/ 1805 w 10000"/>
                <a:gd name="connsiteY60" fmla="*/ 6643 h 10000"/>
                <a:gd name="connsiteX61" fmla="*/ 1834 w 10000"/>
                <a:gd name="connsiteY61" fmla="*/ 6669 h 10000"/>
                <a:gd name="connsiteX62" fmla="*/ 1863 w 10000"/>
                <a:gd name="connsiteY62" fmla="*/ 6694 h 10000"/>
                <a:gd name="connsiteX63" fmla="*/ 1891 w 10000"/>
                <a:gd name="connsiteY63" fmla="*/ 6586 h 10000"/>
                <a:gd name="connsiteX64" fmla="*/ 1920 w 10000"/>
                <a:gd name="connsiteY64" fmla="*/ 6497 h 10000"/>
                <a:gd name="connsiteX65" fmla="*/ 1949 w 10000"/>
                <a:gd name="connsiteY65" fmla="*/ 6357 h 10000"/>
                <a:gd name="connsiteX66" fmla="*/ 1978 w 10000"/>
                <a:gd name="connsiteY66" fmla="*/ 6248 h 10000"/>
                <a:gd name="connsiteX67" fmla="*/ 2006 w 10000"/>
                <a:gd name="connsiteY67" fmla="*/ 6191 h 10000"/>
                <a:gd name="connsiteX68" fmla="*/ 2035 w 10000"/>
                <a:gd name="connsiteY68" fmla="*/ 6102 h 10000"/>
                <a:gd name="connsiteX69" fmla="*/ 2064 w 10000"/>
                <a:gd name="connsiteY69" fmla="*/ 6045 h 10000"/>
                <a:gd name="connsiteX70" fmla="*/ 2093 w 10000"/>
                <a:gd name="connsiteY70" fmla="*/ 5847 h 10000"/>
                <a:gd name="connsiteX71" fmla="*/ 2122 w 10000"/>
                <a:gd name="connsiteY71" fmla="*/ 5624 h 10000"/>
                <a:gd name="connsiteX72" fmla="*/ 2150 w 10000"/>
                <a:gd name="connsiteY72" fmla="*/ 5541 h 10000"/>
                <a:gd name="connsiteX73" fmla="*/ 2179 w 10000"/>
                <a:gd name="connsiteY73" fmla="*/ 5567 h 10000"/>
                <a:gd name="connsiteX74" fmla="*/ 2208 w 10000"/>
                <a:gd name="connsiteY74" fmla="*/ 5395 h 10000"/>
                <a:gd name="connsiteX75" fmla="*/ 2233 w 10000"/>
                <a:gd name="connsiteY75" fmla="*/ 5229 h 10000"/>
                <a:gd name="connsiteX76" fmla="*/ 2262 w 10000"/>
                <a:gd name="connsiteY76" fmla="*/ 5197 h 10000"/>
                <a:gd name="connsiteX77" fmla="*/ 2291 w 10000"/>
                <a:gd name="connsiteY77" fmla="*/ 5255 h 10000"/>
                <a:gd name="connsiteX78" fmla="*/ 2319 w 10000"/>
                <a:gd name="connsiteY78" fmla="*/ 5255 h 10000"/>
                <a:gd name="connsiteX79" fmla="*/ 2348 w 10000"/>
                <a:gd name="connsiteY79" fmla="*/ 5197 h 10000"/>
                <a:gd name="connsiteX80" fmla="*/ 2377 w 10000"/>
                <a:gd name="connsiteY80" fmla="*/ 5146 h 10000"/>
                <a:gd name="connsiteX81" fmla="*/ 2406 w 10000"/>
                <a:gd name="connsiteY81" fmla="*/ 5172 h 10000"/>
                <a:gd name="connsiteX82" fmla="*/ 2434 w 10000"/>
                <a:gd name="connsiteY82" fmla="*/ 5197 h 10000"/>
                <a:gd name="connsiteX83" fmla="*/ 2463 w 10000"/>
                <a:gd name="connsiteY83" fmla="*/ 5197 h 10000"/>
                <a:gd name="connsiteX84" fmla="*/ 2492 w 10000"/>
                <a:gd name="connsiteY84" fmla="*/ 5197 h 10000"/>
                <a:gd name="connsiteX85" fmla="*/ 2521 w 10000"/>
                <a:gd name="connsiteY85" fmla="*/ 5312 h 10000"/>
                <a:gd name="connsiteX86" fmla="*/ 2549 w 10000"/>
                <a:gd name="connsiteY86" fmla="*/ 5395 h 10000"/>
                <a:gd name="connsiteX87" fmla="*/ 2578 w 10000"/>
                <a:gd name="connsiteY87" fmla="*/ 5312 h 10000"/>
                <a:gd name="connsiteX88" fmla="*/ 2607 w 10000"/>
                <a:gd name="connsiteY88" fmla="*/ 5338 h 10000"/>
                <a:gd name="connsiteX89" fmla="*/ 2636 w 10000"/>
                <a:gd name="connsiteY89" fmla="*/ 5484 h 10000"/>
                <a:gd name="connsiteX90" fmla="*/ 2665 w 10000"/>
                <a:gd name="connsiteY90" fmla="*/ 5624 h 10000"/>
                <a:gd name="connsiteX91" fmla="*/ 2693 w 10000"/>
                <a:gd name="connsiteY91" fmla="*/ 5541 h 10000"/>
                <a:gd name="connsiteX92" fmla="*/ 2722 w 10000"/>
                <a:gd name="connsiteY92" fmla="*/ 5510 h 10000"/>
                <a:gd name="connsiteX93" fmla="*/ 2751 w 10000"/>
                <a:gd name="connsiteY93" fmla="*/ 5592 h 10000"/>
                <a:gd name="connsiteX94" fmla="*/ 2780 w 10000"/>
                <a:gd name="connsiteY94" fmla="*/ 5764 h 10000"/>
                <a:gd name="connsiteX95" fmla="*/ 2808 w 10000"/>
                <a:gd name="connsiteY95" fmla="*/ 5822 h 10000"/>
                <a:gd name="connsiteX96" fmla="*/ 2837 w 10000"/>
                <a:gd name="connsiteY96" fmla="*/ 5764 h 10000"/>
                <a:gd name="connsiteX97" fmla="*/ 2866 w 10000"/>
                <a:gd name="connsiteY97" fmla="*/ 5732 h 10000"/>
                <a:gd name="connsiteX98" fmla="*/ 2895 w 10000"/>
                <a:gd name="connsiteY98" fmla="*/ 5796 h 10000"/>
                <a:gd name="connsiteX99" fmla="*/ 2923 w 10000"/>
                <a:gd name="connsiteY99" fmla="*/ 5822 h 10000"/>
                <a:gd name="connsiteX100" fmla="*/ 2952 w 10000"/>
                <a:gd name="connsiteY100" fmla="*/ 5732 h 10000"/>
                <a:gd name="connsiteX101" fmla="*/ 2981 w 10000"/>
                <a:gd name="connsiteY101" fmla="*/ 5732 h 10000"/>
                <a:gd name="connsiteX102" fmla="*/ 3010 w 10000"/>
                <a:gd name="connsiteY102" fmla="*/ 5847 h 10000"/>
                <a:gd name="connsiteX103" fmla="*/ 3038 w 10000"/>
                <a:gd name="connsiteY103" fmla="*/ 5962 h 10000"/>
                <a:gd name="connsiteX104" fmla="*/ 3064 w 10000"/>
                <a:gd name="connsiteY104" fmla="*/ 6019 h 10000"/>
                <a:gd name="connsiteX105" fmla="*/ 3092 w 10000"/>
                <a:gd name="connsiteY105" fmla="*/ 5962 h 10000"/>
                <a:gd name="connsiteX106" fmla="*/ 3121 w 10000"/>
                <a:gd name="connsiteY106" fmla="*/ 5936 h 10000"/>
                <a:gd name="connsiteX107" fmla="*/ 3150 w 10000"/>
                <a:gd name="connsiteY107" fmla="*/ 5936 h 10000"/>
                <a:gd name="connsiteX108" fmla="*/ 3179 w 10000"/>
                <a:gd name="connsiteY108" fmla="*/ 5879 h 10000"/>
                <a:gd name="connsiteX109" fmla="*/ 3207 w 10000"/>
                <a:gd name="connsiteY109" fmla="*/ 5879 h 10000"/>
                <a:gd name="connsiteX110" fmla="*/ 3236 w 10000"/>
                <a:gd name="connsiteY110" fmla="*/ 5904 h 10000"/>
                <a:gd name="connsiteX111" fmla="*/ 3265 w 10000"/>
                <a:gd name="connsiteY111" fmla="*/ 6045 h 10000"/>
                <a:gd name="connsiteX112" fmla="*/ 3294 w 10000"/>
                <a:gd name="connsiteY112" fmla="*/ 6159 h 10000"/>
                <a:gd name="connsiteX113" fmla="*/ 3323 w 10000"/>
                <a:gd name="connsiteY113" fmla="*/ 6299 h 10000"/>
                <a:gd name="connsiteX114" fmla="*/ 3351 w 10000"/>
                <a:gd name="connsiteY114" fmla="*/ 6497 h 10000"/>
                <a:gd name="connsiteX115" fmla="*/ 3380 w 10000"/>
                <a:gd name="connsiteY115" fmla="*/ 6669 h 10000"/>
                <a:gd name="connsiteX116" fmla="*/ 3409 w 10000"/>
                <a:gd name="connsiteY116" fmla="*/ 6783 h 10000"/>
                <a:gd name="connsiteX117" fmla="*/ 3438 w 10000"/>
                <a:gd name="connsiteY117" fmla="*/ 6809 h 10000"/>
                <a:gd name="connsiteX118" fmla="*/ 3466 w 10000"/>
                <a:gd name="connsiteY118" fmla="*/ 7038 h 10000"/>
                <a:gd name="connsiteX119" fmla="*/ 3495 w 10000"/>
                <a:gd name="connsiteY119" fmla="*/ 7287 h 10000"/>
                <a:gd name="connsiteX120" fmla="*/ 3524 w 10000"/>
                <a:gd name="connsiteY120" fmla="*/ 7459 h 10000"/>
                <a:gd name="connsiteX121" fmla="*/ 3553 w 10000"/>
                <a:gd name="connsiteY121" fmla="*/ 7376 h 10000"/>
                <a:gd name="connsiteX122" fmla="*/ 3581 w 10000"/>
                <a:gd name="connsiteY122" fmla="*/ 7261 h 10000"/>
                <a:gd name="connsiteX123" fmla="*/ 3610 w 10000"/>
                <a:gd name="connsiteY123" fmla="*/ 7121 h 10000"/>
                <a:gd name="connsiteX124" fmla="*/ 3639 w 10000"/>
                <a:gd name="connsiteY124" fmla="*/ 6809 h 10000"/>
                <a:gd name="connsiteX125" fmla="*/ 3668 w 10000"/>
                <a:gd name="connsiteY125" fmla="*/ 6529 h 10000"/>
                <a:gd name="connsiteX126" fmla="*/ 3697 w 10000"/>
                <a:gd name="connsiteY126" fmla="*/ 6414 h 10000"/>
                <a:gd name="connsiteX127" fmla="*/ 3725 w 10000"/>
                <a:gd name="connsiteY127" fmla="*/ 6159 h 10000"/>
                <a:gd name="connsiteX128" fmla="*/ 3754 w 10000"/>
                <a:gd name="connsiteY128" fmla="*/ 5592 h 10000"/>
                <a:gd name="connsiteX129" fmla="*/ 3783 w 10000"/>
                <a:gd name="connsiteY129" fmla="*/ 4694 h 10000"/>
                <a:gd name="connsiteX130" fmla="*/ 3812 w 10000"/>
                <a:gd name="connsiteY130" fmla="*/ 3930 h 10000"/>
                <a:gd name="connsiteX131" fmla="*/ 3840 w 10000"/>
                <a:gd name="connsiteY131" fmla="*/ 3510 h 10000"/>
                <a:gd name="connsiteX132" fmla="*/ 3869 w 10000"/>
                <a:gd name="connsiteY132" fmla="*/ 3223 h 10000"/>
                <a:gd name="connsiteX133" fmla="*/ 3894 w 10000"/>
                <a:gd name="connsiteY133" fmla="*/ 2994 h 10000"/>
                <a:gd name="connsiteX134" fmla="*/ 3923 w 10000"/>
                <a:gd name="connsiteY134" fmla="*/ 3338 h 10000"/>
                <a:gd name="connsiteX135" fmla="*/ 3955 w 10000"/>
                <a:gd name="connsiteY135" fmla="*/ 4236 h 10000"/>
                <a:gd name="connsiteX136" fmla="*/ 3984 w 10000"/>
                <a:gd name="connsiteY136" fmla="*/ 5936 h 10000"/>
                <a:gd name="connsiteX137" fmla="*/ 4013 w 10000"/>
                <a:gd name="connsiteY137" fmla="*/ 7771 h 10000"/>
                <a:gd name="connsiteX138" fmla="*/ 4042 w 10000"/>
                <a:gd name="connsiteY138" fmla="*/ 9013 h 10000"/>
                <a:gd name="connsiteX139" fmla="*/ 4070 w 10000"/>
                <a:gd name="connsiteY139" fmla="*/ 9548 h 10000"/>
                <a:gd name="connsiteX140" fmla="*/ 4099 w 10000"/>
                <a:gd name="connsiteY140" fmla="*/ 9720 h 10000"/>
                <a:gd name="connsiteX141" fmla="*/ 4128 w 10000"/>
                <a:gd name="connsiteY141" fmla="*/ 9968 h 10000"/>
                <a:gd name="connsiteX142" fmla="*/ 4157 w 10000"/>
                <a:gd name="connsiteY142" fmla="*/ 10000 h 10000"/>
                <a:gd name="connsiteX143" fmla="*/ 4182 w 10000"/>
                <a:gd name="connsiteY143" fmla="*/ 9293 h 10000"/>
                <a:gd name="connsiteX144" fmla="*/ 4211 w 10000"/>
                <a:gd name="connsiteY144" fmla="*/ 8815 h 10000"/>
                <a:gd name="connsiteX145" fmla="*/ 4239 w 10000"/>
                <a:gd name="connsiteY145" fmla="*/ 8280 h 10000"/>
                <a:gd name="connsiteX146" fmla="*/ 4268 w 10000"/>
                <a:gd name="connsiteY146" fmla="*/ 7745 h 10000"/>
                <a:gd name="connsiteX147" fmla="*/ 4297 w 10000"/>
                <a:gd name="connsiteY147" fmla="*/ 7459 h 10000"/>
                <a:gd name="connsiteX148" fmla="*/ 4326 w 10000"/>
                <a:gd name="connsiteY148" fmla="*/ 7318 h 10000"/>
                <a:gd name="connsiteX149" fmla="*/ 4355 w 10000"/>
                <a:gd name="connsiteY149" fmla="*/ 7089 h 10000"/>
                <a:gd name="connsiteX150" fmla="*/ 4383 w 10000"/>
                <a:gd name="connsiteY150" fmla="*/ 6834 h 10000"/>
                <a:gd name="connsiteX151" fmla="*/ 4412 w 10000"/>
                <a:gd name="connsiteY151" fmla="*/ 6783 h 10000"/>
                <a:gd name="connsiteX152" fmla="*/ 4441 w 10000"/>
                <a:gd name="connsiteY152" fmla="*/ 6809 h 10000"/>
                <a:gd name="connsiteX153" fmla="*/ 4470 w 10000"/>
                <a:gd name="connsiteY153" fmla="*/ 6783 h 10000"/>
                <a:gd name="connsiteX154" fmla="*/ 4498 w 10000"/>
                <a:gd name="connsiteY154" fmla="*/ 6726 h 10000"/>
                <a:gd name="connsiteX155" fmla="*/ 4527 w 10000"/>
                <a:gd name="connsiteY155" fmla="*/ 6643 h 10000"/>
                <a:gd name="connsiteX156" fmla="*/ 4556 w 10000"/>
                <a:gd name="connsiteY156" fmla="*/ 6643 h 10000"/>
                <a:gd name="connsiteX157" fmla="*/ 4585 w 10000"/>
                <a:gd name="connsiteY157" fmla="*/ 6669 h 10000"/>
                <a:gd name="connsiteX158" fmla="*/ 4613 w 10000"/>
                <a:gd name="connsiteY158" fmla="*/ 6643 h 10000"/>
                <a:gd name="connsiteX159" fmla="*/ 4642 w 10000"/>
                <a:gd name="connsiteY159" fmla="*/ 6611 h 10000"/>
                <a:gd name="connsiteX160" fmla="*/ 4671 w 10000"/>
                <a:gd name="connsiteY160" fmla="*/ 6611 h 10000"/>
                <a:gd name="connsiteX161" fmla="*/ 4700 w 10000"/>
                <a:gd name="connsiteY161" fmla="*/ 6643 h 10000"/>
                <a:gd name="connsiteX162" fmla="*/ 4729 w 10000"/>
                <a:gd name="connsiteY162" fmla="*/ 6586 h 10000"/>
                <a:gd name="connsiteX163" fmla="*/ 4757 w 10000"/>
                <a:gd name="connsiteY163" fmla="*/ 6497 h 10000"/>
                <a:gd name="connsiteX164" fmla="*/ 4786 w 10000"/>
                <a:gd name="connsiteY164" fmla="*/ 6439 h 10000"/>
                <a:gd name="connsiteX165" fmla="*/ 4815 w 10000"/>
                <a:gd name="connsiteY165" fmla="*/ 6497 h 10000"/>
                <a:gd name="connsiteX166" fmla="*/ 4844 w 10000"/>
                <a:gd name="connsiteY166" fmla="*/ 6414 h 10000"/>
                <a:gd name="connsiteX167" fmla="*/ 4872 w 10000"/>
                <a:gd name="connsiteY167" fmla="*/ 6389 h 10000"/>
                <a:gd name="connsiteX168" fmla="*/ 4901 w 10000"/>
                <a:gd name="connsiteY168" fmla="*/ 6299 h 10000"/>
                <a:gd name="connsiteX169" fmla="*/ 4930 w 10000"/>
                <a:gd name="connsiteY169" fmla="*/ 6299 h 10000"/>
                <a:gd name="connsiteX170" fmla="*/ 4959 w 10000"/>
                <a:gd name="connsiteY170" fmla="*/ 6299 h 10000"/>
                <a:gd name="connsiteX171" fmla="*/ 4987 w 10000"/>
                <a:gd name="connsiteY171" fmla="*/ 6159 h 10000"/>
                <a:gd name="connsiteX172" fmla="*/ 5013 w 10000"/>
                <a:gd name="connsiteY172" fmla="*/ 6191 h 10000"/>
                <a:gd name="connsiteX173" fmla="*/ 5041 w 10000"/>
                <a:gd name="connsiteY173" fmla="*/ 6127 h 10000"/>
                <a:gd name="connsiteX174" fmla="*/ 5070 w 10000"/>
                <a:gd name="connsiteY174" fmla="*/ 6191 h 10000"/>
                <a:gd name="connsiteX175" fmla="*/ 5099 w 10000"/>
                <a:gd name="connsiteY175" fmla="*/ 6076 h 10000"/>
                <a:gd name="connsiteX176" fmla="*/ 5128 w 10000"/>
                <a:gd name="connsiteY176" fmla="*/ 6045 h 10000"/>
                <a:gd name="connsiteX177" fmla="*/ 5156 w 10000"/>
                <a:gd name="connsiteY177" fmla="*/ 6045 h 10000"/>
                <a:gd name="connsiteX178" fmla="*/ 5185 w 10000"/>
                <a:gd name="connsiteY178" fmla="*/ 6076 h 10000"/>
                <a:gd name="connsiteX179" fmla="*/ 5214 w 10000"/>
                <a:gd name="connsiteY179" fmla="*/ 5987 h 10000"/>
                <a:gd name="connsiteX180" fmla="*/ 5243 w 10000"/>
                <a:gd name="connsiteY180" fmla="*/ 5987 h 10000"/>
                <a:gd name="connsiteX181" fmla="*/ 5271 w 10000"/>
                <a:gd name="connsiteY181" fmla="*/ 5987 h 10000"/>
                <a:gd name="connsiteX182" fmla="*/ 5300 w 10000"/>
                <a:gd name="connsiteY182" fmla="*/ 6076 h 10000"/>
                <a:gd name="connsiteX183" fmla="*/ 5329 w 10000"/>
                <a:gd name="connsiteY183" fmla="*/ 6045 h 10000"/>
                <a:gd name="connsiteX184" fmla="*/ 5358 w 10000"/>
                <a:gd name="connsiteY184" fmla="*/ 5987 h 10000"/>
                <a:gd name="connsiteX185" fmla="*/ 5387 w 10000"/>
                <a:gd name="connsiteY185" fmla="*/ 6045 h 10000"/>
                <a:gd name="connsiteX186" fmla="*/ 5415 w 10000"/>
                <a:gd name="connsiteY186" fmla="*/ 6191 h 10000"/>
                <a:gd name="connsiteX187" fmla="*/ 5444 w 10000"/>
                <a:gd name="connsiteY187" fmla="*/ 6159 h 10000"/>
                <a:gd name="connsiteX188" fmla="*/ 5473 w 10000"/>
                <a:gd name="connsiteY188" fmla="*/ 6102 h 10000"/>
                <a:gd name="connsiteX189" fmla="*/ 5502 w 10000"/>
                <a:gd name="connsiteY189" fmla="*/ 6127 h 10000"/>
                <a:gd name="connsiteX190" fmla="*/ 5530 w 10000"/>
                <a:gd name="connsiteY190" fmla="*/ 6159 h 10000"/>
                <a:gd name="connsiteX191" fmla="*/ 5559 w 10000"/>
                <a:gd name="connsiteY191" fmla="*/ 6191 h 10000"/>
                <a:gd name="connsiteX192" fmla="*/ 5588 w 10000"/>
                <a:gd name="connsiteY192" fmla="*/ 6102 h 10000"/>
                <a:gd name="connsiteX193" fmla="*/ 5617 w 10000"/>
                <a:gd name="connsiteY193" fmla="*/ 6102 h 10000"/>
                <a:gd name="connsiteX194" fmla="*/ 5645 w 10000"/>
                <a:gd name="connsiteY194" fmla="*/ 6127 h 10000"/>
                <a:gd name="connsiteX195" fmla="*/ 5674 w 10000"/>
                <a:gd name="connsiteY195" fmla="*/ 6127 h 10000"/>
                <a:gd name="connsiteX196" fmla="*/ 5703 w 10000"/>
                <a:gd name="connsiteY196" fmla="*/ 6019 h 10000"/>
                <a:gd name="connsiteX197" fmla="*/ 5732 w 10000"/>
                <a:gd name="connsiteY197" fmla="*/ 5962 h 10000"/>
                <a:gd name="connsiteX198" fmla="*/ 5761 w 10000"/>
                <a:gd name="connsiteY198" fmla="*/ 5987 h 10000"/>
                <a:gd name="connsiteX199" fmla="*/ 5789 w 10000"/>
                <a:gd name="connsiteY199" fmla="*/ 5987 h 10000"/>
                <a:gd name="connsiteX200" fmla="*/ 5818 w 10000"/>
                <a:gd name="connsiteY200" fmla="*/ 5936 h 10000"/>
                <a:gd name="connsiteX201" fmla="*/ 5843 w 10000"/>
                <a:gd name="connsiteY201" fmla="*/ 5879 h 10000"/>
                <a:gd name="connsiteX202" fmla="*/ 5872 w 10000"/>
                <a:gd name="connsiteY202" fmla="*/ 5904 h 10000"/>
                <a:gd name="connsiteX203" fmla="*/ 5901 w 10000"/>
                <a:gd name="connsiteY203" fmla="*/ 5962 h 10000"/>
                <a:gd name="connsiteX204" fmla="*/ 5930 w 10000"/>
                <a:gd name="connsiteY204" fmla="*/ 5936 h 10000"/>
                <a:gd name="connsiteX205" fmla="*/ 5958 w 10000"/>
                <a:gd name="connsiteY205" fmla="*/ 5987 h 10000"/>
                <a:gd name="connsiteX206" fmla="*/ 5987 w 10000"/>
                <a:gd name="connsiteY206" fmla="*/ 5987 h 10000"/>
                <a:gd name="connsiteX207" fmla="*/ 6016 w 10000"/>
                <a:gd name="connsiteY207" fmla="*/ 6076 h 10000"/>
                <a:gd name="connsiteX208" fmla="*/ 6045 w 10000"/>
                <a:gd name="connsiteY208" fmla="*/ 6076 h 10000"/>
                <a:gd name="connsiteX209" fmla="*/ 6073 w 10000"/>
                <a:gd name="connsiteY209" fmla="*/ 6045 h 10000"/>
                <a:gd name="connsiteX210" fmla="*/ 6102 w 10000"/>
                <a:gd name="connsiteY210" fmla="*/ 6045 h 10000"/>
                <a:gd name="connsiteX211" fmla="*/ 6131 w 10000"/>
                <a:gd name="connsiteY211" fmla="*/ 6127 h 10000"/>
                <a:gd name="connsiteX212" fmla="*/ 6160 w 10000"/>
                <a:gd name="connsiteY212" fmla="*/ 6102 h 10000"/>
                <a:gd name="connsiteX213" fmla="*/ 6188 w 10000"/>
                <a:gd name="connsiteY213" fmla="*/ 6102 h 10000"/>
                <a:gd name="connsiteX214" fmla="*/ 6217 w 10000"/>
                <a:gd name="connsiteY214" fmla="*/ 6102 h 10000"/>
                <a:gd name="connsiteX215" fmla="*/ 6246 w 10000"/>
                <a:gd name="connsiteY215" fmla="*/ 6127 h 10000"/>
                <a:gd name="connsiteX216" fmla="*/ 6275 w 10000"/>
                <a:gd name="connsiteY216" fmla="*/ 6127 h 10000"/>
                <a:gd name="connsiteX217" fmla="*/ 6303 w 10000"/>
                <a:gd name="connsiteY217" fmla="*/ 6102 h 10000"/>
                <a:gd name="connsiteX218" fmla="*/ 6332 w 10000"/>
                <a:gd name="connsiteY218" fmla="*/ 6159 h 10000"/>
                <a:gd name="connsiteX219" fmla="*/ 6361 w 10000"/>
                <a:gd name="connsiteY219" fmla="*/ 6191 h 10000"/>
                <a:gd name="connsiteX220" fmla="*/ 6390 w 10000"/>
                <a:gd name="connsiteY220" fmla="*/ 6191 h 10000"/>
                <a:gd name="connsiteX221" fmla="*/ 6419 w 10000"/>
                <a:gd name="connsiteY221" fmla="*/ 6159 h 10000"/>
                <a:gd name="connsiteX222" fmla="*/ 6447 w 10000"/>
                <a:gd name="connsiteY222" fmla="*/ 6191 h 10000"/>
                <a:gd name="connsiteX223" fmla="*/ 6476 w 10000"/>
                <a:gd name="connsiteY223" fmla="*/ 6274 h 10000"/>
                <a:gd name="connsiteX224" fmla="*/ 6505 w 10000"/>
                <a:gd name="connsiteY224" fmla="*/ 6299 h 10000"/>
                <a:gd name="connsiteX225" fmla="*/ 6534 w 10000"/>
                <a:gd name="connsiteY225" fmla="*/ 6274 h 10000"/>
                <a:gd name="connsiteX226" fmla="*/ 6562 w 10000"/>
                <a:gd name="connsiteY226" fmla="*/ 6248 h 10000"/>
                <a:gd name="connsiteX227" fmla="*/ 6591 w 10000"/>
                <a:gd name="connsiteY227" fmla="*/ 6299 h 10000"/>
                <a:gd name="connsiteX228" fmla="*/ 6620 w 10000"/>
                <a:gd name="connsiteY228" fmla="*/ 6274 h 10000"/>
                <a:gd name="connsiteX229" fmla="*/ 6649 w 10000"/>
                <a:gd name="connsiteY229" fmla="*/ 6274 h 10000"/>
                <a:gd name="connsiteX230" fmla="*/ 6674 w 10000"/>
                <a:gd name="connsiteY230" fmla="*/ 6248 h 10000"/>
                <a:gd name="connsiteX231" fmla="*/ 6703 w 10000"/>
                <a:gd name="connsiteY231" fmla="*/ 6248 h 10000"/>
                <a:gd name="connsiteX232" fmla="*/ 6731 w 10000"/>
                <a:gd name="connsiteY232" fmla="*/ 6331 h 10000"/>
                <a:gd name="connsiteX233" fmla="*/ 6760 w 10000"/>
                <a:gd name="connsiteY233" fmla="*/ 6357 h 10000"/>
                <a:gd name="connsiteX234" fmla="*/ 6789 w 10000"/>
                <a:gd name="connsiteY234" fmla="*/ 6274 h 10000"/>
                <a:gd name="connsiteX235" fmla="*/ 6818 w 10000"/>
                <a:gd name="connsiteY235" fmla="*/ 6414 h 10000"/>
                <a:gd name="connsiteX236" fmla="*/ 6846 w 10000"/>
                <a:gd name="connsiteY236" fmla="*/ 6414 h 10000"/>
                <a:gd name="connsiteX237" fmla="*/ 6875 w 10000"/>
                <a:gd name="connsiteY237" fmla="*/ 6274 h 10000"/>
                <a:gd name="connsiteX238" fmla="*/ 6908 w 10000"/>
                <a:gd name="connsiteY238" fmla="*/ 6191 h 10000"/>
                <a:gd name="connsiteX239" fmla="*/ 6936 w 10000"/>
                <a:gd name="connsiteY239" fmla="*/ 6191 h 10000"/>
                <a:gd name="connsiteX240" fmla="*/ 6962 w 10000"/>
                <a:gd name="connsiteY240" fmla="*/ 6248 h 10000"/>
                <a:gd name="connsiteX241" fmla="*/ 6990 w 10000"/>
                <a:gd name="connsiteY241" fmla="*/ 6248 h 10000"/>
                <a:gd name="connsiteX242" fmla="*/ 7019 w 10000"/>
                <a:gd name="connsiteY242" fmla="*/ 6217 h 10000"/>
                <a:gd name="connsiteX243" fmla="*/ 7048 w 10000"/>
                <a:gd name="connsiteY243" fmla="*/ 6127 h 10000"/>
                <a:gd name="connsiteX244" fmla="*/ 7077 w 10000"/>
                <a:gd name="connsiteY244" fmla="*/ 6127 h 10000"/>
                <a:gd name="connsiteX245" fmla="*/ 7105 w 10000"/>
                <a:gd name="connsiteY245" fmla="*/ 6102 h 10000"/>
                <a:gd name="connsiteX246" fmla="*/ 7134 w 10000"/>
                <a:gd name="connsiteY246" fmla="*/ 6045 h 10000"/>
                <a:gd name="connsiteX247" fmla="*/ 7163 w 10000"/>
                <a:gd name="connsiteY247" fmla="*/ 6045 h 10000"/>
                <a:gd name="connsiteX248" fmla="*/ 7192 w 10000"/>
                <a:gd name="connsiteY248" fmla="*/ 6127 h 10000"/>
                <a:gd name="connsiteX249" fmla="*/ 7220 w 10000"/>
                <a:gd name="connsiteY249" fmla="*/ 6102 h 10000"/>
                <a:gd name="connsiteX250" fmla="*/ 7249 w 10000"/>
                <a:gd name="connsiteY250" fmla="*/ 6076 h 10000"/>
                <a:gd name="connsiteX251" fmla="*/ 7278 w 10000"/>
                <a:gd name="connsiteY251" fmla="*/ 6045 h 10000"/>
                <a:gd name="connsiteX252" fmla="*/ 7307 w 10000"/>
                <a:gd name="connsiteY252" fmla="*/ 6127 h 10000"/>
                <a:gd name="connsiteX253" fmla="*/ 7335 w 10000"/>
                <a:gd name="connsiteY253" fmla="*/ 6248 h 10000"/>
                <a:gd name="connsiteX254" fmla="*/ 7364 w 10000"/>
                <a:gd name="connsiteY254" fmla="*/ 6248 h 10000"/>
                <a:gd name="connsiteX255" fmla="*/ 7393 w 10000"/>
                <a:gd name="connsiteY255" fmla="*/ 6274 h 10000"/>
                <a:gd name="connsiteX256" fmla="*/ 7422 w 10000"/>
                <a:gd name="connsiteY256" fmla="*/ 6357 h 10000"/>
                <a:gd name="connsiteX257" fmla="*/ 7451 w 10000"/>
                <a:gd name="connsiteY257" fmla="*/ 6389 h 10000"/>
                <a:gd name="connsiteX258" fmla="*/ 7479 w 10000"/>
                <a:gd name="connsiteY258" fmla="*/ 6274 h 10000"/>
                <a:gd name="connsiteX259" fmla="*/ 7508 w 10000"/>
                <a:gd name="connsiteY259" fmla="*/ 6299 h 10000"/>
                <a:gd name="connsiteX260" fmla="*/ 7537 w 10000"/>
                <a:gd name="connsiteY260" fmla="*/ 6299 h 10000"/>
                <a:gd name="connsiteX261" fmla="*/ 7566 w 10000"/>
                <a:gd name="connsiteY261" fmla="*/ 6389 h 10000"/>
                <a:gd name="connsiteX262" fmla="*/ 7594 w 10000"/>
                <a:gd name="connsiteY262" fmla="*/ 6357 h 10000"/>
                <a:gd name="connsiteX263" fmla="*/ 7623 w 10000"/>
                <a:gd name="connsiteY263" fmla="*/ 6331 h 10000"/>
                <a:gd name="connsiteX264" fmla="*/ 7652 w 10000"/>
                <a:gd name="connsiteY264" fmla="*/ 6357 h 10000"/>
                <a:gd name="connsiteX265" fmla="*/ 7681 w 10000"/>
                <a:gd name="connsiteY265" fmla="*/ 6439 h 10000"/>
                <a:gd name="connsiteX266" fmla="*/ 7709 w 10000"/>
                <a:gd name="connsiteY266" fmla="*/ 6389 h 10000"/>
                <a:gd name="connsiteX267" fmla="*/ 7738 w 10000"/>
                <a:gd name="connsiteY267" fmla="*/ 6414 h 10000"/>
                <a:gd name="connsiteX268" fmla="*/ 7767 w 10000"/>
                <a:gd name="connsiteY268" fmla="*/ 6299 h 10000"/>
                <a:gd name="connsiteX269" fmla="*/ 7792 w 10000"/>
                <a:gd name="connsiteY269" fmla="*/ 6331 h 10000"/>
                <a:gd name="connsiteX270" fmla="*/ 7821 w 10000"/>
                <a:gd name="connsiteY270" fmla="*/ 6389 h 10000"/>
                <a:gd name="connsiteX271" fmla="*/ 7850 w 10000"/>
                <a:gd name="connsiteY271" fmla="*/ 6331 h 10000"/>
                <a:gd name="connsiteX272" fmla="*/ 7878 w 10000"/>
                <a:gd name="connsiteY272" fmla="*/ 6299 h 10000"/>
                <a:gd name="connsiteX273" fmla="*/ 7907 w 10000"/>
                <a:gd name="connsiteY273" fmla="*/ 6414 h 10000"/>
                <a:gd name="connsiteX274" fmla="*/ 7936 w 10000"/>
                <a:gd name="connsiteY274" fmla="*/ 6389 h 10000"/>
                <a:gd name="connsiteX275" fmla="*/ 7965 w 10000"/>
                <a:gd name="connsiteY275" fmla="*/ 6331 h 10000"/>
                <a:gd name="connsiteX276" fmla="*/ 7994 w 10000"/>
                <a:gd name="connsiteY276" fmla="*/ 6331 h 10000"/>
                <a:gd name="connsiteX277" fmla="*/ 8022 w 10000"/>
                <a:gd name="connsiteY277" fmla="*/ 6389 h 10000"/>
                <a:gd name="connsiteX278" fmla="*/ 8051 w 10000"/>
                <a:gd name="connsiteY278" fmla="*/ 6357 h 10000"/>
                <a:gd name="connsiteX279" fmla="*/ 8080 w 10000"/>
                <a:gd name="connsiteY279" fmla="*/ 6357 h 10000"/>
                <a:gd name="connsiteX280" fmla="*/ 8109 w 10000"/>
                <a:gd name="connsiteY280" fmla="*/ 6299 h 10000"/>
                <a:gd name="connsiteX281" fmla="*/ 8137 w 10000"/>
                <a:gd name="connsiteY281" fmla="*/ 6389 h 10000"/>
                <a:gd name="connsiteX282" fmla="*/ 8166 w 10000"/>
                <a:gd name="connsiteY282" fmla="*/ 6414 h 10000"/>
                <a:gd name="connsiteX283" fmla="*/ 8195 w 10000"/>
                <a:gd name="connsiteY283" fmla="*/ 6331 h 10000"/>
                <a:gd name="connsiteX284" fmla="*/ 8224 w 10000"/>
                <a:gd name="connsiteY284" fmla="*/ 6274 h 10000"/>
                <a:gd name="connsiteX285" fmla="*/ 8252 w 10000"/>
                <a:gd name="connsiteY285" fmla="*/ 6389 h 10000"/>
                <a:gd name="connsiteX286" fmla="*/ 8281 w 10000"/>
                <a:gd name="connsiteY286" fmla="*/ 6497 h 10000"/>
                <a:gd name="connsiteX287" fmla="*/ 8310 w 10000"/>
                <a:gd name="connsiteY287" fmla="*/ 6471 h 10000"/>
                <a:gd name="connsiteX288" fmla="*/ 8339 w 10000"/>
                <a:gd name="connsiteY288" fmla="*/ 6357 h 10000"/>
                <a:gd name="connsiteX289" fmla="*/ 8367 w 10000"/>
                <a:gd name="connsiteY289" fmla="*/ 6389 h 10000"/>
                <a:gd name="connsiteX290" fmla="*/ 8396 w 10000"/>
                <a:gd name="connsiteY290" fmla="*/ 6439 h 10000"/>
                <a:gd name="connsiteX291" fmla="*/ 8425 w 10000"/>
                <a:gd name="connsiteY291" fmla="*/ 6414 h 10000"/>
                <a:gd name="connsiteX292" fmla="*/ 8454 w 10000"/>
                <a:gd name="connsiteY292" fmla="*/ 6357 h 10000"/>
                <a:gd name="connsiteX293" fmla="*/ 8483 w 10000"/>
                <a:gd name="connsiteY293" fmla="*/ 6357 h 10000"/>
                <a:gd name="connsiteX294" fmla="*/ 8511 w 10000"/>
                <a:gd name="connsiteY294" fmla="*/ 6414 h 10000"/>
                <a:gd name="connsiteX295" fmla="*/ 8540 w 10000"/>
                <a:gd name="connsiteY295" fmla="*/ 6414 h 10000"/>
                <a:gd name="connsiteX296" fmla="*/ 8569 w 10000"/>
                <a:gd name="connsiteY296" fmla="*/ 6331 h 10000"/>
                <a:gd name="connsiteX297" fmla="*/ 8598 w 10000"/>
                <a:gd name="connsiteY297" fmla="*/ 6414 h 10000"/>
                <a:gd name="connsiteX298" fmla="*/ 8623 w 10000"/>
                <a:gd name="connsiteY298" fmla="*/ 6414 h 10000"/>
                <a:gd name="connsiteX299" fmla="*/ 8652 w 10000"/>
                <a:gd name="connsiteY299" fmla="*/ 6471 h 10000"/>
                <a:gd name="connsiteX300" fmla="*/ 8680 w 10000"/>
                <a:gd name="connsiteY300" fmla="*/ 6389 h 10000"/>
                <a:gd name="connsiteX301" fmla="*/ 8709 w 10000"/>
                <a:gd name="connsiteY301" fmla="*/ 6357 h 10000"/>
                <a:gd name="connsiteX302" fmla="*/ 8738 w 10000"/>
                <a:gd name="connsiteY302" fmla="*/ 6414 h 10000"/>
                <a:gd name="connsiteX303" fmla="*/ 8767 w 10000"/>
                <a:gd name="connsiteY303" fmla="*/ 6471 h 10000"/>
                <a:gd name="connsiteX304" fmla="*/ 8795 w 10000"/>
                <a:gd name="connsiteY304" fmla="*/ 6414 h 10000"/>
                <a:gd name="connsiteX305" fmla="*/ 8824 w 10000"/>
                <a:gd name="connsiteY305" fmla="*/ 6357 h 10000"/>
                <a:gd name="connsiteX306" fmla="*/ 8853 w 10000"/>
                <a:gd name="connsiteY306" fmla="*/ 6414 h 10000"/>
                <a:gd name="connsiteX307" fmla="*/ 8882 w 10000"/>
                <a:gd name="connsiteY307" fmla="*/ 6497 h 10000"/>
                <a:gd name="connsiteX308" fmla="*/ 8910 w 10000"/>
                <a:gd name="connsiteY308" fmla="*/ 6414 h 10000"/>
                <a:gd name="connsiteX309" fmla="*/ 8939 w 10000"/>
                <a:gd name="connsiteY309" fmla="*/ 6357 h 10000"/>
                <a:gd name="connsiteX310" fmla="*/ 8968 w 10000"/>
                <a:gd name="connsiteY310" fmla="*/ 6389 h 10000"/>
                <a:gd name="connsiteX311" fmla="*/ 8997 w 10000"/>
                <a:gd name="connsiteY311" fmla="*/ 6414 h 10000"/>
                <a:gd name="connsiteX312" fmla="*/ 9026 w 10000"/>
                <a:gd name="connsiteY312" fmla="*/ 6357 h 10000"/>
                <a:gd name="connsiteX313" fmla="*/ 9054 w 10000"/>
                <a:gd name="connsiteY313" fmla="*/ 6331 h 10000"/>
                <a:gd name="connsiteX314" fmla="*/ 9083 w 10000"/>
                <a:gd name="connsiteY314" fmla="*/ 6299 h 10000"/>
                <a:gd name="connsiteX315" fmla="*/ 9112 w 10000"/>
                <a:gd name="connsiteY315" fmla="*/ 6357 h 10000"/>
                <a:gd name="connsiteX316" fmla="*/ 9141 w 10000"/>
                <a:gd name="connsiteY316" fmla="*/ 6357 h 10000"/>
                <a:gd name="connsiteX317" fmla="*/ 9169 w 10000"/>
                <a:gd name="connsiteY317" fmla="*/ 6357 h 10000"/>
                <a:gd name="connsiteX318" fmla="*/ 9198 w 10000"/>
                <a:gd name="connsiteY318" fmla="*/ 6299 h 10000"/>
                <a:gd name="connsiteX319" fmla="*/ 9227 w 10000"/>
                <a:gd name="connsiteY319" fmla="*/ 6331 h 10000"/>
                <a:gd name="connsiteX320" fmla="*/ 9256 w 10000"/>
                <a:gd name="connsiteY320" fmla="*/ 6331 h 10000"/>
                <a:gd name="connsiteX321" fmla="*/ 9284 w 10000"/>
                <a:gd name="connsiteY321" fmla="*/ 6248 h 10000"/>
                <a:gd name="connsiteX322" fmla="*/ 9313 w 10000"/>
                <a:gd name="connsiteY322" fmla="*/ 6217 h 10000"/>
                <a:gd name="connsiteX323" fmla="*/ 9342 w 10000"/>
                <a:gd name="connsiteY323" fmla="*/ 6248 h 10000"/>
                <a:gd name="connsiteX324" fmla="*/ 9371 w 10000"/>
                <a:gd name="connsiteY324" fmla="*/ 6299 h 10000"/>
                <a:gd name="connsiteX325" fmla="*/ 9399 w 10000"/>
                <a:gd name="connsiteY325" fmla="*/ 6217 h 10000"/>
                <a:gd name="connsiteX326" fmla="*/ 9428 w 10000"/>
                <a:gd name="connsiteY326" fmla="*/ 6159 h 10000"/>
                <a:gd name="connsiteX327" fmla="*/ 9453 w 10000"/>
                <a:gd name="connsiteY327" fmla="*/ 6191 h 10000"/>
                <a:gd name="connsiteX328" fmla="*/ 9482 w 10000"/>
                <a:gd name="connsiteY328" fmla="*/ 6217 h 10000"/>
                <a:gd name="connsiteX329" fmla="*/ 9511 w 10000"/>
                <a:gd name="connsiteY329" fmla="*/ 6191 h 10000"/>
                <a:gd name="connsiteX330" fmla="*/ 9540 w 10000"/>
                <a:gd name="connsiteY330" fmla="*/ 6102 h 10000"/>
                <a:gd name="connsiteX331" fmla="*/ 9569 w 10000"/>
                <a:gd name="connsiteY331" fmla="*/ 6159 h 10000"/>
                <a:gd name="connsiteX332" fmla="*/ 9597 w 10000"/>
                <a:gd name="connsiteY332" fmla="*/ 6191 h 10000"/>
                <a:gd name="connsiteX333" fmla="*/ 9626 w 10000"/>
                <a:gd name="connsiteY333" fmla="*/ 6102 h 10000"/>
                <a:gd name="connsiteX334" fmla="*/ 9655 w 10000"/>
                <a:gd name="connsiteY334" fmla="*/ 6019 h 10000"/>
                <a:gd name="connsiteX335" fmla="*/ 9684 w 10000"/>
                <a:gd name="connsiteY335" fmla="*/ 5962 h 10000"/>
                <a:gd name="connsiteX336" fmla="*/ 9712 w 10000"/>
                <a:gd name="connsiteY336" fmla="*/ 5879 h 10000"/>
                <a:gd name="connsiteX337" fmla="*/ 9741 w 10000"/>
                <a:gd name="connsiteY337" fmla="*/ 5567 h 10000"/>
                <a:gd name="connsiteX338" fmla="*/ 9770 w 10000"/>
                <a:gd name="connsiteY338" fmla="*/ 5000 h 10000"/>
                <a:gd name="connsiteX339" fmla="*/ 9799 w 10000"/>
                <a:gd name="connsiteY339" fmla="*/ 3420 h 10000"/>
                <a:gd name="connsiteX340" fmla="*/ 9827 w 10000"/>
                <a:gd name="connsiteY340" fmla="*/ 567 h 10000"/>
                <a:gd name="connsiteX341" fmla="*/ 9856 w 10000"/>
                <a:gd name="connsiteY341" fmla="*/ 0 h 10000"/>
                <a:gd name="connsiteX342" fmla="*/ 9885 w 10000"/>
                <a:gd name="connsiteY342" fmla="*/ 427 h 10000"/>
                <a:gd name="connsiteX343" fmla="*/ 9914 w 10000"/>
                <a:gd name="connsiteY343" fmla="*/ 3618 h 10000"/>
                <a:gd name="connsiteX344" fmla="*/ 9942 w 10000"/>
                <a:gd name="connsiteY344" fmla="*/ 3650 h 10000"/>
                <a:gd name="connsiteX345" fmla="*/ 9971 w 10000"/>
                <a:gd name="connsiteY345" fmla="*/ 3510 h 10000"/>
                <a:gd name="connsiteX346" fmla="*/ 10000 w 10000"/>
                <a:gd name="connsiteY346" fmla="*/ 3363 h 10000"/>
                <a:gd name="connsiteX0" fmla="*/ 0 w 10000"/>
                <a:gd name="connsiteY0" fmla="*/ 3395 h 10000"/>
                <a:gd name="connsiteX1" fmla="*/ 29 w 10000"/>
                <a:gd name="connsiteY1" fmla="*/ 3280 h 10000"/>
                <a:gd name="connsiteX2" fmla="*/ 58 w 10000"/>
                <a:gd name="connsiteY2" fmla="*/ 3280 h 10000"/>
                <a:gd name="connsiteX3" fmla="*/ 173 w 10000"/>
                <a:gd name="connsiteY3" fmla="*/ 3592 h 10000"/>
                <a:gd name="connsiteX4" fmla="*/ 201 w 10000"/>
                <a:gd name="connsiteY4" fmla="*/ 3561 h 10000"/>
                <a:gd name="connsiteX5" fmla="*/ 259 w 10000"/>
                <a:gd name="connsiteY5" fmla="*/ 3618 h 10000"/>
                <a:gd name="connsiteX6" fmla="*/ 284 w 10000"/>
                <a:gd name="connsiteY6" fmla="*/ 3955 h 10000"/>
                <a:gd name="connsiteX7" fmla="*/ 313 w 10000"/>
                <a:gd name="connsiteY7" fmla="*/ 4548 h 10000"/>
                <a:gd name="connsiteX8" fmla="*/ 342 w 10000"/>
                <a:gd name="connsiteY8" fmla="*/ 5057 h 10000"/>
                <a:gd name="connsiteX9" fmla="*/ 370 w 10000"/>
                <a:gd name="connsiteY9" fmla="*/ 5510 h 10000"/>
                <a:gd name="connsiteX10" fmla="*/ 403 w 10000"/>
                <a:gd name="connsiteY10" fmla="*/ 6274 h 10000"/>
                <a:gd name="connsiteX11" fmla="*/ 431 w 10000"/>
                <a:gd name="connsiteY11" fmla="*/ 7006 h 10000"/>
                <a:gd name="connsiteX12" fmla="*/ 460 w 10000"/>
                <a:gd name="connsiteY12" fmla="*/ 7178 h 10000"/>
                <a:gd name="connsiteX13" fmla="*/ 489 w 10000"/>
                <a:gd name="connsiteY13" fmla="*/ 6892 h 10000"/>
                <a:gd name="connsiteX14" fmla="*/ 518 w 10000"/>
                <a:gd name="connsiteY14" fmla="*/ 6726 h 10000"/>
                <a:gd name="connsiteX15" fmla="*/ 547 w 10000"/>
                <a:gd name="connsiteY15" fmla="*/ 6783 h 10000"/>
                <a:gd name="connsiteX16" fmla="*/ 572 w 10000"/>
                <a:gd name="connsiteY16" fmla="*/ 6809 h 10000"/>
                <a:gd name="connsiteX17" fmla="*/ 601 w 10000"/>
                <a:gd name="connsiteY17" fmla="*/ 7038 h 10000"/>
                <a:gd name="connsiteX18" fmla="*/ 629 w 10000"/>
                <a:gd name="connsiteY18" fmla="*/ 7178 h 10000"/>
                <a:gd name="connsiteX19" fmla="*/ 658 w 10000"/>
                <a:gd name="connsiteY19" fmla="*/ 7121 h 10000"/>
                <a:gd name="connsiteX20" fmla="*/ 687 w 10000"/>
                <a:gd name="connsiteY20" fmla="*/ 6949 h 10000"/>
                <a:gd name="connsiteX21" fmla="*/ 716 w 10000"/>
                <a:gd name="connsiteY21" fmla="*/ 6866 h 10000"/>
                <a:gd name="connsiteX22" fmla="*/ 744 w 10000"/>
                <a:gd name="connsiteY22" fmla="*/ 6694 h 10000"/>
                <a:gd name="connsiteX23" fmla="*/ 773 w 10000"/>
                <a:gd name="connsiteY23" fmla="*/ 6611 h 10000"/>
                <a:gd name="connsiteX24" fmla="*/ 802 w 10000"/>
                <a:gd name="connsiteY24" fmla="*/ 6529 h 10000"/>
                <a:gd name="connsiteX25" fmla="*/ 831 w 10000"/>
                <a:gd name="connsiteY25" fmla="*/ 6497 h 10000"/>
                <a:gd name="connsiteX26" fmla="*/ 859 w 10000"/>
                <a:gd name="connsiteY26" fmla="*/ 6554 h 10000"/>
                <a:gd name="connsiteX27" fmla="*/ 888 w 10000"/>
                <a:gd name="connsiteY27" fmla="*/ 6752 h 10000"/>
                <a:gd name="connsiteX28" fmla="*/ 917 w 10000"/>
                <a:gd name="connsiteY28" fmla="*/ 6783 h 10000"/>
                <a:gd name="connsiteX29" fmla="*/ 946 w 10000"/>
                <a:gd name="connsiteY29" fmla="*/ 6834 h 10000"/>
                <a:gd name="connsiteX30" fmla="*/ 974 w 10000"/>
                <a:gd name="connsiteY30" fmla="*/ 6694 h 10000"/>
                <a:gd name="connsiteX31" fmla="*/ 1003 w 10000"/>
                <a:gd name="connsiteY31" fmla="*/ 6643 h 10000"/>
                <a:gd name="connsiteX32" fmla="*/ 1032 w 10000"/>
                <a:gd name="connsiteY32" fmla="*/ 6586 h 10000"/>
                <a:gd name="connsiteX33" fmla="*/ 1061 w 10000"/>
                <a:gd name="connsiteY33" fmla="*/ 6643 h 10000"/>
                <a:gd name="connsiteX34" fmla="*/ 1090 w 10000"/>
                <a:gd name="connsiteY34" fmla="*/ 6892 h 10000"/>
                <a:gd name="connsiteX35" fmla="*/ 1118 w 10000"/>
                <a:gd name="connsiteY35" fmla="*/ 6981 h 10000"/>
                <a:gd name="connsiteX36" fmla="*/ 1147 w 10000"/>
                <a:gd name="connsiteY36" fmla="*/ 6892 h 10000"/>
                <a:gd name="connsiteX37" fmla="*/ 1176 w 10000"/>
                <a:gd name="connsiteY37" fmla="*/ 6752 h 10000"/>
                <a:gd name="connsiteX38" fmla="*/ 1205 w 10000"/>
                <a:gd name="connsiteY38" fmla="*/ 6669 h 10000"/>
                <a:gd name="connsiteX39" fmla="*/ 1233 w 10000"/>
                <a:gd name="connsiteY39" fmla="*/ 6726 h 10000"/>
                <a:gd name="connsiteX40" fmla="*/ 1262 w 10000"/>
                <a:gd name="connsiteY40" fmla="*/ 6694 h 10000"/>
                <a:gd name="connsiteX41" fmla="*/ 1291 w 10000"/>
                <a:gd name="connsiteY41" fmla="*/ 6669 h 10000"/>
                <a:gd name="connsiteX42" fmla="*/ 1320 w 10000"/>
                <a:gd name="connsiteY42" fmla="*/ 6643 h 10000"/>
                <a:gd name="connsiteX43" fmla="*/ 1348 w 10000"/>
                <a:gd name="connsiteY43" fmla="*/ 6866 h 10000"/>
                <a:gd name="connsiteX44" fmla="*/ 1377 w 10000"/>
                <a:gd name="connsiteY44" fmla="*/ 6924 h 10000"/>
                <a:gd name="connsiteX45" fmla="*/ 1402 w 10000"/>
                <a:gd name="connsiteY45" fmla="*/ 6834 h 10000"/>
                <a:gd name="connsiteX46" fmla="*/ 1431 w 10000"/>
                <a:gd name="connsiteY46" fmla="*/ 6924 h 10000"/>
                <a:gd name="connsiteX47" fmla="*/ 1460 w 10000"/>
                <a:gd name="connsiteY47" fmla="*/ 6949 h 10000"/>
                <a:gd name="connsiteX48" fmla="*/ 1489 w 10000"/>
                <a:gd name="connsiteY48" fmla="*/ 7064 h 10000"/>
                <a:gd name="connsiteX49" fmla="*/ 1517 w 10000"/>
                <a:gd name="connsiteY49" fmla="*/ 7006 h 10000"/>
                <a:gd name="connsiteX50" fmla="*/ 1546 w 10000"/>
                <a:gd name="connsiteY50" fmla="*/ 7038 h 10000"/>
                <a:gd name="connsiteX51" fmla="*/ 1575 w 10000"/>
                <a:gd name="connsiteY51" fmla="*/ 7121 h 10000"/>
                <a:gd name="connsiteX52" fmla="*/ 1604 w 10000"/>
                <a:gd name="connsiteY52" fmla="*/ 7089 h 10000"/>
                <a:gd name="connsiteX53" fmla="*/ 1633 w 10000"/>
                <a:gd name="connsiteY53" fmla="*/ 6834 h 10000"/>
                <a:gd name="connsiteX54" fmla="*/ 1661 w 10000"/>
                <a:gd name="connsiteY54" fmla="*/ 6726 h 10000"/>
                <a:gd name="connsiteX55" fmla="*/ 1690 w 10000"/>
                <a:gd name="connsiteY55" fmla="*/ 6752 h 10000"/>
                <a:gd name="connsiteX56" fmla="*/ 1719 w 10000"/>
                <a:gd name="connsiteY56" fmla="*/ 6783 h 10000"/>
                <a:gd name="connsiteX57" fmla="*/ 1748 w 10000"/>
                <a:gd name="connsiteY57" fmla="*/ 6834 h 10000"/>
                <a:gd name="connsiteX58" fmla="*/ 1776 w 10000"/>
                <a:gd name="connsiteY58" fmla="*/ 6694 h 10000"/>
                <a:gd name="connsiteX59" fmla="*/ 1805 w 10000"/>
                <a:gd name="connsiteY59" fmla="*/ 6643 h 10000"/>
                <a:gd name="connsiteX60" fmla="*/ 1834 w 10000"/>
                <a:gd name="connsiteY60" fmla="*/ 6669 h 10000"/>
                <a:gd name="connsiteX61" fmla="*/ 1863 w 10000"/>
                <a:gd name="connsiteY61" fmla="*/ 6694 h 10000"/>
                <a:gd name="connsiteX62" fmla="*/ 1891 w 10000"/>
                <a:gd name="connsiteY62" fmla="*/ 6586 h 10000"/>
                <a:gd name="connsiteX63" fmla="*/ 1920 w 10000"/>
                <a:gd name="connsiteY63" fmla="*/ 6497 h 10000"/>
                <a:gd name="connsiteX64" fmla="*/ 1949 w 10000"/>
                <a:gd name="connsiteY64" fmla="*/ 6357 h 10000"/>
                <a:gd name="connsiteX65" fmla="*/ 1978 w 10000"/>
                <a:gd name="connsiteY65" fmla="*/ 6248 h 10000"/>
                <a:gd name="connsiteX66" fmla="*/ 2006 w 10000"/>
                <a:gd name="connsiteY66" fmla="*/ 6191 h 10000"/>
                <a:gd name="connsiteX67" fmla="*/ 2035 w 10000"/>
                <a:gd name="connsiteY67" fmla="*/ 6102 h 10000"/>
                <a:gd name="connsiteX68" fmla="*/ 2064 w 10000"/>
                <a:gd name="connsiteY68" fmla="*/ 6045 h 10000"/>
                <a:gd name="connsiteX69" fmla="*/ 2093 w 10000"/>
                <a:gd name="connsiteY69" fmla="*/ 5847 h 10000"/>
                <a:gd name="connsiteX70" fmla="*/ 2122 w 10000"/>
                <a:gd name="connsiteY70" fmla="*/ 5624 h 10000"/>
                <a:gd name="connsiteX71" fmla="*/ 2150 w 10000"/>
                <a:gd name="connsiteY71" fmla="*/ 5541 h 10000"/>
                <a:gd name="connsiteX72" fmla="*/ 2179 w 10000"/>
                <a:gd name="connsiteY72" fmla="*/ 5567 h 10000"/>
                <a:gd name="connsiteX73" fmla="*/ 2208 w 10000"/>
                <a:gd name="connsiteY73" fmla="*/ 5395 h 10000"/>
                <a:gd name="connsiteX74" fmla="*/ 2233 w 10000"/>
                <a:gd name="connsiteY74" fmla="*/ 5229 h 10000"/>
                <a:gd name="connsiteX75" fmla="*/ 2262 w 10000"/>
                <a:gd name="connsiteY75" fmla="*/ 5197 h 10000"/>
                <a:gd name="connsiteX76" fmla="*/ 2291 w 10000"/>
                <a:gd name="connsiteY76" fmla="*/ 5255 h 10000"/>
                <a:gd name="connsiteX77" fmla="*/ 2319 w 10000"/>
                <a:gd name="connsiteY77" fmla="*/ 5255 h 10000"/>
                <a:gd name="connsiteX78" fmla="*/ 2348 w 10000"/>
                <a:gd name="connsiteY78" fmla="*/ 5197 h 10000"/>
                <a:gd name="connsiteX79" fmla="*/ 2377 w 10000"/>
                <a:gd name="connsiteY79" fmla="*/ 5146 h 10000"/>
                <a:gd name="connsiteX80" fmla="*/ 2406 w 10000"/>
                <a:gd name="connsiteY80" fmla="*/ 5172 h 10000"/>
                <a:gd name="connsiteX81" fmla="*/ 2434 w 10000"/>
                <a:gd name="connsiteY81" fmla="*/ 5197 h 10000"/>
                <a:gd name="connsiteX82" fmla="*/ 2463 w 10000"/>
                <a:gd name="connsiteY82" fmla="*/ 5197 h 10000"/>
                <a:gd name="connsiteX83" fmla="*/ 2492 w 10000"/>
                <a:gd name="connsiteY83" fmla="*/ 5197 h 10000"/>
                <a:gd name="connsiteX84" fmla="*/ 2521 w 10000"/>
                <a:gd name="connsiteY84" fmla="*/ 5312 h 10000"/>
                <a:gd name="connsiteX85" fmla="*/ 2549 w 10000"/>
                <a:gd name="connsiteY85" fmla="*/ 5395 h 10000"/>
                <a:gd name="connsiteX86" fmla="*/ 2578 w 10000"/>
                <a:gd name="connsiteY86" fmla="*/ 5312 h 10000"/>
                <a:gd name="connsiteX87" fmla="*/ 2607 w 10000"/>
                <a:gd name="connsiteY87" fmla="*/ 5338 h 10000"/>
                <a:gd name="connsiteX88" fmla="*/ 2636 w 10000"/>
                <a:gd name="connsiteY88" fmla="*/ 5484 h 10000"/>
                <a:gd name="connsiteX89" fmla="*/ 2665 w 10000"/>
                <a:gd name="connsiteY89" fmla="*/ 5624 h 10000"/>
                <a:gd name="connsiteX90" fmla="*/ 2693 w 10000"/>
                <a:gd name="connsiteY90" fmla="*/ 5541 h 10000"/>
                <a:gd name="connsiteX91" fmla="*/ 2722 w 10000"/>
                <a:gd name="connsiteY91" fmla="*/ 5510 h 10000"/>
                <a:gd name="connsiteX92" fmla="*/ 2751 w 10000"/>
                <a:gd name="connsiteY92" fmla="*/ 5592 h 10000"/>
                <a:gd name="connsiteX93" fmla="*/ 2780 w 10000"/>
                <a:gd name="connsiteY93" fmla="*/ 5764 h 10000"/>
                <a:gd name="connsiteX94" fmla="*/ 2808 w 10000"/>
                <a:gd name="connsiteY94" fmla="*/ 5822 h 10000"/>
                <a:gd name="connsiteX95" fmla="*/ 2837 w 10000"/>
                <a:gd name="connsiteY95" fmla="*/ 5764 h 10000"/>
                <a:gd name="connsiteX96" fmla="*/ 2866 w 10000"/>
                <a:gd name="connsiteY96" fmla="*/ 5732 h 10000"/>
                <a:gd name="connsiteX97" fmla="*/ 2895 w 10000"/>
                <a:gd name="connsiteY97" fmla="*/ 5796 h 10000"/>
                <a:gd name="connsiteX98" fmla="*/ 2923 w 10000"/>
                <a:gd name="connsiteY98" fmla="*/ 5822 h 10000"/>
                <a:gd name="connsiteX99" fmla="*/ 2952 w 10000"/>
                <a:gd name="connsiteY99" fmla="*/ 5732 h 10000"/>
                <a:gd name="connsiteX100" fmla="*/ 2981 w 10000"/>
                <a:gd name="connsiteY100" fmla="*/ 5732 h 10000"/>
                <a:gd name="connsiteX101" fmla="*/ 3010 w 10000"/>
                <a:gd name="connsiteY101" fmla="*/ 5847 h 10000"/>
                <a:gd name="connsiteX102" fmla="*/ 3038 w 10000"/>
                <a:gd name="connsiteY102" fmla="*/ 5962 h 10000"/>
                <a:gd name="connsiteX103" fmla="*/ 3064 w 10000"/>
                <a:gd name="connsiteY103" fmla="*/ 6019 h 10000"/>
                <a:gd name="connsiteX104" fmla="*/ 3092 w 10000"/>
                <a:gd name="connsiteY104" fmla="*/ 5962 h 10000"/>
                <a:gd name="connsiteX105" fmla="*/ 3121 w 10000"/>
                <a:gd name="connsiteY105" fmla="*/ 5936 h 10000"/>
                <a:gd name="connsiteX106" fmla="*/ 3150 w 10000"/>
                <a:gd name="connsiteY106" fmla="*/ 5936 h 10000"/>
                <a:gd name="connsiteX107" fmla="*/ 3179 w 10000"/>
                <a:gd name="connsiteY107" fmla="*/ 5879 h 10000"/>
                <a:gd name="connsiteX108" fmla="*/ 3207 w 10000"/>
                <a:gd name="connsiteY108" fmla="*/ 5879 h 10000"/>
                <a:gd name="connsiteX109" fmla="*/ 3236 w 10000"/>
                <a:gd name="connsiteY109" fmla="*/ 5904 h 10000"/>
                <a:gd name="connsiteX110" fmla="*/ 3265 w 10000"/>
                <a:gd name="connsiteY110" fmla="*/ 6045 h 10000"/>
                <a:gd name="connsiteX111" fmla="*/ 3294 w 10000"/>
                <a:gd name="connsiteY111" fmla="*/ 6159 h 10000"/>
                <a:gd name="connsiteX112" fmla="*/ 3323 w 10000"/>
                <a:gd name="connsiteY112" fmla="*/ 6299 h 10000"/>
                <a:gd name="connsiteX113" fmla="*/ 3351 w 10000"/>
                <a:gd name="connsiteY113" fmla="*/ 6497 h 10000"/>
                <a:gd name="connsiteX114" fmla="*/ 3380 w 10000"/>
                <a:gd name="connsiteY114" fmla="*/ 6669 h 10000"/>
                <a:gd name="connsiteX115" fmla="*/ 3409 w 10000"/>
                <a:gd name="connsiteY115" fmla="*/ 6783 h 10000"/>
                <a:gd name="connsiteX116" fmla="*/ 3438 w 10000"/>
                <a:gd name="connsiteY116" fmla="*/ 6809 h 10000"/>
                <a:gd name="connsiteX117" fmla="*/ 3466 w 10000"/>
                <a:gd name="connsiteY117" fmla="*/ 7038 h 10000"/>
                <a:gd name="connsiteX118" fmla="*/ 3495 w 10000"/>
                <a:gd name="connsiteY118" fmla="*/ 7287 h 10000"/>
                <a:gd name="connsiteX119" fmla="*/ 3524 w 10000"/>
                <a:gd name="connsiteY119" fmla="*/ 7459 h 10000"/>
                <a:gd name="connsiteX120" fmla="*/ 3553 w 10000"/>
                <a:gd name="connsiteY120" fmla="*/ 7376 h 10000"/>
                <a:gd name="connsiteX121" fmla="*/ 3581 w 10000"/>
                <a:gd name="connsiteY121" fmla="*/ 7261 h 10000"/>
                <a:gd name="connsiteX122" fmla="*/ 3610 w 10000"/>
                <a:gd name="connsiteY122" fmla="*/ 7121 h 10000"/>
                <a:gd name="connsiteX123" fmla="*/ 3639 w 10000"/>
                <a:gd name="connsiteY123" fmla="*/ 6809 h 10000"/>
                <a:gd name="connsiteX124" fmla="*/ 3668 w 10000"/>
                <a:gd name="connsiteY124" fmla="*/ 6529 h 10000"/>
                <a:gd name="connsiteX125" fmla="*/ 3697 w 10000"/>
                <a:gd name="connsiteY125" fmla="*/ 6414 h 10000"/>
                <a:gd name="connsiteX126" fmla="*/ 3725 w 10000"/>
                <a:gd name="connsiteY126" fmla="*/ 6159 h 10000"/>
                <a:gd name="connsiteX127" fmla="*/ 3754 w 10000"/>
                <a:gd name="connsiteY127" fmla="*/ 5592 h 10000"/>
                <a:gd name="connsiteX128" fmla="*/ 3783 w 10000"/>
                <a:gd name="connsiteY128" fmla="*/ 4694 h 10000"/>
                <a:gd name="connsiteX129" fmla="*/ 3812 w 10000"/>
                <a:gd name="connsiteY129" fmla="*/ 3930 h 10000"/>
                <a:gd name="connsiteX130" fmla="*/ 3840 w 10000"/>
                <a:gd name="connsiteY130" fmla="*/ 3510 h 10000"/>
                <a:gd name="connsiteX131" fmla="*/ 3869 w 10000"/>
                <a:gd name="connsiteY131" fmla="*/ 3223 h 10000"/>
                <a:gd name="connsiteX132" fmla="*/ 3894 w 10000"/>
                <a:gd name="connsiteY132" fmla="*/ 2994 h 10000"/>
                <a:gd name="connsiteX133" fmla="*/ 3923 w 10000"/>
                <a:gd name="connsiteY133" fmla="*/ 3338 h 10000"/>
                <a:gd name="connsiteX134" fmla="*/ 3955 w 10000"/>
                <a:gd name="connsiteY134" fmla="*/ 4236 h 10000"/>
                <a:gd name="connsiteX135" fmla="*/ 3984 w 10000"/>
                <a:gd name="connsiteY135" fmla="*/ 5936 h 10000"/>
                <a:gd name="connsiteX136" fmla="*/ 4013 w 10000"/>
                <a:gd name="connsiteY136" fmla="*/ 7771 h 10000"/>
                <a:gd name="connsiteX137" fmla="*/ 4042 w 10000"/>
                <a:gd name="connsiteY137" fmla="*/ 9013 h 10000"/>
                <a:gd name="connsiteX138" fmla="*/ 4070 w 10000"/>
                <a:gd name="connsiteY138" fmla="*/ 9548 h 10000"/>
                <a:gd name="connsiteX139" fmla="*/ 4099 w 10000"/>
                <a:gd name="connsiteY139" fmla="*/ 9720 h 10000"/>
                <a:gd name="connsiteX140" fmla="*/ 4128 w 10000"/>
                <a:gd name="connsiteY140" fmla="*/ 9968 h 10000"/>
                <a:gd name="connsiteX141" fmla="*/ 4157 w 10000"/>
                <a:gd name="connsiteY141" fmla="*/ 10000 h 10000"/>
                <a:gd name="connsiteX142" fmla="*/ 4182 w 10000"/>
                <a:gd name="connsiteY142" fmla="*/ 9293 h 10000"/>
                <a:gd name="connsiteX143" fmla="*/ 4211 w 10000"/>
                <a:gd name="connsiteY143" fmla="*/ 8815 h 10000"/>
                <a:gd name="connsiteX144" fmla="*/ 4239 w 10000"/>
                <a:gd name="connsiteY144" fmla="*/ 8280 h 10000"/>
                <a:gd name="connsiteX145" fmla="*/ 4268 w 10000"/>
                <a:gd name="connsiteY145" fmla="*/ 7745 h 10000"/>
                <a:gd name="connsiteX146" fmla="*/ 4297 w 10000"/>
                <a:gd name="connsiteY146" fmla="*/ 7459 h 10000"/>
                <a:gd name="connsiteX147" fmla="*/ 4326 w 10000"/>
                <a:gd name="connsiteY147" fmla="*/ 7318 h 10000"/>
                <a:gd name="connsiteX148" fmla="*/ 4355 w 10000"/>
                <a:gd name="connsiteY148" fmla="*/ 7089 h 10000"/>
                <a:gd name="connsiteX149" fmla="*/ 4383 w 10000"/>
                <a:gd name="connsiteY149" fmla="*/ 6834 h 10000"/>
                <a:gd name="connsiteX150" fmla="*/ 4412 w 10000"/>
                <a:gd name="connsiteY150" fmla="*/ 6783 h 10000"/>
                <a:gd name="connsiteX151" fmla="*/ 4441 w 10000"/>
                <a:gd name="connsiteY151" fmla="*/ 6809 h 10000"/>
                <a:gd name="connsiteX152" fmla="*/ 4470 w 10000"/>
                <a:gd name="connsiteY152" fmla="*/ 6783 h 10000"/>
                <a:gd name="connsiteX153" fmla="*/ 4498 w 10000"/>
                <a:gd name="connsiteY153" fmla="*/ 6726 h 10000"/>
                <a:gd name="connsiteX154" fmla="*/ 4527 w 10000"/>
                <a:gd name="connsiteY154" fmla="*/ 6643 h 10000"/>
                <a:gd name="connsiteX155" fmla="*/ 4556 w 10000"/>
                <a:gd name="connsiteY155" fmla="*/ 6643 h 10000"/>
                <a:gd name="connsiteX156" fmla="*/ 4585 w 10000"/>
                <a:gd name="connsiteY156" fmla="*/ 6669 h 10000"/>
                <a:gd name="connsiteX157" fmla="*/ 4613 w 10000"/>
                <a:gd name="connsiteY157" fmla="*/ 6643 h 10000"/>
                <a:gd name="connsiteX158" fmla="*/ 4642 w 10000"/>
                <a:gd name="connsiteY158" fmla="*/ 6611 h 10000"/>
                <a:gd name="connsiteX159" fmla="*/ 4671 w 10000"/>
                <a:gd name="connsiteY159" fmla="*/ 6611 h 10000"/>
                <a:gd name="connsiteX160" fmla="*/ 4700 w 10000"/>
                <a:gd name="connsiteY160" fmla="*/ 6643 h 10000"/>
                <a:gd name="connsiteX161" fmla="*/ 4729 w 10000"/>
                <a:gd name="connsiteY161" fmla="*/ 6586 h 10000"/>
                <a:gd name="connsiteX162" fmla="*/ 4757 w 10000"/>
                <a:gd name="connsiteY162" fmla="*/ 6497 h 10000"/>
                <a:gd name="connsiteX163" fmla="*/ 4786 w 10000"/>
                <a:gd name="connsiteY163" fmla="*/ 6439 h 10000"/>
                <a:gd name="connsiteX164" fmla="*/ 4815 w 10000"/>
                <a:gd name="connsiteY164" fmla="*/ 6497 h 10000"/>
                <a:gd name="connsiteX165" fmla="*/ 4844 w 10000"/>
                <a:gd name="connsiteY165" fmla="*/ 6414 h 10000"/>
                <a:gd name="connsiteX166" fmla="*/ 4872 w 10000"/>
                <a:gd name="connsiteY166" fmla="*/ 6389 h 10000"/>
                <a:gd name="connsiteX167" fmla="*/ 4901 w 10000"/>
                <a:gd name="connsiteY167" fmla="*/ 6299 h 10000"/>
                <a:gd name="connsiteX168" fmla="*/ 4930 w 10000"/>
                <a:gd name="connsiteY168" fmla="*/ 6299 h 10000"/>
                <a:gd name="connsiteX169" fmla="*/ 4959 w 10000"/>
                <a:gd name="connsiteY169" fmla="*/ 6299 h 10000"/>
                <a:gd name="connsiteX170" fmla="*/ 4987 w 10000"/>
                <a:gd name="connsiteY170" fmla="*/ 6159 h 10000"/>
                <a:gd name="connsiteX171" fmla="*/ 5013 w 10000"/>
                <a:gd name="connsiteY171" fmla="*/ 6191 h 10000"/>
                <a:gd name="connsiteX172" fmla="*/ 5041 w 10000"/>
                <a:gd name="connsiteY172" fmla="*/ 6127 h 10000"/>
                <a:gd name="connsiteX173" fmla="*/ 5070 w 10000"/>
                <a:gd name="connsiteY173" fmla="*/ 6191 h 10000"/>
                <a:gd name="connsiteX174" fmla="*/ 5099 w 10000"/>
                <a:gd name="connsiteY174" fmla="*/ 6076 h 10000"/>
                <a:gd name="connsiteX175" fmla="*/ 5128 w 10000"/>
                <a:gd name="connsiteY175" fmla="*/ 6045 h 10000"/>
                <a:gd name="connsiteX176" fmla="*/ 5156 w 10000"/>
                <a:gd name="connsiteY176" fmla="*/ 6045 h 10000"/>
                <a:gd name="connsiteX177" fmla="*/ 5185 w 10000"/>
                <a:gd name="connsiteY177" fmla="*/ 6076 h 10000"/>
                <a:gd name="connsiteX178" fmla="*/ 5214 w 10000"/>
                <a:gd name="connsiteY178" fmla="*/ 5987 h 10000"/>
                <a:gd name="connsiteX179" fmla="*/ 5243 w 10000"/>
                <a:gd name="connsiteY179" fmla="*/ 5987 h 10000"/>
                <a:gd name="connsiteX180" fmla="*/ 5271 w 10000"/>
                <a:gd name="connsiteY180" fmla="*/ 5987 h 10000"/>
                <a:gd name="connsiteX181" fmla="*/ 5300 w 10000"/>
                <a:gd name="connsiteY181" fmla="*/ 6076 h 10000"/>
                <a:gd name="connsiteX182" fmla="*/ 5329 w 10000"/>
                <a:gd name="connsiteY182" fmla="*/ 6045 h 10000"/>
                <a:gd name="connsiteX183" fmla="*/ 5358 w 10000"/>
                <a:gd name="connsiteY183" fmla="*/ 5987 h 10000"/>
                <a:gd name="connsiteX184" fmla="*/ 5387 w 10000"/>
                <a:gd name="connsiteY184" fmla="*/ 6045 h 10000"/>
                <a:gd name="connsiteX185" fmla="*/ 5415 w 10000"/>
                <a:gd name="connsiteY185" fmla="*/ 6191 h 10000"/>
                <a:gd name="connsiteX186" fmla="*/ 5444 w 10000"/>
                <a:gd name="connsiteY186" fmla="*/ 6159 h 10000"/>
                <a:gd name="connsiteX187" fmla="*/ 5473 w 10000"/>
                <a:gd name="connsiteY187" fmla="*/ 6102 h 10000"/>
                <a:gd name="connsiteX188" fmla="*/ 5502 w 10000"/>
                <a:gd name="connsiteY188" fmla="*/ 6127 h 10000"/>
                <a:gd name="connsiteX189" fmla="*/ 5530 w 10000"/>
                <a:gd name="connsiteY189" fmla="*/ 6159 h 10000"/>
                <a:gd name="connsiteX190" fmla="*/ 5559 w 10000"/>
                <a:gd name="connsiteY190" fmla="*/ 6191 h 10000"/>
                <a:gd name="connsiteX191" fmla="*/ 5588 w 10000"/>
                <a:gd name="connsiteY191" fmla="*/ 6102 h 10000"/>
                <a:gd name="connsiteX192" fmla="*/ 5617 w 10000"/>
                <a:gd name="connsiteY192" fmla="*/ 6102 h 10000"/>
                <a:gd name="connsiteX193" fmla="*/ 5645 w 10000"/>
                <a:gd name="connsiteY193" fmla="*/ 6127 h 10000"/>
                <a:gd name="connsiteX194" fmla="*/ 5674 w 10000"/>
                <a:gd name="connsiteY194" fmla="*/ 6127 h 10000"/>
                <a:gd name="connsiteX195" fmla="*/ 5703 w 10000"/>
                <a:gd name="connsiteY195" fmla="*/ 6019 h 10000"/>
                <a:gd name="connsiteX196" fmla="*/ 5732 w 10000"/>
                <a:gd name="connsiteY196" fmla="*/ 5962 h 10000"/>
                <a:gd name="connsiteX197" fmla="*/ 5761 w 10000"/>
                <a:gd name="connsiteY197" fmla="*/ 5987 h 10000"/>
                <a:gd name="connsiteX198" fmla="*/ 5789 w 10000"/>
                <a:gd name="connsiteY198" fmla="*/ 5987 h 10000"/>
                <a:gd name="connsiteX199" fmla="*/ 5818 w 10000"/>
                <a:gd name="connsiteY199" fmla="*/ 5936 h 10000"/>
                <a:gd name="connsiteX200" fmla="*/ 5843 w 10000"/>
                <a:gd name="connsiteY200" fmla="*/ 5879 h 10000"/>
                <a:gd name="connsiteX201" fmla="*/ 5872 w 10000"/>
                <a:gd name="connsiteY201" fmla="*/ 5904 h 10000"/>
                <a:gd name="connsiteX202" fmla="*/ 5901 w 10000"/>
                <a:gd name="connsiteY202" fmla="*/ 5962 h 10000"/>
                <a:gd name="connsiteX203" fmla="*/ 5930 w 10000"/>
                <a:gd name="connsiteY203" fmla="*/ 5936 h 10000"/>
                <a:gd name="connsiteX204" fmla="*/ 5958 w 10000"/>
                <a:gd name="connsiteY204" fmla="*/ 5987 h 10000"/>
                <a:gd name="connsiteX205" fmla="*/ 5987 w 10000"/>
                <a:gd name="connsiteY205" fmla="*/ 5987 h 10000"/>
                <a:gd name="connsiteX206" fmla="*/ 6016 w 10000"/>
                <a:gd name="connsiteY206" fmla="*/ 6076 h 10000"/>
                <a:gd name="connsiteX207" fmla="*/ 6045 w 10000"/>
                <a:gd name="connsiteY207" fmla="*/ 6076 h 10000"/>
                <a:gd name="connsiteX208" fmla="*/ 6073 w 10000"/>
                <a:gd name="connsiteY208" fmla="*/ 6045 h 10000"/>
                <a:gd name="connsiteX209" fmla="*/ 6102 w 10000"/>
                <a:gd name="connsiteY209" fmla="*/ 6045 h 10000"/>
                <a:gd name="connsiteX210" fmla="*/ 6131 w 10000"/>
                <a:gd name="connsiteY210" fmla="*/ 6127 h 10000"/>
                <a:gd name="connsiteX211" fmla="*/ 6160 w 10000"/>
                <a:gd name="connsiteY211" fmla="*/ 6102 h 10000"/>
                <a:gd name="connsiteX212" fmla="*/ 6188 w 10000"/>
                <a:gd name="connsiteY212" fmla="*/ 6102 h 10000"/>
                <a:gd name="connsiteX213" fmla="*/ 6217 w 10000"/>
                <a:gd name="connsiteY213" fmla="*/ 6102 h 10000"/>
                <a:gd name="connsiteX214" fmla="*/ 6246 w 10000"/>
                <a:gd name="connsiteY214" fmla="*/ 6127 h 10000"/>
                <a:gd name="connsiteX215" fmla="*/ 6275 w 10000"/>
                <a:gd name="connsiteY215" fmla="*/ 6127 h 10000"/>
                <a:gd name="connsiteX216" fmla="*/ 6303 w 10000"/>
                <a:gd name="connsiteY216" fmla="*/ 6102 h 10000"/>
                <a:gd name="connsiteX217" fmla="*/ 6332 w 10000"/>
                <a:gd name="connsiteY217" fmla="*/ 6159 h 10000"/>
                <a:gd name="connsiteX218" fmla="*/ 6361 w 10000"/>
                <a:gd name="connsiteY218" fmla="*/ 6191 h 10000"/>
                <a:gd name="connsiteX219" fmla="*/ 6390 w 10000"/>
                <a:gd name="connsiteY219" fmla="*/ 6191 h 10000"/>
                <a:gd name="connsiteX220" fmla="*/ 6419 w 10000"/>
                <a:gd name="connsiteY220" fmla="*/ 6159 h 10000"/>
                <a:gd name="connsiteX221" fmla="*/ 6447 w 10000"/>
                <a:gd name="connsiteY221" fmla="*/ 6191 h 10000"/>
                <a:gd name="connsiteX222" fmla="*/ 6476 w 10000"/>
                <a:gd name="connsiteY222" fmla="*/ 6274 h 10000"/>
                <a:gd name="connsiteX223" fmla="*/ 6505 w 10000"/>
                <a:gd name="connsiteY223" fmla="*/ 6299 h 10000"/>
                <a:gd name="connsiteX224" fmla="*/ 6534 w 10000"/>
                <a:gd name="connsiteY224" fmla="*/ 6274 h 10000"/>
                <a:gd name="connsiteX225" fmla="*/ 6562 w 10000"/>
                <a:gd name="connsiteY225" fmla="*/ 6248 h 10000"/>
                <a:gd name="connsiteX226" fmla="*/ 6591 w 10000"/>
                <a:gd name="connsiteY226" fmla="*/ 6299 h 10000"/>
                <a:gd name="connsiteX227" fmla="*/ 6620 w 10000"/>
                <a:gd name="connsiteY227" fmla="*/ 6274 h 10000"/>
                <a:gd name="connsiteX228" fmla="*/ 6649 w 10000"/>
                <a:gd name="connsiteY228" fmla="*/ 6274 h 10000"/>
                <a:gd name="connsiteX229" fmla="*/ 6674 w 10000"/>
                <a:gd name="connsiteY229" fmla="*/ 6248 h 10000"/>
                <a:gd name="connsiteX230" fmla="*/ 6703 w 10000"/>
                <a:gd name="connsiteY230" fmla="*/ 6248 h 10000"/>
                <a:gd name="connsiteX231" fmla="*/ 6731 w 10000"/>
                <a:gd name="connsiteY231" fmla="*/ 6331 h 10000"/>
                <a:gd name="connsiteX232" fmla="*/ 6760 w 10000"/>
                <a:gd name="connsiteY232" fmla="*/ 6357 h 10000"/>
                <a:gd name="connsiteX233" fmla="*/ 6789 w 10000"/>
                <a:gd name="connsiteY233" fmla="*/ 6274 h 10000"/>
                <a:gd name="connsiteX234" fmla="*/ 6818 w 10000"/>
                <a:gd name="connsiteY234" fmla="*/ 6414 h 10000"/>
                <a:gd name="connsiteX235" fmla="*/ 6846 w 10000"/>
                <a:gd name="connsiteY235" fmla="*/ 6414 h 10000"/>
                <a:gd name="connsiteX236" fmla="*/ 6875 w 10000"/>
                <a:gd name="connsiteY236" fmla="*/ 6274 h 10000"/>
                <a:gd name="connsiteX237" fmla="*/ 6908 w 10000"/>
                <a:gd name="connsiteY237" fmla="*/ 6191 h 10000"/>
                <a:gd name="connsiteX238" fmla="*/ 6936 w 10000"/>
                <a:gd name="connsiteY238" fmla="*/ 6191 h 10000"/>
                <a:gd name="connsiteX239" fmla="*/ 6962 w 10000"/>
                <a:gd name="connsiteY239" fmla="*/ 6248 h 10000"/>
                <a:gd name="connsiteX240" fmla="*/ 6990 w 10000"/>
                <a:gd name="connsiteY240" fmla="*/ 6248 h 10000"/>
                <a:gd name="connsiteX241" fmla="*/ 7019 w 10000"/>
                <a:gd name="connsiteY241" fmla="*/ 6217 h 10000"/>
                <a:gd name="connsiteX242" fmla="*/ 7048 w 10000"/>
                <a:gd name="connsiteY242" fmla="*/ 6127 h 10000"/>
                <a:gd name="connsiteX243" fmla="*/ 7077 w 10000"/>
                <a:gd name="connsiteY243" fmla="*/ 6127 h 10000"/>
                <a:gd name="connsiteX244" fmla="*/ 7105 w 10000"/>
                <a:gd name="connsiteY244" fmla="*/ 6102 h 10000"/>
                <a:gd name="connsiteX245" fmla="*/ 7134 w 10000"/>
                <a:gd name="connsiteY245" fmla="*/ 6045 h 10000"/>
                <a:gd name="connsiteX246" fmla="*/ 7163 w 10000"/>
                <a:gd name="connsiteY246" fmla="*/ 6045 h 10000"/>
                <a:gd name="connsiteX247" fmla="*/ 7192 w 10000"/>
                <a:gd name="connsiteY247" fmla="*/ 6127 h 10000"/>
                <a:gd name="connsiteX248" fmla="*/ 7220 w 10000"/>
                <a:gd name="connsiteY248" fmla="*/ 6102 h 10000"/>
                <a:gd name="connsiteX249" fmla="*/ 7249 w 10000"/>
                <a:gd name="connsiteY249" fmla="*/ 6076 h 10000"/>
                <a:gd name="connsiteX250" fmla="*/ 7278 w 10000"/>
                <a:gd name="connsiteY250" fmla="*/ 6045 h 10000"/>
                <a:gd name="connsiteX251" fmla="*/ 7307 w 10000"/>
                <a:gd name="connsiteY251" fmla="*/ 6127 h 10000"/>
                <a:gd name="connsiteX252" fmla="*/ 7335 w 10000"/>
                <a:gd name="connsiteY252" fmla="*/ 6248 h 10000"/>
                <a:gd name="connsiteX253" fmla="*/ 7364 w 10000"/>
                <a:gd name="connsiteY253" fmla="*/ 6248 h 10000"/>
                <a:gd name="connsiteX254" fmla="*/ 7393 w 10000"/>
                <a:gd name="connsiteY254" fmla="*/ 6274 h 10000"/>
                <a:gd name="connsiteX255" fmla="*/ 7422 w 10000"/>
                <a:gd name="connsiteY255" fmla="*/ 6357 h 10000"/>
                <a:gd name="connsiteX256" fmla="*/ 7451 w 10000"/>
                <a:gd name="connsiteY256" fmla="*/ 6389 h 10000"/>
                <a:gd name="connsiteX257" fmla="*/ 7479 w 10000"/>
                <a:gd name="connsiteY257" fmla="*/ 6274 h 10000"/>
                <a:gd name="connsiteX258" fmla="*/ 7508 w 10000"/>
                <a:gd name="connsiteY258" fmla="*/ 6299 h 10000"/>
                <a:gd name="connsiteX259" fmla="*/ 7537 w 10000"/>
                <a:gd name="connsiteY259" fmla="*/ 6299 h 10000"/>
                <a:gd name="connsiteX260" fmla="*/ 7566 w 10000"/>
                <a:gd name="connsiteY260" fmla="*/ 6389 h 10000"/>
                <a:gd name="connsiteX261" fmla="*/ 7594 w 10000"/>
                <a:gd name="connsiteY261" fmla="*/ 6357 h 10000"/>
                <a:gd name="connsiteX262" fmla="*/ 7623 w 10000"/>
                <a:gd name="connsiteY262" fmla="*/ 6331 h 10000"/>
                <a:gd name="connsiteX263" fmla="*/ 7652 w 10000"/>
                <a:gd name="connsiteY263" fmla="*/ 6357 h 10000"/>
                <a:gd name="connsiteX264" fmla="*/ 7681 w 10000"/>
                <a:gd name="connsiteY264" fmla="*/ 6439 h 10000"/>
                <a:gd name="connsiteX265" fmla="*/ 7709 w 10000"/>
                <a:gd name="connsiteY265" fmla="*/ 6389 h 10000"/>
                <a:gd name="connsiteX266" fmla="*/ 7738 w 10000"/>
                <a:gd name="connsiteY266" fmla="*/ 6414 h 10000"/>
                <a:gd name="connsiteX267" fmla="*/ 7767 w 10000"/>
                <a:gd name="connsiteY267" fmla="*/ 6299 h 10000"/>
                <a:gd name="connsiteX268" fmla="*/ 7792 w 10000"/>
                <a:gd name="connsiteY268" fmla="*/ 6331 h 10000"/>
                <a:gd name="connsiteX269" fmla="*/ 7821 w 10000"/>
                <a:gd name="connsiteY269" fmla="*/ 6389 h 10000"/>
                <a:gd name="connsiteX270" fmla="*/ 7850 w 10000"/>
                <a:gd name="connsiteY270" fmla="*/ 6331 h 10000"/>
                <a:gd name="connsiteX271" fmla="*/ 7878 w 10000"/>
                <a:gd name="connsiteY271" fmla="*/ 6299 h 10000"/>
                <a:gd name="connsiteX272" fmla="*/ 7907 w 10000"/>
                <a:gd name="connsiteY272" fmla="*/ 6414 h 10000"/>
                <a:gd name="connsiteX273" fmla="*/ 7936 w 10000"/>
                <a:gd name="connsiteY273" fmla="*/ 6389 h 10000"/>
                <a:gd name="connsiteX274" fmla="*/ 7965 w 10000"/>
                <a:gd name="connsiteY274" fmla="*/ 6331 h 10000"/>
                <a:gd name="connsiteX275" fmla="*/ 7994 w 10000"/>
                <a:gd name="connsiteY275" fmla="*/ 6331 h 10000"/>
                <a:gd name="connsiteX276" fmla="*/ 8022 w 10000"/>
                <a:gd name="connsiteY276" fmla="*/ 6389 h 10000"/>
                <a:gd name="connsiteX277" fmla="*/ 8051 w 10000"/>
                <a:gd name="connsiteY277" fmla="*/ 6357 h 10000"/>
                <a:gd name="connsiteX278" fmla="*/ 8080 w 10000"/>
                <a:gd name="connsiteY278" fmla="*/ 6357 h 10000"/>
                <a:gd name="connsiteX279" fmla="*/ 8109 w 10000"/>
                <a:gd name="connsiteY279" fmla="*/ 6299 h 10000"/>
                <a:gd name="connsiteX280" fmla="*/ 8137 w 10000"/>
                <a:gd name="connsiteY280" fmla="*/ 6389 h 10000"/>
                <a:gd name="connsiteX281" fmla="*/ 8166 w 10000"/>
                <a:gd name="connsiteY281" fmla="*/ 6414 h 10000"/>
                <a:gd name="connsiteX282" fmla="*/ 8195 w 10000"/>
                <a:gd name="connsiteY282" fmla="*/ 6331 h 10000"/>
                <a:gd name="connsiteX283" fmla="*/ 8224 w 10000"/>
                <a:gd name="connsiteY283" fmla="*/ 6274 h 10000"/>
                <a:gd name="connsiteX284" fmla="*/ 8252 w 10000"/>
                <a:gd name="connsiteY284" fmla="*/ 6389 h 10000"/>
                <a:gd name="connsiteX285" fmla="*/ 8281 w 10000"/>
                <a:gd name="connsiteY285" fmla="*/ 6497 h 10000"/>
                <a:gd name="connsiteX286" fmla="*/ 8310 w 10000"/>
                <a:gd name="connsiteY286" fmla="*/ 6471 h 10000"/>
                <a:gd name="connsiteX287" fmla="*/ 8339 w 10000"/>
                <a:gd name="connsiteY287" fmla="*/ 6357 h 10000"/>
                <a:gd name="connsiteX288" fmla="*/ 8367 w 10000"/>
                <a:gd name="connsiteY288" fmla="*/ 6389 h 10000"/>
                <a:gd name="connsiteX289" fmla="*/ 8396 w 10000"/>
                <a:gd name="connsiteY289" fmla="*/ 6439 h 10000"/>
                <a:gd name="connsiteX290" fmla="*/ 8425 w 10000"/>
                <a:gd name="connsiteY290" fmla="*/ 6414 h 10000"/>
                <a:gd name="connsiteX291" fmla="*/ 8454 w 10000"/>
                <a:gd name="connsiteY291" fmla="*/ 6357 h 10000"/>
                <a:gd name="connsiteX292" fmla="*/ 8483 w 10000"/>
                <a:gd name="connsiteY292" fmla="*/ 6357 h 10000"/>
                <a:gd name="connsiteX293" fmla="*/ 8511 w 10000"/>
                <a:gd name="connsiteY293" fmla="*/ 6414 h 10000"/>
                <a:gd name="connsiteX294" fmla="*/ 8540 w 10000"/>
                <a:gd name="connsiteY294" fmla="*/ 6414 h 10000"/>
                <a:gd name="connsiteX295" fmla="*/ 8569 w 10000"/>
                <a:gd name="connsiteY295" fmla="*/ 6331 h 10000"/>
                <a:gd name="connsiteX296" fmla="*/ 8598 w 10000"/>
                <a:gd name="connsiteY296" fmla="*/ 6414 h 10000"/>
                <a:gd name="connsiteX297" fmla="*/ 8623 w 10000"/>
                <a:gd name="connsiteY297" fmla="*/ 6414 h 10000"/>
                <a:gd name="connsiteX298" fmla="*/ 8652 w 10000"/>
                <a:gd name="connsiteY298" fmla="*/ 6471 h 10000"/>
                <a:gd name="connsiteX299" fmla="*/ 8680 w 10000"/>
                <a:gd name="connsiteY299" fmla="*/ 6389 h 10000"/>
                <a:gd name="connsiteX300" fmla="*/ 8709 w 10000"/>
                <a:gd name="connsiteY300" fmla="*/ 6357 h 10000"/>
                <a:gd name="connsiteX301" fmla="*/ 8738 w 10000"/>
                <a:gd name="connsiteY301" fmla="*/ 6414 h 10000"/>
                <a:gd name="connsiteX302" fmla="*/ 8767 w 10000"/>
                <a:gd name="connsiteY302" fmla="*/ 6471 h 10000"/>
                <a:gd name="connsiteX303" fmla="*/ 8795 w 10000"/>
                <a:gd name="connsiteY303" fmla="*/ 6414 h 10000"/>
                <a:gd name="connsiteX304" fmla="*/ 8824 w 10000"/>
                <a:gd name="connsiteY304" fmla="*/ 6357 h 10000"/>
                <a:gd name="connsiteX305" fmla="*/ 8853 w 10000"/>
                <a:gd name="connsiteY305" fmla="*/ 6414 h 10000"/>
                <a:gd name="connsiteX306" fmla="*/ 8882 w 10000"/>
                <a:gd name="connsiteY306" fmla="*/ 6497 h 10000"/>
                <a:gd name="connsiteX307" fmla="*/ 8910 w 10000"/>
                <a:gd name="connsiteY307" fmla="*/ 6414 h 10000"/>
                <a:gd name="connsiteX308" fmla="*/ 8939 w 10000"/>
                <a:gd name="connsiteY308" fmla="*/ 6357 h 10000"/>
                <a:gd name="connsiteX309" fmla="*/ 8968 w 10000"/>
                <a:gd name="connsiteY309" fmla="*/ 6389 h 10000"/>
                <a:gd name="connsiteX310" fmla="*/ 8997 w 10000"/>
                <a:gd name="connsiteY310" fmla="*/ 6414 h 10000"/>
                <a:gd name="connsiteX311" fmla="*/ 9026 w 10000"/>
                <a:gd name="connsiteY311" fmla="*/ 6357 h 10000"/>
                <a:gd name="connsiteX312" fmla="*/ 9054 w 10000"/>
                <a:gd name="connsiteY312" fmla="*/ 6331 h 10000"/>
                <a:gd name="connsiteX313" fmla="*/ 9083 w 10000"/>
                <a:gd name="connsiteY313" fmla="*/ 6299 h 10000"/>
                <a:gd name="connsiteX314" fmla="*/ 9112 w 10000"/>
                <a:gd name="connsiteY314" fmla="*/ 6357 h 10000"/>
                <a:gd name="connsiteX315" fmla="*/ 9141 w 10000"/>
                <a:gd name="connsiteY315" fmla="*/ 6357 h 10000"/>
                <a:gd name="connsiteX316" fmla="*/ 9169 w 10000"/>
                <a:gd name="connsiteY316" fmla="*/ 6357 h 10000"/>
                <a:gd name="connsiteX317" fmla="*/ 9198 w 10000"/>
                <a:gd name="connsiteY317" fmla="*/ 6299 h 10000"/>
                <a:gd name="connsiteX318" fmla="*/ 9227 w 10000"/>
                <a:gd name="connsiteY318" fmla="*/ 6331 h 10000"/>
                <a:gd name="connsiteX319" fmla="*/ 9256 w 10000"/>
                <a:gd name="connsiteY319" fmla="*/ 6331 h 10000"/>
                <a:gd name="connsiteX320" fmla="*/ 9284 w 10000"/>
                <a:gd name="connsiteY320" fmla="*/ 6248 h 10000"/>
                <a:gd name="connsiteX321" fmla="*/ 9313 w 10000"/>
                <a:gd name="connsiteY321" fmla="*/ 6217 h 10000"/>
                <a:gd name="connsiteX322" fmla="*/ 9342 w 10000"/>
                <a:gd name="connsiteY322" fmla="*/ 6248 h 10000"/>
                <a:gd name="connsiteX323" fmla="*/ 9371 w 10000"/>
                <a:gd name="connsiteY323" fmla="*/ 6299 h 10000"/>
                <a:gd name="connsiteX324" fmla="*/ 9399 w 10000"/>
                <a:gd name="connsiteY324" fmla="*/ 6217 h 10000"/>
                <a:gd name="connsiteX325" fmla="*/ 9428 w 10000"/>
                <a:gd name="connsiteY325" fmla="*/ 6159 h 10000"/>
                <a:gd name="connsiteX326" fmla="*/ 9453 w 10000"/>
                <a:gd name="connsiteY326" fmla="*/ 6191 h 10000"/>
                <a:gd name="connsiteX327" fmla="*/ 9482 w 10000"/>
                <a:gd name="connsiteY327" fmla="*/ 6217 h 10000"/>
                <a:gd name="connsiteX328" fmla="*/ 9511 w 10000"/>
                <a:gd name="connsiteY328" fmla="*/ 6191 h 10000"/>
                <a:gd name="connsiteX329" fmla="*/ 9540 w 10000"/>
                <a:gd name="connsiteY329" fmla="*/ 6102 h 10000"/>
                <a:gd name="connsiteX330" fmla="*/ 9569 w 10000"/>
                <a:gd name="connsiteY330" fmla="*/ 6159 h 10000"/>
                <a:gd name="connsiteX331" fmla="*/ 9597 w 10000"/>
                <a:gd name="connsiteY331" fmla="*/ 6191 h 10000"/>
                <a:gd name="connsiteX332" fmla="*/ 9626 w 10000"/>
                <a:gd name="connsiteY332" fmla="*/ 6102 h 10000"/>
                <a:gd name="connsiteX333" fmla="*/ 9655 w 10000"/>
                <a:gd name="connsiteY333" fmla="*/ 6019 h 10000"/>
                <a:gd name="connsiteX334" fmla="*/ 9684 w 10000"/>
                <a:gd name="connsiteY334" fmla="*/ 5962 h 10000"/>
                <a:gd name="connsiteX335" fmla="*/ 9712 w 10000"/>
                <a:gd name="connsiteY335" fmla="*/ 5879 h 10000"/>
                <a:gd name="connsiteX336" fmla="*/ 9741 w 10000"/>
                <a:gd name="connsiteY336" fmla="*/ 5567 h 10000"/>
                <a:gd name="connsiteX337" fmla="*/ 9770 w 10000"/>
                <a:gd name="connsiteY337" fmla="*/ 5000 h 10000"/>
                <a:gd name="connsiteX338" fmla="*/ 9799 w 10000"/>
                <a:gd name="connsiteY338" fmla="*/ 3420 h 10000"/>
                <a:gd name="connsiteX339" fmla="*/ 9827 w 10000"/>
                <a:gd name="connsiteY339" fmla="*/ 567 h 10000"/>
                <a:gd name="connsiteX340" fmla="*/ 9856 w 10000"/>
                <a:gd name="connsiteY340" fmla="*/ 0 h 10000"/>
                <a:gd name="connsiteX341" fmla="*/ 9885 w 10000"/>
                <a:gd name="connsiteY341" fmla="*/ 427 h 10000"/>
                <a:gd name="connsiteX342" fmla="*/ 9914 w 10000"/>
                <a:gd name="connsiteY342" fmla="*/ 3618 h 10000"/>
                <a:gd name="connsiteX343" fmla="*/ 9942 w 10000"/>
                <a:gd name="connsiteY343" fmla="*/ 3650 h 10000"/>
                <a:gd name="connsiteX344" fmla="*/ 9971 w 10000"/>
                <a:gd name="connsiteY344" fmla="*/ 3510 h 10000"/>
                <a:gd name="connsiteX345" fmla="*/ 10000 w 10000"/>
                <a:gd name="connsiteY345" fmla="*/ 3363 h 10000"/>
                <a:gd name="connsiteX0" fmla="*/ 0 w 10000"/>
                <a:gd name="connsiteY0" fmla="*/ 3395 h 10000"/>
                <a:gd name="connsiteX1" fmla="*/ 29 w 10000"/>
                <a:gd name="connsiteY1" fmla="*/ 3280 h 10000"/>
                <a:gd name="connsiteX2" fmla="*/ 173 w 10000"/>
                <a:gd name="connsiteY2" fmla="*/ 3592 h 10000"/>
                <a:gd name="connsiteX3" fmla="*/ 201 w 10000"/>
                <a:gd name="connsiteY3" fmla="*/ 3561 h 10000"/>
                <a:gd name="connsiteX4" fmla="*/ 259 w 10000"/>
                <a:gd name="connsiteY4" fmla="*/ 3618 h 10000"/>
                <a:gd name="connsiteX5" fmla="*/ 284 w 10000"/>
                <a:gd name="connsiteY5" fmla="*/ 3955 h 10000"/>
                <a:gd name="connsiteX6" fmla="*/ 313 w 10000"/>
                <a:gd name="connsiteY6" fmla="*/ 4548 h 10000"/>
                <a:gd name="connsiteX7" fmla="*/ 342 w 10000"/>
                <a:gd name="connsiteY7" fmla="*/ 5057 h 10000"/>
                <a:gd name="connsiteX8" fmla="*/ 370 w 10000"/>
                <a:gd name="connsiteY8" fmla="*/ 5510 h 10000"/>
                <a:gd name="connsiteX9" fmla="*/ 403 w 10000"/>
                <a:gd name="connsiteY9" fmla="*/ 6274 h 10000"/>
                <a:gd name="connsiteX10" fmla="*/ 431 w 10000"/>
                <a:gd name="connsiteY10" fmla="*/ 7006 h 10000"/>
                <a:gd name="connsiteX11" fmla="*/ 460 w 10000"/>
                <a:gd name="connsiteY11" fmla="*/ 7178 h 10000"/>
                <a:gd name="connsiteX12" fmla="*/ 489 w 10000"/>
                <a:gd name="connsiteY12" fmla="*/ 6892 h 10000"/>
                <a:gd name="connsiteX13" fmla="*/ 518 w 10000"/>
                <a:gd name="connsiteY13" fmla="*/ 6726 h 10000"/>
                <a:gd name="connsiteX14" fmla="*/ 547 w 10000"/>
                <a:gd name="connsiteY14" fmla="*/ 6783 h 10000"/>
                <a:gd name="connsiteX15" fmla="*/ 572 w 10000"/>
                <a:gd name="connsiteY15" fmla="*/ 6809 h 10000"/>
                <a:gd name="connsiteX16" fmla="*/ 601 w 10000"/>
                <a:gd name="connsiteY16" fmla="*/ 7038 h 10000"/>
                <a:gd name="connsiteX17" fmla="*/ 629 w 10000"/>
                <a:gd name="connsiteY17" fmla="*/ 7178 h 10000"/>
                <a:gd name="connsiteX18" fmla="*/ 658 w 10000"/>
                <a:gd name="connsiteY18" fmla="*/ 7121 h 10000"/>
                <a:gd name="connsiteX19" fmla="*/ 687 w 10000"/>
                <a:gd name="connsiteY19" fmla="*/ 6949 h 10000"/>
                <a:gd name="connsiteX20" fmla="*/ 716 w 10000"/>
                <a:gd name="connsiteY20" fmla="*/ 6866 h 10000"/>
                <a:gd name="connsiteX21" fmla="*/ 744 w 10000"/>
                <a:gd name="connsiteY21" fmla="*/ 6694 h 10000"/>
                <a:gd name="connsiteX22" fmla="*/ 773 w 10000"/>
                <a:gd name="connsiteY22" fmla="*/ 6611 h 10000"/>
                <a:gd name="connsiteX23" fmla="*/ 802 w 10000"/>
                <a:gd name="connsiteY23" fmla="*/ 6529 h 10000"/>
                <a:gd name="connsiteX24" fmla="*/ 831 w 10000"/>
                <a:gd name="connsiteY24" fmla="*/ 6497 h 10000"/>
                <a:gd name="connsiteX25" fmla="*/ 859 w 10000"/>
                <a:gd name="connsiteY25" fmla="*/ 6554 h 10000"/>
                <a:gd name="connsiteX26" fmla="*/ 888 w 10000"/>
                <a:gd name="connsiteY26" fmla="*/ 6752 h 10000"/>
                <a:gd name="connsiteX27" fmla="*/ 917 w 10000"/>
                <a:gd name="connsiteY27" fmla="*/ 6783 h 10000"/>
                <a:gd name="connsiteX28" fmla="*/ 946 w 10000"/>
                <a:gd name="connsiteY28" fmla="*/ 6834 h 10000"/>
                <a:gd name="connsiteX29" fmla="*/ 974 w 10000"/>
                <a:gd name="connsiteY29" fmla="*/ 6694 h 10000"/>
                <a:gd name="connsiteX30" fmla="*/ 1003 w 10000"/>
                <a:gd name="connsiteY30" fmla="*/ 6643 h 10000"/>
                <a:gd name="connsiteX31" fmla="*/ 1032 w 10000"/>
                <a:gd name="connsiteY31" fmla="*/ 6586 h 10000"/>
                <a:gd name="connsiteX32" fmla="*/ 1061 w 10000"/>
                <a:gd name="connsiteY32" fmla="*/ 6643 h 10000"/>
                <a:gd name="connsiteX33" fmla="*/ 1090 w 10000"/>
                <a:gd name="connsiteY33" fmla="*/ 6892 h 10000"/>
                <a:gd name="connsiteX34" fmla="*/ 1118 w 10000"/>
                <a:gd name="connsiteY34" fmla="*/ 6981 h 10000"/>
                <a:gd name="connsiteX35" fmla="*/ 1147 w 10000"/>
                <a:gd name="connsiteY35" fmla="*/ 6892 h 10000"/>
                <a:gd name="connsiteX36" fmla="*/ 1176 w 10000"/>
                <a:gd name="connsiteY36" fmla="*/ 6752 h 10000"/>
                <a:gd name="connsiteX37" fmla="*/ 1205 w 10000"/>
                <a:gd name="connsiteY37" fmla="*/ 6669 h 10000"/>
                <a:gd name="connsiteX38" fmla="*/ 1233 w 10000"/>
                <a:gd name="connsiteY38" fmla="*/ 6726 h 10000"/>
                <a:gd name="connsiteX39" fmla="*/ 1262 w 10000"/>
                <a:gd name="connsiteY39" fmla="*/ 6694 h 10000"/>
                <a:gd name="connsiteX40" fmla="*/ 1291 w 10000"/>
                <a:gd name="connsiteY40" fmla="*/ 6669 h 10000"/>
                <a:gd name="connsiteX41" fmla="*/ 1320 w 10000"/>
                <a:gd name="connsiteY41" fmla="*/ 6643 h 10000"/>
                <a:gd name="connsiteX42" fmla="*/ 1348 w 10000"/>
                <a:gd name="connsiteY42" fmla="*/ 6866 h 10000"/>
                <a:gd name="connsiteX43" fmla="*/ 1377 w 10000"/>
                <a:gd name="connsiteY43" fmla="*/ 6924 h 10000"/>
                <a:gd name="connsiteX44" fmla="*/ 1402 w 10000"/>
                <a:gd name="connsiteY44" fmla="*/ 6834 h 10000"/>
                <a:gd name="connsiteX45" fmla="*/ 1431 w 10000"/>
                <a:gd name="connsiteY45" fmla="*/ 6924 h 10000"/>
                <a:gd name="connsiteX46" fmla="*/ 1460 w 10000"/>
                <a:gd name="connsiteY46" fmla="*/ 6949 h 10000"/>
                <a:gd name="connsiteX47" fmla="*/ 1489 w 10000"/>
                <a:gd name="connsiteY47" fmla="*/ 7064 h 10000"/>
                <a:gd name="connsiteX48" fmla="*/ 1517 w 10000"/>
                <a:gd name="connsiteY48" fmla="*/ 7006 h 10000"/>
                <a:gd name="connsiteX49" fmla="*/ 1546 w 10000"/>
                <a:gd name="connsiteY49" fmla="*/ 7038 h 10000"/>
                <a:gd name="connsiteX50" fmla="*/ 1575 w 10000"/>
                <a:gd name="connsiteY50" fmla="*/ 7121 h 10000"/>
                <a:gd name="connsiteX51" fmla="*/ 1604 w 10000"/>
                <a:gd name="connsiteY51" fmla="*/ 7089 h 10000"/>
                <a:gd name="connsiteX52" fmla="*/ 1633 w 10000"/>
                <a:gd name="connsiteY52" fmla="*/ 6834 h 10000"/>
                <a:gd name="connsiteX53" fmla="*/ 1661 w 10000"/>
                <a:gd name="connsiteY53" fmla="*/ 6726 h 10000"/>
                <a:gd name="connsiteX54" fmla="*/ 1690 w 10000"/>
                <a:gd name="connsiteY54" fmla="*/ 6752 h 10000"/>
                <a:gd name="connsiteX55" fmla="*/ 1719 w 10000"/>
                <a:gd name="connsiteY55" fmla="*/ 6783 h 10000"/>
                <a:gd name="connsiteX56" fmla="*/ 1748 w 10000"/>
                <a:gd name="connsiteY56" fmla="*/ 6834 h 10000"/>
                <a:gd name="connsiteX57" fmla="*/ 1776 w 10000"/>
                <a:gd name="connsiteY57" fmla="*/ 6694 h 10000"/>
                <a:gd name="connsiteX58" fmla="*/ 1805 w 10000"/>
                <a:gd name="connsiteY58" fmla="*/ 6643 h 10000"/>
                <a:gd name="connsiteX59" fmla="*/ 1834 w 10000"/>
                <a:gd name="connsiteY59" fmla="*/ 6669 h 10000"/>
                <a:gd name="connsiteX60" fmla="*/ 1863 w 10000"/>
                <a:gd name="connsiteY60" fmla="*/ 6694 h 10000"/>
                <a:gd name="connsiteX61" fmla="*/ 1891 w 10000"/>
                <a:gd name="connsiteY61" fmla="*/ 6586 h 10000"/>
                <a:gd name="connsiteX62" fmla="*/ 1920 w 10000"/>
                <a:gd name="connsiteY62" fmla="*/ 6497 h 10000"/>
                <a:gd name="connsiteX63" fmla="*/ 1949 w 10000"/>
                <a:gd name="connsiteY63" fmla="*/ 6357 h 10000"/>
                <a:gd name="connsiteX64" fmla="*/ 1978 w 10000"/>
                <a:gd name="connsiteY64" fmla="*/ 6248 h 10000"/>
                <a:gd name="connsiteX65" fmla="*/ 2006 w 10000"/>
                <a:gd name="connsiteY65" fmla="*/ 6191 h 10000"/>
                <a:gd name="connsiteX66" fmla="*/ 2035 w 10000"/>
                <a:gd name="connsiteY66" fmla="*/ 6102 h 10000"/>
                <a:gd name="connsiteX67" fmla="*/ 2064 w 10000"/>
                <a:gd name="connsiteY67" fmla="*/ 6045 h 10000"/>
                <a:gd name="connsiteX68" fmla="*/ 2093 w 10000"/>
                <a:gd name="connsiteY68" fmla="*/ 5847 h 10000"/>
                <a:gd name="connsiteX69" fmla="*/ 2122 w 10000"/>
                <a:gd name="connsiteY69" fmla="*/ 5624 h 10000"/>
                <a:gd name="connsiteX70" fmla="*/ 2150 w 10000"/>
                <a:gd name="connsiteY70" fmla="*/ 5541 h 10000"/>
                <a:gd name="connsiteX71" fmla="*/ 2179 w 10000"/>
                <a:gd name="connsiteY71" fmla="*/ 5567 h 10000"/>
                <a:gd name="connsiteX72" fmla="*/ 2208 w 10000"/>
                <a:gd name="connsiteY72" fmla="*/ 5395 h 10000"/>
                <a:gd name="connsiteX73" fmla="*/ 2233 w 10000"/>
                <a:gd name="connsiteY73" fmla="*/ 5229 h 10000"/>
                <a:gd name="connsiteX74" fmla="*/ 2262 w 10000"/>
                <a:gd name="connsiteY74" fmla="*/ 5197 h 10000"/>
                <a:gd name="connsiteX75" fmla="*/ 2291 w 10000"/>
                <a:gd name="connsiteY75" fmla="*/ 5255 h 10000"/>
                <a:gd name="connsiteX76" fmla="*/ 2319 w 10000"/>
                <a:gd name="connsiteY76" fmla="*/ 5255 h 10000"/>
                <a:gd name="connsiteX77" fmla="*/ 2348 w 10000"/>
                <a:gd name="connsiteY77" fmla="*/ 5197 h 10000"/>
                <a:gd name="connsiteX78" fmla="*/ 2377 w 10000"/>
                <a:gd name="connsiteY78" fmla="*/ 5146 h 10000"/>
                <a:gd name="connsiteX79" fmla="*/ 2406 w 10000"/>
                <a:gd name="connsiteY79" fmla="*/ 5172 h 10000"/>
                <a:gd name="connsiteX80" fmla="*/ 2434 w 10000"/>
                <a:gd name="connsiteY80" fmla="*/ 5197 h 10000"/>
                <a:gd name="connsiteX81" fmla="*/ 2463 w 10000"/>
                <a:gd name="connsiteY81" fmla="*/ 5197 h 10000"/>
                <a:gd name="connsiteX82" fmla="*/ 2492 w 10000"/>
                <a:gd name="connsiteY82" fmla="*/ 5197 h 10000"/>
                <a:gd name="connsiteX83" fmla="*/ 2521 w 10000"/>
                <a:gd name="connsiteY83" fmla="*/ 5312 h 10000"/>
                <a:gd name="connsiteX84" fmla="*/ 2549 w 10000"/>
                <a:gd name="connsiteY84" fmla="*/ 5395 h 10000"/>
                <a:gd name="connsiteX85" fmla="*/ 2578 w 10000"/>
                <a:gd name="connsiteY85" fmla="*/ 5312 h 10000"/>
                <a:gd name="connsiteX86" fmla="*/ 2607 w 10000"/>
                <a:gd name="connsiteY86" fmla="*/ 5338 h 10000"/>
                <a:gd name="connsiteX87" fmla="*/ 2636 w 10000"/>
                <a:gd name="connsiteY87" fmla="*/ 5484 h 10000"/>
                <a:gd name="connsiteX88" fmla="*/ 2665 w 10000"/>
                <a:gd name="connsiteY88" fmla="*/ 5624 h 10000"/>
                <a:gd name="connsiteX89" fmla="*/ 2693 w 10000"/>
                <a:gd name="connsiteY89" fmla="*/ 5541 h 10000"/>
                <a:gd name="connsiteX90" fmla="*/ 2722 w 10000"/>
                <a:gd name="connsiteY90" fmla="*/ 5510 h 10000"/>
                <a:gd name="connsiteX91" fmla="*/ 2751 w 10000"/>
                <a:gd name="connsiteY91" fmla="*/ 5592 h 10000"/>
                <a:gd name="connsiteX92" fmla="*/ 2780 w 10000"/>
                <a:gd name="connsiteY92" fmla="*/ 5764 h 10000"/>
                <a:gd name="connsiteX93" fmla="*/ 2808 w 10000"/>
                <a:gd name="connsiteY93" fmla="*/ 5822 h 10000"/>
                <a:gd name="connsiteX94" fmla="*/ 2837 w 10000"/>
                <a:gd name="connsiteY94" fmla="*/ 5764 h 10000"/>
                <a:gd name="connsiteX95" fmla="*/ 2866 w 10000"/>
                <a:gd name="connsiteY95" fmla="*/ 5732 h 10000"/>
                <a:gd name="connsiteX96" fmla="*/ 2895 w 10000"/>
                <a:gd name="connsiteY96" fmla="*/ 5796 h 10000"/>
                <a:gd name="connsiteX97" fmla="*/ 2923 w 10000"/>
                <a:gd name="connsiteY97" fmla="*/ 5822 h 10000"/>
                <a:gd name="connsiteX98" fmla="*/ 2952 w 10000"/>
                <a:gd name="connsiteY98" fmla="*/ 5732 h 10000"/>
                <a:gd name="connsiteX99" fmla="*/ 2981 w 10000"/>
                <a:gd name="connsiteY99" fmla="*/ 5732 h 10000"/>
                <a:gd name="connsiteX100" fmla="*/ 3010 w 10000"/>
                <a:gd name="connsiteY100" fmla="*/ 5847 h 10000"/>
                <a:gd name="connsiteX101" fmla="*/ 3038 w 10000"/>
                <a:gd name="connsiteY101" fmla="*/ 5962 h 10000"/>
                <a:gd name="connsiteX102" fmla="*/ 3064 w 10000"/>
                <a:gd name="connsiteY102" fmla="*/ 6019 h 10000"/>
                <a:gd name="connsiteX103" fmla="*/ 3092 w 10000"/>
                <a:gd name="connsiteY103" fmla="*/ 5962 h 10000"/>
                <a:gd name="connsiteX104" fmla="*/ 3121 w 10000"/>
                <a:gd name="connsiteY104" fmla="*/ 5936 h 10000"/>
                <a:gd name="connsiteX105" fmla="*/ 3150 w 10000"/>
                <a:gd name="connsiteY105" fmla="*/ 5936 h 10000"/>
                <a:gd name="connsiteX106" fmla="*/ 3179 w 10000"/>
                <a:gd name="connsiteY106" fmla="*/ 5879 h 10000"/>
                <a:gd name="connsiteX107" fmla="*/ 3207 w 10000"/>
                <a:gd name="connsiteY107" fmla="*/ 5879 h 10000"/>
                <a:gd name="connsiteX108" fmla="*/ 3236 w 10000"/>
                <a:gd name="connsiteY108" fmla="*/ 5904 h 10000"/>
                <a:gd name="connsiteX109" fmla="*/ 3265 w 10000"/>
                <a:gd name="connsiteY109" fmla="*/ 6045 h 10000"/>
                <a:gd name="connsiteX110" fmla="*/ 3294 w 10000"/>
                <a:gd name="connsiteY110" fmla="*/ 6159 h 10000"/>
                <a:gd name="connsiteX111" fmla="*/ 3323 w 10000"/>
                <a:gd name="connsiteY111" fmla="*/ 6299 h 10000"/>
                <a:gd name="connsiteX112" fmla="*/ 3351 w 10000"/>
                <a:gd name="connsiteY112" fmla="*/ 6497 h 10000"/>
                <a:gd name="connsiteX113" fmla="*/ 3380 w 10000"/>
                <a:gd name="connsiteY113" fmla="*/ 6669 h 10000"/>
                <a:gd name="connsiteX114" fmla="*/ 3409 w 10000"/>
                <a:gd name="connsiteY114" fmla="*/ 6783 h 10000"/>
                <a:gd name="connsiteX115" fmla="*/ 3438 w 10000"/>
                <a:gd name="connsiteY115" fmla="*/ 6809 h 10000"/>
                <a:gd name="connsiteX116" fmla="*/ 3466 w 10000"/>
                <a:gd name="connsiteY116" fmla="*/ 7038 h 10000"/>
                <a:gd name="connsiteX117" fmla="*/ 3495 w 10000"/>
                <a:gd name="connsiteY117" fmla="*/ 7287 h 10000"/>
                <a:gd name="connsiteX118" fmla="*/ 3524 w 10000"/>
                <a:gd name="connsiteY118" fmla="*/ 7459 h 10000"/>
                <a:gd name="connsiteX119" fmla="*/ 3553 w 10000"/>
                <a:gd name="connsiteY119" fmla="*/ 7376 h 10000"/>
                <a:gd name="connsiteX120" fmla="*/ 3581 w 10000"/>
                <a:gd name="connsiteY120" fmla="*/ 7261 h 10000"/>
                <a:gd name="connsiteX121" fmla="*/ 3610 w 10000"/>
                <a:gd name="connsiteY121" fmla="*/ 7121 h 10000"/>
                <a:gd name="connsiteX122" fmla="*/ 3639 w 10000"/>
                <a:gd name="connsiteY122" fmla="*/ 6809 h 10000"/>
                <a:gd name="connsiteX123" fmla="*/ 3668 w 10000"/>
                <a:gd name="connsiteY123" fmla="*/ 6529 h 10000"/>
                <a:gd name="connsiteX124" fmla="*/ 3697 w 10000"/>
                <a:gd name="connsiteY124" fmla="*/ 6414 h 10000"/>
                <a:gd name="connsiteX125" fmla="*/ 3725 w 10000"/>
                <a:gd name="connsiteY125" fmla="*/ 6159 h 10000"/>
                <a:gd name="connsiteX126" fmla="*/ 3754 w 10000"/>
                <a:gd name="connsiteY126" fmla="*/ 5592 h 10000"/>
                <a:gd name="connsiteX127" fmla="*/ 3783 w 10000"/>
                <a:gd name="connsiteY127" fmla="*/ 4694 h 10000"/>
                <a:gd name="connsiteX128" fmla="*/ 3812 w 10000"/>
                <a:gd name="connsiteY128" fmla="*/ 3930 h 10000"/>
                <a:gd name="connsiteX129" fmla="*/ 3840 w 10000"/>
                <a:gd name="connsiteY129" fmla="*/ 3510 h 10000"/>
                <a:gd name="connsiteX130" fmla="*/ 3869 w 10000"/>
                <a:gd name="connsiteY130" fmla="*/ 3223 h 10000"/>
                <a:gd name="connsiteX131" fmla="*/ 3894 w 10000"/>
                <a:gd name="connsiteY131" fmla="*/ 2994 h 10000"/>
                <a:gd name="connsiteX132" fmla="*/ 3923 w 10000"/>
                <a:gd name="connsiteY132" fmla="*/ 3338 h 10000"/>
                <a:gd name="connsiteX133" fmla="*/ 3955 w 10000"/>
                <a:gd name="connsiteY133" fmla="*/ 4236 h 10000"/>
                <a:gd name="connsiteX134" fmla="*/ 3984 w 10000"/>
                <a:gd name="connsiteY134" fmla="*/ 5936 h 10000"/>
                <a:gd name="connsiteX135" fmla="*/ 4013 w 10000"/>
                <a:gd name="connsiteY135" fmla="*/ 7771 h 10000"/>
                <a:gd name="connsiteX136" fmla="*/ 4042 w 10000"/>
                <a:gd name="connsiteY136" fmla="*/ 9013 h 10000"/>
                <a:gd name="connsiteX137" fmla="*/ 4070 w 10000"/>
                <a:gd name="connsiteY137" fmla="*/ 9548 h 10000"/>
                <a:gd name="connsiteX138" fmla="*/ 4099 w 10000"/>
                <a:gd name="connsiteY138" fmla="*/ 9720 h 10000"/>
                <a:gd name="connsiteX139" fmla="*/ 4128 w 10000"/>
                <a:gd name="connsiteY139" fmla="*/ 9968 h 10000"/>
                <a:gd name="connsiteX140" fmla="*/ 4157 w 10000"/>
                <a:gd name="connsiteY140" fmla="*/ 10000 h 10000"/>
                <a:gd name="connsiteX141" fmla="*/ 4182 w 10000"/>
                <a:gd name="connsiteY141" fmla="*/ 9293 h 10000"/>
                <a:gd name="connsiteX142" fmla="*/ 4211 w 10000"/>
                <a:gd name="connsiteY142" fmla="*/ 8815 h 10000"/>
                <a:gd name="connsiteX143" fmla="*/ 4239 w 10000"/>
                <a:gd name="connsiteY143" fmla="*/ 8280 h 10000"/>
                <a:gd name="connsiteX144" fmla="*/ 4268 w 10000"/>
                <a:gd name="connsiteY144" fmla="*/ 7745 h 10000"/>
                <a:gd name="connsiteX145" fmla="*/ 4297 w 10000"/>
                <a:gd name="connsiteY145" fmla="*/ 7459 h 10000"/>
                <a:gd name="connsiteX146" fmla="*/ 4326 w 10000"/>
                <a:gd name="connsiteY146" fmla="*/ 7318 h 10000"/>
                <a:gd name="connsiteX147" fmla="*/ 4355 w 10000"/>
                <a:gd name="connsiteY147" fmla="*/ 7089 h 10000"/>
                <a:gd name="connsiteX148" fmla="*/ 4383 w 10000"/>
                <a:gd name="connsiteY148" fmla="*/ 6834 h 10000"/>
                <a:gd name="connsiteX149" fmla="*/ 4412 w 10000"/>
                <a:gd name="connsiteY149" fmla="*/ 6783 h 10000"/>
                <a:gd name="connsiteX150" fmla="*/ 4441 w 10000"/>
                <a:gd name="connsiteY150" fmla="*/ 6809 h 10000"/>
                <a:gd name="connsiteX151" fmla="*/ 4470 w 10000"/>
                <a:gd name="connsiteY151" fmla="*/ 6783 h 10000"/>
                <a:gd name="connsiteX152" fmla="*/ 4498 w 10000"/>
                <a:gd name="connsiteY152" fmla="*/ 6726 h 10000"/>
                <a:gd name="connsiteX153" fmla="*/ 4527 w 10000"/>
                <a:gd name="connsiteY153" fmla="*/ 6643 h 10000"/>
                <a:gd name="connsiteX154" fmla="*/ 4556 w 10000"/>
                <a:gd name="connsiteY154" fmla="*/ 6643 h 10000"/>
                <a:gd name="connsiteX155" fmla="*/ 4585 w 10000"/>
                <a:gd name="connsiteY155" fmla="*/ 6669 h 10000"/>
                <a:gd name="connsiteX156" fmla="*/ 4613 w 10000"/>
                <a:gd name="connsiteY156" fmla="*/ 6643 h 10000"/>
                <a:gd name="connsiteX157" fmla="*/ 4642 w 10000"/>
                <a:gd name="connsiteY157" fmla="*/ 6611 h 10000"/>
                <a:gd name="connsiteX158" fmla="*/ 4671 w 10000"/>
                <a:gd name="connsiteY158" fmla="*/ 6611 h 10000"/>
                <a:gd name="connsiteX159" fmla="*/ 4700 w 10000"/>
                <a:gd name="connsiteY159" fmla="*/ 6643 h 10000"/>
                <a:gd name="connsiteX160" fmla="*/ 4729 w 10000"/>
                <a:gd name="connsiteY160" fmla="*/ 6586 h 10000"/>
                <a:gd name="connsiteX161" fmla="*/ 4757 w 10000"/>
                <a:gd name="connsiteY161" fmla="*/ 6497 h 10000"/>
                <a:gd name="connsiteX162" fmla="*/ 4786 w 10000"/>
                <a:gd name="connsiteY162" fmla="*/ 6439 h 10000"/>
                <a:gd name="connsiteX163" fmla="*/ 4815 w 10000"/>
                <a:gd name="connsiteY163" fmla="*/ 6497 h 10000"/>
                <a:gd name="connsiteX164" fmla="*/ 4844 w 10000"/>
                <a:gd name="connsiteY164" fmla="*/ 6414 h 10000"/>
                <a:gd name="connsiteX165" fmla="*/ 4872 w 10000"/>
                <a:gd name="connsiteY165" fmla="*/ 6389 h 10000"/>
                <a:gd name="connsiteX166" fmla="*/ 4901 w 10000"/>
                <a:gd name="connsiteY166" fmla="*/ 6299 h 10000"/>
                <a:gd name="connsiteX167" fmla="*/ 4930 w 10000"/>
                <a:gd name="connsiteY167" fmla="*/ 6299 h 10000"/>
                <a:gd name="connsiteX168" fmla="*/ 4959 w 10000"/>
                <a:gd name="connsiteY168" fmla="*/ 6299 h 10000"/>
                <a:gd name="connsiteX169" fmla="*/ 4987 w 10000"/>
                <a:gd name="connsiteY169" fmla="*/ 6159 h 10000"/>
                <a:gd name="connsiteX170" fmla="*/ 5013 w 10000"/>
                <a:gd name="connsiteY170" fmla="*/ 6191 h 10000"/>
                <a:gd name="connsiteX171" fmla="*/ 5041 w 10000"/>
                <a:gd name="connsiteY171" fmla="*/ 6127 h 10000"/>
                <a:gd name="connsiteX172" fmla="*/ 5070 w 10000"/>
                <a:gd name="connsiteY172" fmla="*/ 6191 h 10000"/>
                <a:gd name="connsiteX173" fmla="*/ 5099 w 10000"/>
                <a:gd name="connsiteY173" fmla="*/ 6076 h 10000"/>
                <a:gd name="connsiteX174" fmla="*/ 5128 w 10000"/>
                <a:gd name="connsiteY174" fmla="*/ 6045 h 10000"/>
                <a:gd name="connsiteX175" fmla="*/ 5156 w 10000"/>
                <a:gd name="connsiteY175" fmla="*/ 6045 h 10000"/>
                <a:gd name="connsiteX176" fmla="*/ 5185 w 10000"/>
                <a:gd name="connsiteY176" fmla="*/ 6076 h 10000"/>
                <a:gd name="connsiteX177" fmla="*/ 5214 w 10000"/>
                <a:gd name="connsiteY177" fmla="*/ 5987 h 10000"/>
                <a:gd name="connsiteX178" fmla="*/ 5243 w 10000"/>
                <a:gd name="connsiteY178" fmla="*/ 5987 h 10000"/>
                <a:gd name="connsiteX179" fmla="*/ 5271 w 10000"/>
                <a:gd name="connsiteY179" fmla="*/ 5987 h 10000"/>
                <a:gd name="connsiteX180" fmla="*/ 5300 w 10000"/>
                <a:gd name="connsiteY180" fmla="*/ 6076 h 10000"/>
                <a:gd name="connsiteX181" fmla="*/ 5329 w 10000"/>
                <a:gd name="connsiteY181" fmla="*/ 6045 h 10000"/>
                <a:gd name="connsiteX182" fmla="*/ 5358 w 10000"/>
                <a:gd name="connsiteY182" fmla="*/ 5987 h 10000"/>
                <a:gd name="connsiteX183" fmla="*/ 5387 w 10000"/>
                <a:gd name="connsiteY183" fmla="*/ 6045 h 10000"/>
                <a:gd name="connsiteX184" fmla="*/ 5415 w 10000"/>
                <a:gd name="connsiteY184" fmla="*/ 6191 h 10000"/>
                <a:gd name="connsiteX185" fmla="*/ 5444 w 10000"/>
                <a:gd name="connsiteY185" fmla="*/ 6159 h 10000"/>
                <a:gd name="connsiteX186" fmla="*/ 5473 w 10000"/>
                <a:gd name="connsiteY186" fmla="*/ 6102 h 10000"/>
                <a:gd name="connsiteX187" fmla="*/ 5502 w 10000"/>
                <a:gd name="connsiteY187" fmla="*/ 6127 h 10000"/>
                <a:gd name="connsiteX188" fmla="*/ 5530 w 10000"/>
                <a:gd name="connsiteY188" fmla="*/ 6159 h 10000"/>
                <a:gd name="connsiteX189" fmla="*/ 5559 w 10000"/>
                <a:gd name="connsiteY189" fmla="*/ 6191 h 10000"/>
                <a:gd name="connsiteX190" fmla="*/ 5588 w 10000"/>
                <a:gd name="connsiteY190" fmla="*/ 6102 h 10000"/>
                <a:gd name="connsiteX191" fmla="*/ 5617 w 10000"/>
                <a:gd name="connsiteY191" fmla="*/ 6102 h 10000"/>
                <a:gd name="connsiteX192" fmla="*/ 5645 w 10000"/>
                <a:gd name="connsiteY192" fmla="*/ 6127 h 10000"/>
                <a:gd name="connsiteX193" fmla="*/ 5674 w 10000"/>
                <a:gd name="connsiteY193" fmla="*/ 6127 h 10000"/>
                <a:gd name="connsiteX194" fmla="*/ 5703 w 10000"/>
                <a:gd name="connsiteY194" fmla="*/ 6019 h 10000"/>
                <a:gd name="connsiteX195" fmla="*/ 5732 w 10000"/>
                <a:gd name="connsiteY195" fmla="*/ 5962 h 10000"/>
                <a:gd name="connsiteX196" fmla="*/ 5761 w 10000"/>
                <a:gd name="connsiteY196" fmla="*/ 5987 h 10000"/>
                <a:gd name="connsiteX197" fmla="*/ 5789 w 10000"/>
                <a:gd name="connsiteY197" fmla="*/ 5987 h 10000"/>
                <a:gd name="connsiteX198" fmla="*/ 5818 w 10000"/>
                <a:gd name="connsiteY198" fmla="*/ 5936 h 10000"/>
                <a:gd name="connsiteX199" fmla="*/ 5843 w 10000"/>
                <a:gd name="connsiteY199" fmla="*/ 5879 h 10000"/>
                <a:gd name="connsiteX200" fmla="*/ 5872 w 10000"/>
                <a:gd name="connsiteY200" fmla="*/ 5904 h 10000"/>
                <a:gd name="connsiteX201" fmla="*/ 5901 w 10000"/>
                <a:gd name="connsiteY201" fmla="*/ 5962 h 10000"/>
                <a:gd name="connsiteX202" fmla="*/ 5930 w 10000"/>
                <a:gd name="connsiteY202" fmla="*/ 5936 h 10000"/>
                <a:gd name="connsiteX203" fmla="*/ 5958 w 10000"/>
                <a:gd name="connsiteY203" fmla="*/ 5987 h 10000"/>
                <a:gd name="connsiteX204" fmla="*/ 5987 w 10000"/>
                <a:gd name="connsiteY204" fmla="*/ 5987 h 10000"/>
                <a:gd name="connsiteX205" fmla="*/ 6016 w 10000"/>
                <a:gd name="connsiteY205" fmla="*/ 6076 h 10000"/>
                <a:gd name="connsiteX206" fmla="*/ 6045 w 10000"/>
                <a:gd name="connsiteY206" fmla="*/ 6076 h 10000"/>
                <a:gd name="connsiteX207" fmla="*/ 6073 w 10000"/>
                <a:gd name="connsiteY207" fmla="*/ 6045 h 10000"/>
                <a:gd name="connsiteX208" fmla="*/ 6102 w 10000"/>
                <a:gd name="connsiteY208" fmla="*/ 6045 h 10000"/>
                <a:gd name="connsiteX209" fmla="*/ 6131 w 10000"/>
                <a:gd name="connsiteY209" fmla="*/ 6127 h 10000"/>
                <a:gd name="connsiteX210" fmla="*/ 6160 w 10000"/>
                <a:gd name="connsiteY210" fmla="*/ 6102 h 10000"/>
                <a:gd name="connsiteX211" fmla="*/ 6188 w 10000"/>
                <a:gd name="connsiteY211" fmla="*/ 6102 h 10000"/>
                <a:gd name="connsiteX212" fmla="*/ 6217 w 10000"/>
                <a:gd name="connsiteY212" fmla="*/ 6102 h 10000"/>
                <a:gd name="connsiteX213" fmla="*/ 6246 w 10000"/>
                <a:gd name="connsiteY213" fmla="*/ 6127 h 10000"/>
                <a:gd name="connsiteX214" fmla="*/ 6275 w 10000"/>
                <a:gd name="connsiteY214" fmla="*/ 6127 h 10000"/>
                <a:gd name="connsiteX215" fmla="*/ 6303 w 10000"/>
                <a:gd name="connsiteY215" fmla="*/ 6102 h 10000"/>
                <a:gd name="connsiteX216" fmla="*/ 6332 w 10000"/>
                <a:gd name="connsiteY216" fmla="*/ 6159 h 10000"/>
                <a:gd name="connsiteX217" fmla="*/ 6361 w 10000"/>
                <a:gd name="connsiteY217" fmla="*/ 6191 h 10000"/>
                <a:gd name="connsiteX218" fmla="*/ 6390 w 10000"/>
                <a:gd name="connsiteY218" fmla="*/ 6191 h 10000"/>
                <a:gd name="connsiteX219" fmla="*/ 6419 w 10000"/>
                <a:gd name="connsiteY219" fmla="*/ 6159 h 10000"/>
                <a:gd name="connsiteX220" fmla="*/ 6447 w 10000"/>
                <a:gd name="connsiteY220" fmla="*/ 6191 h 10000"/>
                <a:gd name="connsiteX221" fmla="*/ 6476 w 10000"/>
                <a:gd name="connsiteY221" fmla="*/ 6274 h 10000"/>
                <a:gd name="connsiteX222" fmla="*/ 6505 w 10000"/>
                <a:gd name="connsiteY222" fmla="*/ 6299 h 10000"/>
                <a:gd name="connsiteX223" fmla="*/ 6534 w 10000"/>
                <a:gd name="connsiteY223" fmla="*/ 6274 h 10000"/>
                <a:gd name="connsiteX224" fmla="*/ 6562 w 10000"/>
                <a:gd name="connsiteY224" fmla="*/ 6248 h 10000"/>
                <a:gd name="connsiteX225" fmla="*/ 6591 w 10000"/>
                <a:gd name="connsiteY225" fmla="*/ 6299 h 10000"/>
                <a:gd name="connsiteX226" fmla="*/ 6620 w 10000"/>
                <a:gd name="connsiteY226" fmla="*/ 6274 h 10000"/>
                <a:gd name="connsiteX227" fmla="*/ 6649 w 10000"/>
                <a:gd name="connsiteY227" fmla="*/ 6274 h 10000"/>
                <a:gd name="connsiteX228" fmla="*/ 6674 w 10000"/>
                <a:gd name="connsiteY228" fmla="*/ 6248 h 10000"/>
                <a:gd name="connsiteX229" fmla="*/ 6703 w 10000"/>
                <a:gd name="connsiteY229" fmla="*/ 6248 h 10000"/>
                <a:gd name="connsiteX230" fmla="*/ 6731 w 10000"/>
                <a:gd name="connsiteY230" fmla="*/ 6331 h 10000"/>
                <a:gd name="connsiteX231" fmla="*/ 6760 w 10000"/>
                <a:gd name="connsiteY231" fmla="*/ 6357 h 10000"/>
                <a:gd name="connsiteX232" fmla="*/ 6789 w 10000"/>
                <a:gd name="connsiteY232" fmla="*/ 6274 h 10000"/>
                <a:gd name="connsiteX233" fmla="*/ 6818 w 10000"/>
                <a:gd name="connsiteY233" fmla="*/ 6414 h 10000"/>
                <a:gd name="connsiteX234" fmla="*/ 6846 w 10000"/>
                <a:gd name="connsiteY234" fmla="*/ 6414 h 10000"/>
                <a:gd name="connsiteX235" fmla="*/ 6875 w 10000"/>
                <a:gd name="connsiteY235" fmla="*/ 6274 h 10000"/>
                <a:gd name="connsiteX236" fmla="*/ 6908 w 10000"/>
                <a:gd name="connsiteY236" fmla="*/ 6191 h 10000"/>
                <a:gd name="connsiteX237" fmla="*/ 6936 w 10000"/>
                <a:gd name="connsiteY237" fmla="*/ 6191 h 10000"/>
                <a:gd name="connsiteX238" fmla="*/ 6962 w 10000"/>
                <a:gd name="connsiteY238" fmla="*/ 6248 h 10000"/>
                <a:gd name="connsiteX239" fmla="*/ 6990 w 10000"/>
                <a:gd name="connsiteY239" fmla="*/ 6248 h 10000"/>
                <a:gd name="connsiteX240" fmla="*/ 7019 w 10000"/>
                <a:gd name="connsiteY240" fmla="*/ 6217 h 10000"/>
                <a:gd name="connsiteX241" fmla="*/ 7048 w 10000"/>
                <a:gd name="connsiteY241" fmla="*/ 6127 h 10000"/>
                <a:gd name="connsiteX242" fmla="*/ 7077 w 10000"/>
                <a:gd name="connsiteY242" fmla="*/ 6127 h 10000"/>
                <a:gd name="connsiteX243" fmla="*/ 7105 w 10000"/>
                <a:gd name="connsiteY243" fmla="*/ 6102 h 10000"/>
                <a:gd name="connsiteX244" fmla="*/ 7134 w 10000"/>
                <a:gd name="connsiteY244" fmla="*/ 6045 h 10000"/>
                <a:gd name="connsiteX245" fmla="*/ 7163 w 10000"/>
                <a:gd name="connsiteY245" fmla="*/ 6045 h 10000"/>
                <a:gd name="connsiteX246" fmla="*/ 7192 w 10000"/>
                <a:gd name="connsiteY246" fmla="*/ 6127 h 10000"/>
                <a:gd name="connsiteX247" fmla="*/ 7220 w 10000"/>
                <a:gd name="connsiteY247" fmla="*/ 6102 h 10000"/>
                <a:gd name="connsiteX248" fmla="*/ 7249 w 10000"/>
                <a:gd name="connsiteY248" fmla="*/ 6076 h 10000"/>
                <a:gd name="connsiteX249" fmla="*/ 7278 w 10000"/>
                <a:gd name="connsiteY249" fmla="*/ 6045 h 10000"/>
                <a:gd name="connsiteX250" fmla="*/ 7307 w 10000"/>
                <a:gd name="connsiteY250" fmla="*/ 6127 h 10000"/>
                <a:gd name="connsiteX251" fmla="*/ 7335 w 10000"/>
                <a:gd name="connsiteY251" fmla="*/ 6248 h 10000"/>
                <a:gd name="connsiteX252" fmla="*/ 7364 w 10000"/>
                <a:gd name="connsiteY252" fmla="*/ 6248 h 10000"/>
                <a:gd name="connsiteX253" fmla="*/ 7393 w 10000"/>
                <a:gd name="connsiteY253" fmla="*/ 6274 h 10000"/>
                <a:gd name="connsiteX254" fmla="*/ 7422 w 10000"/>
                <a:gd name="connsiteY254" fmla="*/ 6357 h 10000"/>
                <a:gd name="connsiteX255" fmla="*/ 7451 w 10000"/>
                <a:gd name="connsiteY255" fmla="*/ 6389 h 10000"/>
                <a:gd name="connsiteX256" fmla="*/ 7479 w 10000"/>
                <a:gd name="connsiteY256" fmla="*/ 6274 h 10000"/>
                <a:gd name="connsiteX257" fmla="*/ 7508 w 10000"/>
                <a:gd name="connsiteY257" fmla="*/ 6299 h 10000"/>
                <a:gd name="connsiteX258" fmla="*/ 7537 w 10000"/>
                <a:gd name="connsiteY258" fmla="*/ 6299 h 10000"/>
                <a:gd name="connsiteX259" fmla="*/ 7566 w 10000"/>
                <a:gd name="connsiteY259" fmla="*/ 6389 h 10000"/>
                <a:gd name="connsiteX260" fmla="*/ 7594 w 10000"/>
                <a:gd name="connsiteY260" fmla="*/ 6357 h 10000"/>
                <a:gd name="connsiteX261" fmla="*/ 7623 w 10000"/>
                <a:gd name="connsiteY261" fmla="*/ 6331 h 10000"/>
                <a:gd name="connsiteX262" fmla="*/ 7652 w 10000"/>
                <a:gd name="connsiteY262" fmla="*/ 6357 h 10000"/>
                <a:gd name="connsiteX263" fmla="*/ 7681 w 10000"/>
                <a:gd name="connsiteY263" fmla="*/ 6439 h 10000"/>
                <a:gd name="connsiteX264" fmla="*/ 7709 w 10000"/>
                <a:gd name="connsiteY264" fmla="*/ 6389 h 10000"/>
                <a:gd name="connsiteX265" fmla="*/ 7738 w 10000"/>
                <a:gd name="connsiteY265" fmla="*/ 6414 h 10000"/>
                <a:gd name="connsiteX266" fmla="*/ 7767 w 10000"/>
                <a:gd name="connsiteY266" fmla="*/ 6299 h 10000"/>
                <a:gd name="connsiteX267" fmla="*/ 7792 w 10000"/>
                <a:gd name="connsiteY267" fmla="*/ 6331 h 10000"/>
                <a:gd name="connsiteX268" fmla="*/ 7821 w 10000"/>
                <a:gd name="connsiteY268" fmla="*/ 6389 h 10000"/>
                <a:gd name="connsiteX269" fmla="*/ 7850 w 10000"/>
                <a:gd name="connsiteY269" fmla="*/ 6331 h 10000"/>
                <a:gd name="connsiteX270" fmla="*/ 7878 w 10000"/>
                <a:gd name="connsiteY270" fmla="*/ 6299 h 10000"/>
                <a:gd name="connsiteX271" fmla="*/ 7907 w 10000"/>
                <a:gd name="connsiteY271" fmla="*/ 6414 h 10000"/>
                <a:gd name="connsiteX272" fmla="*/ 7936 w 10000"/>
                <a:gd name="connsiteY272" fmla="*/ 6389 h 10000"/>
                <a:gd name="connsiteX273" fmla="*/ 7965 w 10000"/>
                <a:gd name="connsiteY273" fmla="*/ 6331 h 10000"/>
                <a:gd name="connsiteX274" fmla="*/ 7994 w 10000"/>
                <a:gd name="connsiteY274" fmla="*/ 6331 h 10000"/>
                <a:gd name="connsiteX275" fmla="*/ 8022 w 10000"/>
                <a:gd name="connsiteY275" fmla="*/ 6389 h 10000"/>
                <a:gd name="connsiteX276" fmla="*/ 8051 w 10000"/>
                <a:gd name="connsiteY276" fmla="*/ 6357 h 10000"/>
                <a:gd name="connsiteX277" fmla="*/ 8080 w 10000"/>
                <a:gd name="connsiteY277" fmla="*/ 6357 h 10000"/>
                <a:gd name="connsiteX278" fmla="*/ 8109 w 10000"/>
                <a:gd name="connsiteY278" fmla="*/ 6299 h 10000"/>
                <a:gd name="connsiteX279" fmla="*/ 8137 w 10000"/>
                <a:gd name="connsiteY279" fmla="*/ 6389 h 10000"/>
                <a:gd name="connsiteX280" fmla="*/ 8166 w 10000"/>
                <a:gd name="connsiteY280" fmla="*/ 6414 h 10000"/>
                <a:gd name="connsiteX281" fmla="*/ 8195 w 10000"/>
                <a:gd name="connsiteY281" fmla="*/ 6331 h 10000"/>
                <a:gd name="connsiteX282" fmla="*/ 8224 w 10000"/>
                <a:gd name="connsiteY282" fmla="*/ 6274 h 10000"/>
                <a:gd name="connsiteX283" fmla="*/ 8252 w 10000"/>
                <a:gd name="connsiteY283" fmla="*/ 6389 h 10000"/>
                <a:gd name="connsiteX284" fmla="*/ 8281 w 10000"/>
                <a:gd name="connsiteY284" fmla="*/ 6497 h 10000"/>
                <a:gd name="connsiteX285" fmla="*/ 8310 w 10000"/>
                <a:gd name="connsiteY285" fmla="*/ 6471 h 10000"/>
                <a:gd name="connsiteX286" fmla="*/ 8339 w 10000"/>
                <a:gd name="connsiteY286" fmla="*/ 6357 h 10000"/>
                <a:gd name="connsiteX287" fmla="*/ 8367 w 10000"/>
                <a:gd name="connsiteY287" fmla="*/ 6389 h 10000"/>
                <a:gd name="connsiteX288" fmla="*/ 8396 w 10000"/>
                <a:gd name="connsiteY288" fmla="*/ 6439 h 10000"/>
                <a:gd name="connsiteX289" fmla="*/ 8425 w 10000"/>
                <a:gd name="connsiteY289" fmla="*/ 6414 h 10000"/>
                <a:gd name="connsiteX290" fmla="*/ 8454 w 10000"/>
                <a:gd name="connsiteY290" fmla="*/ 6357 h 10000"/>
                <a:gd name="connsiteX291" fmla="*/ 8483 w 10000"/>
                <a:gd name="connsiteY291" fmla="*/ 6357 h 10000"/>
                <a:gd name="connsiteX292" fmla="*/ 8511 w 10000"/>
                <a:gd name="connsiteY292" fmla="*/ 6414 h 10000"/>
                <a:gd name="connsiteX293" fmla="*/ 8540 w 10000"/>
                <a:gd name="connsiteY293" fmla="*/ 6414 h 10000"/>
                <a:gd name="connsiteX294" fmla="*/ 8569 w 10000"/>
                <a:gd name="connsiteY294" fmla="*/ 6331 h 10000"/>
                <a:gd name="connsiteX295" fmla="*/ 8598 w 10000"/>
                <a:gd name="connsiteY295" fmla="*/ 6414 h 10000"/>
                <a:gd name="connsiteX296" fmla="*/ 8623 w 10000"/>
                <a:gd name="connsiteY296" fmla="*/ 6414 h 10000"/>
                <a:gd name="connsiteX297" fmla="*/ 8652 w 10000"/>
                <a:gd name="connsiteY297" fmla="*/ 6471 h 10000"/>
                <a:gd name="connsiteX298" fmla="*/ 8680 w 10000"/>
                <a:gd name="connsiteY298" fmla="*/ 6389 h 10000"/>
                <a:gd name="connsiteX299" fmla="*/ 8709 w 10000"/>
                <a:gd name="connsiteY299" fmla="*/ 6357 h 10000"/>
                <a:gd name="connsiteX300" fmla="*/ 8738 w 10000"/>
                <a:gd name="connsiteY300" fmla="*/ 6414 h 10000"/>
                <a:gd name="connsiteX301" fmla="*/ 8767 w 10000"/>
                <a:gd name="connsiteY301" fmla="*/ 6471 h 10000"/>
                <a:gd name="connsiteX302" fmla="*/ 8795 w 10000"/>
                <a:gd name="connsiteY302" fmla="*/ 6414 h 10000"/>
                <a:gd name="connsiteX303" fmla="*/ 8824 w 10000"/>
                <a:gd name="connsiteY303" fmla="*/ 6357 h 10000"/>
                <a:gd name="connsiteX304" fmla="*/ 8853 w 10000"/>
                <a:gd name="connsiteY304" fmla="*/ 6414 h 10000"/>
                <a:gd name="connsiteX305" fmla="*/ 8882 w 10000"/>
                <a:gd name="connsiteY305" fmla="*/ 6497 h 10000"/>
                <a:gd name="connsiteX306" fmla="*/ 8910 w 10000"/>
                <a:gd name="connsiteY306" fmla="*/ 6414 h 10000"/>
                <a:gd name="connsiteX307" fmla="*/ 8939 w 10000"/>
                <a:gd name="connsiteY307" fmla="*/ 6357 h 10000"/>
                <a:gd name="connsiteX308" fmla="*/ 8968 w 10000"/>
                <a:gd name="connsiteY308" fmla="*/ 6389 h 10000"/>
                <a:gd name="connsiteX309" fmla="*/ 8997 w 10000"/>
                <a:gd name="connsiteY309" fmla="*/ 6414 h 10000"/>
                <a:gd name="connsiteX310" fmla="*/ 9026 w 10000"/>
                <a:gd name="connsiteY310" fmla="*/ 6357 h 10000"/>
                <a:gd name="connsiteX311" fmla="*/ 9054 w 10000"/>
                <a:gd name="connsiteY311" fmla="*/ 6331 h 10000"/>
                <a:gd name="connsiteX312" fmla="*/ 9083 w 10000"/>
                <a:gd name="connsiteY312" fmla="*/ 6299 h 10000"/>
                <a:gd name="connsiteX313" fmla="*/ 9112 w 10000"/>
                <a:gd name="connsiteY313" fmla="*/ 6357 h 10000"/>
                <a:gd name="connsiteX314" fmla="*/ 9141 w 10000"/>
                <a:gd name="connsiteY314" fmla="*/ 6357 h 10000"/>
                <a:gd name="connsiteX315" fmla="*/ 9169 w 10000"/>
                <a:gd name="connsiteY315" fmla="*/ 6357 h 10000"/>
                <a:gd name="connsiteX316" fmla="*/ 9198 w 10000"/>
                <a:gd name="connsiteY316" fmla="*/ 6299 h 10000"/>
                <a:gd name="connsiteX317" fmla="*/ 9227 w 10000"/>
                <a:gd name="connsiteY317" fmla="*/ 6331 h 10000"/>
                <a:gd name="connsiteX318" fmla="*/ 9256 w 10000"/>
                <a:gd name="connsiteY318" fmla="*/ 6331 h 10000"/>
                <a:gd name="connsiteX319" fmla="*/ 9284 w 10000"/>
                <a:gd name="connsiteY319" fmla="*/ 6248 h 10000"/>
                <a:gd name="connsiteX320" fmla="*/ 9313 w 10000"/>
                <a:gd name="connsiteY320" fmla="*/ 6217 h 10000"/>
                <a:gd name="connsiteX321" fmla="*/ 9342 w 10000"/>
                <a:gd name="connsiteY321" fmla="*/ 6248 h 10000"/>
                <a:gd name="connsiteX322" fmla="*/ 9371 w 10000"/>
                <a:gd name="connsiteY322" fmla="*/ 6299 h 10000"/>
                <a:gd name="connsiteX323" fmla="*/ 9399 w 10000"/>
                <a:gd name="connsiteY323" fmla="*/ 6217 h 10000"/>
                <a:gd name="connsiteX324" fmla="*/ 9428 w 10000"/>
                <a:gd name="connsiteY324" fmla="*/ 6159 h 10000"/>
                <a:gd name="connsiteX325" fmla="*/ 9453 w 10000"/>
                <a:gd name="connsiteY325" fmla="*/ 6191 h 10000"/>
                <a:gd name="connsiteX326" fmla="*/ 9482 w 10000"/>
                <a:gd name="connsiteY326" fmla="*/ 6217 h 10000"/>
                <a:gd name="connsiteX327" fmla="*/ 9511 w 10000"/>
                <a:gd name="connsiteY327" fmla="*/ 6191 h 10000"/>
                <a:gd name="connsiteX328" fmla="*/ 9540 w 10000"/>
                <a:gd name="connsiteY328" fmla="*/ 6102 h 10000"/>
                <a:gd name="connsiteX329" fmla="*/ 9569 w 10000"/>
                <a:gd name="connsiteY329" fmla="*/ 6159 h 10000"/>
                <a:gd name="connsiteX330" fmla="*/ 9597 w 10000"/>
                <a:gd name="connsiteY330" fmla="*/ 6191 h 10000"/>
                <a:gd name="connsiteX331" fmla="*/ 9626 w 10000"/>
                <a:gd name="connsiteY331" fmla="*/ 6102 h 10000"/>
                <a:gd name="connsiteX332" fmla="*/ 9655 w 10000"/>
                <a:gd name="connsiteY332" fmla="*/ 6019 h 10000"/>
                <a:gd name="connsiteX333" fmla="*/ 9684 w 10000"/>
                <a:gd name="connsiteY333" fmla="*/ 5962 h 10000"/>
                <a:gd name="connsiteX334" fmla="*/ 9712 w 10000"/>
                <a:gd name="connsiteY334" fmla="*/ 5879 h 10000"/>
                <a:gd name="connsiteX335" fmla="*/ 9741 w 10000"/>
                <a:gd name="connsiteY335" fmla="*/ 5567 h 10000"/>
                <a:gd name="connsiteX336" fmla="*/ 9770 w 10000"/>
                <a:gd name="connsiteY336" fmla="*/ 5000 h 10000"/>
                <a:gd name="connsiteX337" fmla="*/ 9799 w 10000"/>
                <a:gd name="connsiteY337" fmla="*/ 3420 h 10000"/>
                <a:gd name="connsiteX338" fmla="*/ 9827 w 10000"/>
                <a:gd name="connsiteY338" fmla="*/ 567 h 10000"/>
                <a:gd name="connsiteX339" fmla="*/ 9856 w 10000"/>
                <a:gd name="connsiteY339" fmla="*/ 0 h 10000"/>
                <a:gd name="connsiteX340" fmla="*/ 9885 w 10000"/>
                <a:gd name="connsiteY340" fmla="*/ 427 h 10000"/>
                <a:gd name="connsiteX341" fmla="*/ 9914 w 10000"/>
                <a:gd name="connsiteY341" fmla="*/ 3618 h 10000"/>
                <a:gd name="connsiteX342" fmla="*/ 9942 w 10000"/>
                <a:gd name="connsiteY342" fmla="*/ 3650 h 10000"/>
                <a:gd name="connsiteX343" fmla="*/ 9971 w 10000"/>
                <a:gd name="connsiteY343" fmla="*/ 3510 h 10000"/>
                <a:gd name="connsiteX344" fmla="*/ 10000 w 10000"/>
                <a:gd name="connsiteY344" fmla="*/ 3363 h 10000"/>
                <a:gd name="connsiteX0" fmla="*/ 0 w 10000"/>
                <a:gd name="connsiteY0" fmla="*/ 3395 h 10000"/>
                <a:gd name="connsiteX1" fmla="*/ 29 w 10000"/>
                <a:gd name="connsiteY1" fmla="*/ 3280 h 10000"/>
                <a:gd name="connsiteX2" fmla="*/ 173 w 10000"/>
                <a:gd name="connsiteY2" fmla="*/ 3592 h 10000"/>
                <a:gd name="connsiteX3" fmla="*/ 259 w 10000"/>
                <a:gd name="connsiteY3" fmla="*/ 3618 h 10000"/>
                <a:gd name="connsiteX4" fmla="*/ 284 w 10000"/>
                <a:gd name="connsiteY4" fmla="*/ 3955 h 10000"/>
                <a:gd name="connsiteX5" fmla="*/ 313 w 10000"/>
                <a:gd name="connsiteY5" fmla="*/ 4548 h 10000"/>
                <a:gd name="connsiteX6" fmla="*/ 342 w 10000"/>
                <a:gd name="connsiteY6" fmla="*/ 5057 h 10000"/>
                <a:gd name="connsiteX7" fmla="*/ 370 w 10000"/>
                <a:gd name="connsiteY7" fmla="*/ 5510 h 10000"/>
                <a:gd name="connsiteX8" fmla="*/ 403 w 10000"/>
                <a:gd name="connsiteY8" fmla="*/ 6274 h 10000"/>
                <a:gd name="connsiteX9" fmla="*/ 431 w 10000"/>
                <a:gd name="connsiteY9" fmla="*/ 7006 h 10000"/>
                <a:gd name="connsiteX10" fmla="*/ 460 w 10000"/>
                <a:gd name="connsiteY10" fmla="*/ 7178 h 10000"/>
                <a:gd name="connsiteX11" fmla="*/ 489 w 10000"/>
                <a:gd name="connsiteY11" fmla="*/ 6892 h 10000"/>
                <a:gd name="connsiteX12" fmla="*/ 518 w 10000"/>
                <a:gd name="connsiteY12" fmla="*/ 6726 h 10000"/>
                <a:gd name="connsiteX13" fmla="*/ 547 w 10000"/>
                <a:gd name="connsiteY13" fmla="*/ 6783 h 10000"/>
                <a:gd name="connsiteX14" fmla="*/ 572 w 10000"/>
                <a:gd name="connsiteY14" fmla="*/ 6809 h 10000"/>
                <a:gd name="connsiteX15" fmla="*/ 601 w 10000"/>
                <a:gd name="connsiteY15" fmla="*/ 7038 h 10000"/>
                <a:gd name="connsiteX16" fmla="*/ 629 w 10000"/>
                <a:gd name="connsiteY16" fmla="*/ 7178 h 10000"/>
                <a:gd name="connsiteX17" fmla="*/ 658 w 10000"/>
                <a:gd name="connsiteY17" fmla="*/ 7121 h 10000"/>
                <a:gd name="connsiteX18" fmla="*/ 687 w 10000"/>
                <a:gd name="connsiteY18" fmla="*/ 6949 h 10000"/>
                <a:gd name="connsiteX19" fmla="*/ 716 w 10000"/>
                <a:gd name="connsiteY19" fmla="*/ 6866 h 10000"/>
                <a:gd name="connsiteX20" fmla="*/ 744 w 10000"/>
                <a:gd name="connsiteY20" fmla="*/ 6694 h 10000"/>
                <a:gd name="connsiteX21" fmla="*/ 773 w 10000"/>
                <a:gd name="connsiteY21" fmla="*/ 6611 h 10000"/>
                <a:gd name="connsiteX22" fmla="*/ 802 w 10000"/>
                <a:gd name="connsiteY22" fmla="*/ 6529 h 10000"/>
                <a:gd name="connsiteX23" fmla="*/ 831 w 10000"/>
                <a:gd name="connsiteY23" fmla="*/ 6497 h 10000"/>
                <a:gd name="connsiteX24" fmla="*/ 859 w 10000"/>
                <a:gd name="connsiteY24" fmla="*/ 6554 h 10000"/>
                <a:gd name="connsiteX25" fmla="*/ 888 w 10000"/>
                <a:gd name="connsiteY25" fmla="*/ 6752 h 10000"/>
                <a:gd name="connsiteX26" fmla="*/ 917 w 10000"/>
                <a:gd name="connsiteY26" fmla="*/ 6783 h 10000"/>
                <a:gd name="connsiteX27" fmla="*/ 946 w 10000"/>
                <a:gd name="connsiteY27" fmla="*/ 6834 h 10000"/>
                <a:gd name="connsiteX28" fmla="*/ 974 w 10000"/>
                <a:gd name="connsiteY28" fmla="*/ 6694 h 10000"/>
                <a:gd name="connsiteX29" fmla="*/ 1003 w 10000"/>
                <a:gd name="connsiteY29" fmla="*/ 6643 h 10000"/>
                <a:gd name="connsiteX30" fmla="*/ 1032 w 10000"/>
                <a:gd name="connsiteY30" fmla="*/ 6586 h 10000"/>
                <a:gd name="connsiteX31" fmla="*/ 1061 w 10000"/>
                <a:gd name="connsiteY31" fmla="*/ 6643 h 10000"/>
                <a:gd name="connsiteX32" fmla="*/ 1090 w 10000"/>
                <a:gd name="connsiteY32" fmla="*/ 6892 h 10000"/>
                <a:gd name="connsiteX33" fmla="*/ 1118 w 10000"/>
                <a:gd name="connsiteY33" fmla="*/ 6981 h 10000"/>
                <a:gd name="connsiteX34" fmla="*/ 1147 w 10000"/>
                <a:gd name="connsiteY34" fmla="*/ 6892 h 10000"/>
                <a:gd name="connsiteX35" fmla="*/ 1176 w 10000"/>
                <a:gd name="connsiteY35" fmla="*/ 6752 h 10000"/>
                <a:gd name="connsiteX36" fmla="*/ 1205 w 10000"/>
                <a:gd name="connsiteY36" fmla="*/ 6669 h 10000"/>
                <a:gd name="connsiteX37" fmla="*/ 1233 w 10000"/>
                <a:gd name="connsiteY37" fmla="*/ 6726 h 10000"/>
                <a:gd name="connsiteX38" fmla="*/ 1262 w 10000"/>
                <a:gd name="connsiteY38" fmla="*/ 6694 h 10000"/>
                <a:gd name="connsiteX39" fmla="*/ 1291 w 10000"/>
                <a:gd name="connsiteY39" fmla="*/ 6669 h 10000"/>
                <a:gd name="connsiteX40" fmla="*/ 1320 w 10000"/>
                <a:gd name="connsiteY40" fmla="*/ 6643 h 10000"/>
                <a:gd name="connsiteX41" fmla="*/ 1348 w 10000"/>
                <a:gd name="connsiteY41" fmla="*/ 6866 h 10000"/>
                <a:gd name="connsiteX42" fmla="*/ 1377 w 10000"/>
                <a:gd name="connsiteY42" fmla="*/ 6924 h 10000"/>
                <a:gd name="connsiteX43" fmla="*/ 1402 w 10000"/>
                <a:gd name="connsiteY43" fmla="*/ 6834 h 10000"/>
                <a:gd name="connsiteX44" fmla="*/ 1431 w 10000"/>
                <a:gd name="connsiteY44" fmla="*/ 6924 h 10000"/>
                <a:gd name="connsiteX45" fmla="*/ 1460 w 10000"/>
                <a:gd name="connsiteY45" fmla="*/ 6949 h 10000"/>
                <a:gd name="connsiteX46" fmla="*/ 1489 w 10000"/>
                <a:gd name="connsiteY46" fmla="*/ 7064 h 10000"/>
                <a:gd name="connsiteX47" fmla="*/ 1517 w 10000"/>
                <a:gd name="connsiteY47" fmla="*/ 7006 h 10000"/>
                <a:gd name="connsiteX48" fmla="*/ 1546 w 10000"/>
                <a:gd name="connsiteY48" fmla="*/ 7038 h 10000"/>
                <a:gd name="connsiteX49" fmla="*/ 1575 w 10000"/>
                <a:gd name="connsiteY49" fmla="*/ 7121 h 10000"/>
                <a:gd name="connsiteX50" fmla="*/ 1604 w 10000"/>
                <a:gd name="connsiteY50" fmla="*/ 7089 h 10000"/>
                <a:gd name="connsiteX51" fmla="*/ 1633 w 10000"/>
                <a:gd name="connsiteY51" fmla="*/ 6834 h 10000"/>
                <a:gd name="connsiteX52" fmla="*/ 1661 w 10000"/>
                <a:gd name="connsiteY52" fmla="*/ 6726 h 10000"/>
                <a:gd name="connsiteX53" fmla="*/ 1690 w 10000"/>
                <a:gd name="connsiteY53" fmla="*/ 6752 h 10000"/>
                <a:gd name="connsiteX54" fmla="*/ 1719 w 10000"/>
                <a:gd name="connsiteY54" fmla="*/ 6783 h 10000"/>
                <a:gd name="connsiteX55" fmla="*/ 1748 w 10000"/>
                <a:gd name="connsiteY55" fmla="*/ 6834 h 10000"/>
                <a:gd name="connsiteX56" fmla="*/ 1776 w 10000"/>
                <a:gd name="connsiteY56" fmla="*/ 6694 h 10000"/>
                <a:gd name="connsiteX57" fmla="*/ 1805 w 10000"/>
                <a:gd name="connsiteY57" fmla="*/ 6643 h 10000"/>
                <a:gd name="connsiteX58" fmla="*/ 1834 w 10000"/>
                <a:gd name="connsiteY58" fmla="*/ 6669 h 10000"/>
                <a:gd name="connsiteX59" fmla="*/ 1863 w 10000"/>
                <a:gd name="connsiteY59" fmla="*/ 6694 h 10000"/>
                <a:gd name="connsiteX60" fmla="*/ 1891 w 10000"/>
                <a:gd name="connsiteY60" fmla="*/ 6586 h 10000"/>
                <a:gd name="connsiteX61" fmla="*/ 1920 w 10000"/>
                <a:gd name="connsiteY61" fmla="*/ 6497 h 10000"/>
                <a:gd name="connsiteX62" fmla="*/ 1949 w 10000"/>
                <a:gd name="connsiteY62" fmla="*/ 6357 h 10000"/>
                <a:gd name="connsiteX63" fmla="*/ 1978 w 10000"/>
                <a:gd name="connsiteY63" fmla="*/ 6248 h 10000"/>
                <a:gd name="connsiteX64" fmla="*/ 2006 w 10000"/>
                <a:gd name="connsiteY64" fmla="*/ 6191 h 10000"/>
                <a:gd name="connsiteX65" fmla="*/ 2035 w 10000"/>
                <a:gd name="connsiteY65" fmla="*/ 6102 h 10000"/>
                <a:gd name="connsiteX66" fmla="*/ 2064 w 10000"/>
                <a:gd name="connsiteY66" fmla="*/ 6045 h 10000"/>
                <a:gd name="connsiteX67" fmla="*/ 2093 w 10000"/>
                <a:gd name="connsiteY67" fmla="*/ 5847 h 10000"/>
                <a:gd name="connsiteX68" fmla="*/ 2122 w 10000"/>
                <a:gd name="connsiteY68" fmla="*/ 5624 h 10000"/>
                <a:gd name="connsiteX69" fmla="*/ 2150 w 10000"/>
                <a:gd name="connsiteY69" fmla="*/ 5541 h 10000"/>
                <a:gd name="connsiteX70" fmla="*/ 2179 w 10000"/>
                <a:gd name="connsiteY70" fmla="*/ 5567 h 10000"/>
                <a:gd name="connsiteX71" fmla="*/ 2208 w 10000"/>
                <a:gd name="connsiteY71" fmla="*/ 5395 h 10000"/>
                <a:gd name="connsiteX72" fmla="*/ 2233 w 10000"/>
                <a:gd name="connsiteY72" fmla="*/ 5229 h 10000"/>
                <a:gd name="connsiteX73" fmla="*/ 2262 w 10000"/>
                <a:gd name="connsiteY73" fmla="*/ 5197 h 10000"/>
                <a:gd name="connsiteX74" fmla="*/ 2291 w 10000"/>
                <a:gd name="connsiteY74" fmla="*/ 5255 h 10000"/>
                <a:gd name="connsiteX75" fmla="*/ 2319 w 10000"/>
                <a:gd name="connsiteY75" fmla="*/ 5255 h 10000"/>
                <a:gd name="connsiteX76" fmla="*/ 2348 w 10000"/>
                <a:gd name="connsiteY76" fmla="*/ 5197 h 10000"/>
                <a:gd name="connsiteX77" fmla="*/ 2377 w 10000"/>
                <a:gd name="connsiteY77" fmla="*/ 5146 h 10000"/>
                <a:gd name="connsiteX78" fmla="*/ 2406 w 10000"/>
                <a:gd name="connsiteY78" fmla="*/ 5172 h 10000"/>
                <a:gd name="connsiteX79" fmla="*/ 2434 w 10000"/>
                <a:gd name="connsiteY79" fmla="*/ 5197 h 10000"/>
                <a:gd name="connsiteX80" fmla="*/ 2463 w 10000"/>
                <a:gd name="connsiteY80" fmla="*/ 5197 h 10000"/>
                <a:gd name="connsiteX81" fmla="*/ 2492 w 10000"/>
                <a:gd name="connsiteY81" fmla="*/ 5197 h 10000"/>
                <a:gd name="connsiteX82" fmla="*/ 2521 w 10000"/>
                <a:gd name="connsiteY82" fmla="*/ 5312 h 10000"/>
                <a:gd name="connsiteX83" fmla="*/ 2549 w 10000"/>
                <a:gd name="connsiteY83" fmla="*/ 5395 h 10000"/>
                <a:gd name="connsiteX84" fmla="*/ 2578 w 10000"/>
                <a:gd name="connsiteY84" fmla="*/ 5312 h 10000"/>
                <a:gd name="connsiteX85" fmla="*/ 2607 w 10000"/>
                <a:gd name="connsiteY85" fmla="*/ 5338 h 10000"/>
                <a:gd name="connsiteX86" fmla="*/ 2636 w 10000"/>
                <a:gd name="connsiteY86" fmla="*/ 5484 h 10000"/>
                <a:gd name="connsiteX87" fmla="*/ 2665 w 10000"/>
                <a:gd name="connsiteY87" fmla="*/ 5624 h 10000"/>
                <a:gd name="connsiteX88" fmla="*/ 2693 w 10000"/>
                <a:gd name="connsiteY88" fmla="*/ 5541 h 10000"/>
                <a:gd name="connsiteX89" fmla="*/ 2722 w 10000"/>
                <a:gd name="connsiteY89" fmla="*/ 5510 h 10000"/>
                <a:gd name="connsiteX90" fmla="*/ 2751 w 10000"/>
                <a:gd name="connsiteY90" fmla="*/ 5592 h 10000"/>
                <a:gd name="connsiteX91" fmla="*/ 2780 w 10000"/>
                <a:gd name="connsiteY91" fmla="*/ 5764 h 10000"/>
                <a:gd name="connsiteX92" fmla="*/ 2808 w 10000"/>
                <a:gd name="connsiteY92" fmla="*/ 5822 h 10000"/>
                <a:gd name="connsiteX93" fmla="*/ 2837 w 10000"/>
                <a:gd name="connsiteY93" fmla="*/ 5764 h 10000"/>
                <a:gd name="connsiteX94" fmla="*/ 2866 w 10000"/>
                <a:gd name="connsiteY94" fmla="*/ 5732 h 10000"/>
                <a:gd name="connsiteX95" fmla="*/ 2895 w 10000"/>
                <a:gd name="connsiteY95" fmla="*/ 5796 h 10000"/>
                <a:gd name="connsiteX96" fmla="*/ 2923 w 10000"/>
                <a:gd name="connsiteY96" fmla="*/ 5822 h 10000"/>
                <a:gd name="connsiteX97" fmla="*/ 2952 w 10000"/>
                <a:gd name="connsiteY97" fmla="*/ 5732 h 10000"/>
                <a:gd name="connsiteX98" fmla="*/ 2981 w 10000"/>
                <a:gd name="connsiteY98" fmla="*/ 5732 h 10000"/>
                <a:gd name="connsiteX99" fmla="*/ 3010 w 10000"/>
                <a:gd name="connsiteY99" fmla="*/ 5847 h 10000"/>
                <a:gd name="connsiteX100" fmla="*/ 3038 w 10000"/>
                <a:gd name="connsiteY100" fmla="*/ 5962 h 10000"/>
                <a:gd name="connsiteX101" fmla="*/ 3064 w 10000"/>
                <a:gd name="connsiteY101" fmla="*/ 6019 h 10000"/>
                <a:gd name="connsiteX102" fmla="*/ 3092 w 10000"/>
                <a:gd name="connsiteY102" fmla="*/ 5962 h 10000"/>
                <a:gd name="connsiteX103" fmla="*/ 3121 w 10000"/>
                <a:gd name="connsiteY103" fmla="*/ 5936 h 10000"/>
                <a:gd name="connsiteX104" fmla="*/ 3150 w 10000"/>
                <a:gd name="connsiteY104" fmla="*/ 5936 h 10000"/>
                <a:gd name="connsiteX105" fmla="*/ 3179 w 10000"/>
                <a:gd name="connsiteY105" fmla="*/ 5879 h 10000"/>
                <a:gd name="connsiteX106" fmla="*/ 3207 w 10000"/>
                <a:gd name="connsiteY106" fmla="*/ 5879 h 10000"/>
                <a:gd name="connsiteX107" fmla="*/ 3236 w 10000"/>
                <a:gd name="connsiteY107" fmla="*/ 5904 h 10000"/>
                <a:gd name="connsiteX108" fmla="*/ 3265 w 10000"/>
                <a:gd name="connsiteY108" fmla="*/ 6045 h 10000"/>
                <a:gd name="connsiteX109" fmla="*/ 3294 w 10000"/>
                <a:gd name="connsiteY109" fmla="*/ 6159 h 10000"/>
                <a:gd name="connsiteX110" fmla="*/ 3323 w 10000"/>
                <a:gd name="connsiteY110" fmla="*/ 6299 h 10000"/>
                <a:gd name="connsiteX111" fmla="*/ 3351 w 10000"/>
                <a:gd name="connsiteY111" fmla="*/ 6497 h 10000"/>
                <a:gd name="connsiteX112" fmla="*/ 3380 w 10000"/>
                <a:gd name="connsiteY112" fmla="*/ 6669 h 10000"/>
                <a:gd name="connsiteX113" fmla="*/ 3409 w 10000"/>
                <a:gd name="connsiteY113" fmla="*/ 6783 h 10000"/>
                <a:gd name="connsiteX114" fmla="*/ 3438 w 10000"/>
                <a:gd name="connsiteY114" fmla="*/ 6809 h 10000"/>
                <a:gd name="connsiteX115" fmla="*/ 3466 w 10000"/>
                <a:gd name="connsiteY115" fmla="*/ 7038 h 10000"/>
                <a:gd name="connsiteX116" fmla="*/ 3495 w 10000"/>
                <a:gd name="connsiteY116" fmla="*/ 7287 h 10000"/>
                <a:gd name="connsiteX117" fmla="*/ 3524 w 10000"/>
                <a:gd name="connsiteY117" fmla="*/ 7459 h 10000"/>
                <a:gd name="connsiteX118" fmla="*/ 3553 w 10000"/>
                <a:gd name="connsiteY118" fmla="*/ 7376 h 10000"/>
                <a:gd name="connsiteX119" fmla="*/ 3581 w 10000"/>
                <a:gd name="connsiteY119" fmla="*/ 7261 h 10000"/>
                <a:gd name="connsiteX120" fmla="*/ 3610 w 10000"/>
                <a:gd name="connsiteY120" fmla="*/ 7121 h 10000"/>
                <a:gd name="connsiteX121" fmla="*/ 3639 w 10000"/>
                <a:gd name="connsiteY121" fmla="*/ 6809 h 10000"/>
                <a:gd name="connsiteX122" fmla="*/ 3668 w 10000"/>
                <a:gd name="connsiteY122" fmla="*/ 6529 h 10000"/>
                <a:gd name="connsiteX123" fmla="*/ 3697 w 10000"/>
                <a:gd name="connsiteY123" fmla="*/ 6414 h 10000"/>
                <a:gd name="connsiteX124" fmla="*/ 3725 w 10000"/>
                <a:gd name="connsiteY124" fmla="*/ 6159 h 10000"/>
                <a:gd name="connsiteX125" fmla="*/ 3754 w 10000"/>
                <a:gd name="connsiteY125" fmla="*/ 5592 h 10000"/>
                <a:gd name="connsiteX126" fmla="*/ 3783 w 10000"/>
                <a:gd name="connsiteY126" fmla="*/ 4694 h 10000"/>
                <a:gd name="connsiteX127" fmla="*/ 3812 w 10000"/>
                <a:gd name="connsiteY127" fmla="*/ 3930 h 10000"/>
                <a:gd name="connsiteX128" fmla="*/ 3840 w 10000"/>
                <a:gd name="connsiteY128" fmla="*/ 3510 h 10000"/>
                <a:gd name="connsiteX129" fmla="*/ 3869 w 10000"/>
                <a:gd name="connsiteY129" fmla="*/ 3223 h 10000"/>
                <a:gd name="connsiteX130" fmla="*/ 3894 w 10000"/>
                <a:gd name="connsiteY130" fmla="*/ 2994 h 10000"/>
                <a:gd name="connsiteX131" fmla="*/ 3923 w 10000"/>
                <a:gd name="connsiteY131" fmla="*/ 3338 h 10000"/>
                <a:gd name="connsiteX132" fmla="*/ 3955 w 10000"/>
                <a:gd name="connsiteY132" fmla="*/ 4236 h 10000"/>
                <a:gd name="connsiteX133" fmla="*/ 3984 w 10000"/>
                <a:gd name="connsiteY133" fmla="*/ 5936 h 10000"/>
                <a:gd name="connsiteX134" fmla="*/ 4013 w 10000"/>
                <a:gd name="connsiteY134" fmla="*/ 7771 h 10000"/>
                <a:gd name="connsiteX135" fmla="*/ 4042 w 10000"/>
                <a:gd name="connsiteY135" fmla="*/ 9013 h 10000"/>
                <a:gd name="connsiteX136" fmla="*/ 4070 w 10000"/>
                <a:gd name="connsiteY136" fmla="*/ 9548 h 10000"/>
                <a:gd name="connsiteX137" fmla="*/ 4099 w 10000"/>
                <a:gd name="connsiteY137" fmla="*/ 9720 h 10000"/>
                <a:gd name="connsiteX138" fmla="*/ 4128 w 10000"/>
                <a:gd name="connsiteY138" fmla="*/ 9968 h 10000"/>
                <a:gd name="connsiteX139" fmla="*/ 4157 w 10000"/>
                <a:gd name="connsiteY139" fmla="*/ 10000 h 10000"/>
                <a:gd name="connsiteX140" fmla="*/ 4182 w 10000"/>
                <a:gd name="connsiteY140" fmla="*/ 9293 h 10000"/>
                <a:gd name="connsiteX141" fmla="*/ 4211 w 10000"/>
                <a:gd name="connsiteY141" fmla="*/ 8815 h 10000"/>
                <a:gd name="connsiteX142" fmla="*/ 4239 w 10000"/>
                <a:gd name="connsiteY142" fmla="*/ 8280 h 10000"/>
                <a:gd name="connsiteX143" fmla="*/ 4268 w 10000"/>
                <a:gd name="connsiteY143" fmla="*/ 7745 h 10000"/>
                <a:gd name="connsiteX144" fmla="*/ 4297 w 10000"/>
                <a:gd name="connsiteY144" fmla="*/ 7459 h 10000"/>
                <a:gd name="connsiteX145" fmla="*/ 4326 w 10000"/>
                <a:gd name="connsiteY145" fmla="*/ 7318 h 10000"/>
                <a:gd name="connsiteX146" fmla="*/ 4355 w 10000"/>
                <a:gd name="connsiteY146" fmla="*/ 7089 h 10000"/>
                <a:gd name="connsiteX147" fmla="*/ 4383 w 10000"/>
                <a:gd name="connsiteY147" fmla="*/ 6834 h 10000"/>
                <a:gd name="connsiteX148" fmla="*/ 4412 w 10000"/>
                <a:gd name="connsiteY148" fmla="*/ 6783 h 10000"/>
                <a:gd name="connsiteX149" fmla="*/ 4441 w 10000"/>
                <a:gd name="connsiteY149" fmla="*/ 6809 h 10000"/>
                <a:gd name="connsiteX150" fmla="*/ 4470 w 10000"/>
                <a:gd name="connsiteY150" fmla="*/ 6783 h 10000"/>
                <a:gd name="connsiteX151" fmla="*/ 4498 w 10000"/>
                <a:gd name="connsiteY151" fmla="*/ 6726 h 10000"/>
                <a:gd name="connsiteX152" fmla="*/ 4527 w 10000"/>
                <a:gd name="connsiteY152" fmla="*/ 6643 h 10000"/>
                <a:gd name="connsiteX153" fmla="*/ 4556 w 10000"/>
                <a:gd name="connsiteY153" fmla="*/ 6643 h 10000"/>
                <a:gd name="connsiteX154" fmla="*/ 4585 w 10000"/>
                <a:gd name="connsiteY154" fmla="*/ 6669 h 10000"/>
                <a:gd name="connsiteX155" fmla="*/ 4613 w 10000"/>
                <a:gd name="connsiteY155" fmla="*/ 6643 h 10000"/>
                <a:gd name="connsiteX156" fmla="*/ 4642 w 10000"/>
                <a:gd name="connsiteY156" fmla="*/ 6611 h 10000"/>
                <a:gd name="connsiteX157" fmla="*/ 4671 w 10000"/>
                <a:gd name="connsiteY157" fmla="*/ 6611 h 10000"/>
                <a:gd name="connsiteX158" fmla="*/ 4700 w 10000"/>
                <a:gd name="connsiteY158" fmla="*/ 6643 h 10000"/>
                <a:gd name="connsiteX159" fmla="*/ 4729 w 10000"/>
                <a:gd name="connsiteY159" fmla="*/ 6586 h 10000"/>
                <a:gd name="connsiteX160" fmla="*/ 4757 w 10000"/>
                <a:gd name="connsiteY160" fmla="*/ 6497 h 10000"/>
                <a:gd name="connsiteX161" fmla="*/ 4786 w 10000"/>
                <a:gd name="connsiteY161" fmla="*/ 6439 h 10000"/>
                <a:gd name="connsiteX162" fmla="*/ 4815 w 10000"/>
                <a:gd name="connsiteY162" fmla="*/ 6497 h 10000"/>
                <a:gd name="connsiteX163" fmla="*/ 4844 w 10000"/>
                <a:gd name="connsiteY163" fmla="*/ 6414 h 10000"/>
                <a:gd name="connsiteX164" fmla="*/ 4872 w 10000"/>
                <a:gd name="connsiteY164" fmla="*/ 6389 h 10000"/>
                <a:gd name="connsiteX165" fmla="*/ 4901 w 10000"/>
                <a:gd name="connsiteY165" fmla="*/ 6299 h 10000"/>
                <a:gd name="connsiteX166" fmla="*/ 4930 w 10000"/>
                <a:gd name="connsiteY166" fmla="*/ 6299 h 10000"/>
                <a:gd name="connsiteX167" fmla="*/ 4959 w 10000"/>
                <a:gd name="connsiteY167" fmla="*/ 6299 h 10000"/>
                <a:gd name="connsiteX168" fmla="*/ 4987 w 10000"/>
                <a:gd name="connsiteY168" fmla="*/ 6159 h 10000"/>
                <a:gd name="connsiteX169" fmla="*/ 5013 w 10000"/>
                <a:gd name="connsiteY169" fmla="*/ 6191 h 10000"/>
                <a:gd name="connsiteX170" fmla="*/ 5041 w 10000"/>
                <a:gd name="connsiteY170" fmla="*/ 6127 h 10000"/>
                <a:gd name="connsiteX171" fmla="*/ 5070 w 10000"/>
                <a:gd name="connsiteY171" fmla="*/ 6191 h 10000"/>
                <a:gd name="connsiteX172" fmla="*/ 5099 w 10000"/>
                <a:gd name="connsiteY172" fmla="*/ 6076 h 10000"/>
                <a:gd name="connsiteX173" fmla="*/ 5128 w 10000"/>
                <a:gd name="connsiteY173" fmla="*/ 6045 h 10000"/>
                <a:gd name="connsiteX174" fmla="*/ 5156 w 10000"/>
                <a:gd name="connsiteY174" fmla="*/ 6045 h 10000"/>
                <a:gd name="connsiteX175" fmla="*/ 5185 w 10000"/>
                <a:gd name="connsiteY175" fmla="*/ 6076 h 10000"/>
                <a:gd name="connsiteX176" fmla="*/ 5214 w 10000"/>
                <a:gd name="connsiteY176" fmla="*/ 5987 h 10000"/>
                <a:gd name="connsiteX177" fmla="*/ 5243 w 10000"/>
                <a:gd name="connsiteY177" fmla="*/ 5987 h 10000"/>
                <a:gd name="connsiteX178" fmla="*/ 5271 w 10000"/>
                <a:gd name="connsiteY178" fmla="*/ 5987 h 10000"/>
                <a:gd name="connsiteX179" fmla="*/ 5300 w 10000"/>
                <a:gd name="connsiteY179" fmla="*/ 6076 h 10000"/>
                <a:gd name="connsiteX180" fmla="*/ 5329 w 10000"/>
                <a:gd name="connsiteY180" fmla="*/ 6045 h 10000"/>
                <a:gd name="connsiteX181" fmla="*/ 5358 w 10000"/>
                <a:gd name="connsiteY181" fmla="*/ 5987 h 10000"/>
                <a:gd name="connsiteX182" fmla="*/ 5387 w 10000"/>
                <a:gd name="connsiteY182" fmla="*/ 6045 h 10000"/>
                <a:gd name="connsiteX183" fmla="*/ 5415 w 10000"/>
                <a:gd name="connsiteY183" fmla="*/ 6191 h 10000"/>
                <a:gd name="connsiteX184" fmla="*/ 5444 w 10000"/>
                <a:gd name="connsiteY184" fmla="*/ 6159 h 10000"/>
                <a:gd name="connsiteX185" fmla="*/ 5473 w 10000"/>
                <a:gd name="connsiteY185" fmla="*/ 6102 h 10000"/>
                <a:gd name="connsiteX186" fmla="*/ 5502 w 10000"/>
                <a:gd name="connsiteY186" fmla="*/ 6127 h 10000"/>
                <a:gd name="connsiteX187" fmla="*/ 5530 w 10000"/>
                <a:gd name="connsiteY187" fmla="*/ 6159 h 10000"/>
                <a:gd name="connsiteX188" fmla="*/ 5559 w 10000"/>
                <a:gd name="connsiteY188" fmla="*/ 6191 h 10000"/>
                <a:gd name="connsiteX189" fmla="*/ 5588 w 10000"/>
                <a:gd name="connsiteY189" fmla="*/ 6102 h 10000"/>
                <a:gd name="connsiteX190" fmla="*/ 5617 w 10000"/>
                <a:gd name="connsiteY190" fmla="*/ 6102 h 10000"/>
                <a:gd name="connsiteX191" fmla="*/ 5645 w 10000"/>
                <a:gd name="connsiteY191" fmla="*/ 6127 h 10000"/>
                <a:gd name="connsiteX192" fmla="*/ 5674 w 10000"/>
                <a:gd name="connsiteY192" fmla="*/ 6127 h 10000"/>
                <a:gd name="connsiteX193" fmla="*/ 5703 w 10000"/>
                <a:gd name="connsiteY193" fmla="*/ 6019 h 10000"/>
                <a:gd name="connsiteX194" fmla="*/ 5732 w 10000"/>
                <a:gd name="connsiteY194" fmla="*/ 5962 h 10000"/>
                <a:gd name="connsiteX195" fmla="*/ 5761 w 10000"/>
                <a:gd name="connsiteY195" fmla="*/ 5987 h 10000"/>
                <a:gd name="connsiteX196" fmla="*/ 5789 w 10000"/>
                <a:gd name="connsiteY196" fmla="*/ 5987 h 10000"/>
                <a:gd name="connsiteX197" fmla="*/ 5818 w 10000"/>
                <a:gd name="connsiteY197" fmla="*/ 5936 h 10000"/>
                <a:gd name="connsiteX198" fmla="*/ 5843 w 10000"/>
                <a:gd name="connsiteY198" fmla="*/ 5879 h 10000"/>
                <a:gd name="connsiteX199" fmla="*/ 5872 w 10000"/>
                <a:gd name="connsiteY199" fmla="*/ 5904 h 10000"/>
                <a:gd name="connsiteX200" fmla="*/ 5901 w 10000"/>
                <a:gd name="connsiteY200" fmla="*/ 5962 h 10000"/>
                <a:gd name="connsiteX201" fmla="*/ 5930 w 10000"/>
                <a:gd name="connsiteY201" fmla="*/ 5936 h 10000"/>
                <a:gd name="connsiteX202" fmla="*/ 5958 w 10000"/>
                <a:gd name="connsiteY202" fmla="*/ 5987 h 10000"/>
                <a:gd name="connsiteX203" fmla="*/ 5987 w 10000"/>
                <a:gd name="connsiteY203" fmla="*/ 5987 h 10000"/>
                <a:gd name="connsiteX204" fmla="*/ 6016 w 10000"/>
                <a:gd name="connsiteY204" fmla="*/ 6076 h 10000"/>
                <a:gd name="connsiteX205" fmla="*/ 6045 w 10000"/>
                <a:gd name="connsiteY205" fmla="*/ 6076 h 10000"/>
                <a:gd name="connsiteX206" fmla="*/ 6073 w 10000"/>
                <a:gd name="connsiteY206" fmla="*/ 6045 h 10000"/>
                <a:gd name="connsiteX207" fmla="*/ 6102 w 10000"/>
                <a:gd name="connsiteY207" fmla="*/ 6045 h 10000"/>
                <a:gd name="connsiteX208" fmla="*/ 6131 w 10000"/>
                <a:gd name="connsiteY208" fmla="*/ 6127 h 10000"/>
                <a:gd name="connsiteX209" fmla="*/ 6160 w 10000"/>
                <a:gd name="connsiteY209" fmla="*/ 6102 h 10000"/>
                <a:gd name="connsiteX210" fmla="*/ 6188 w 10000"/>
                <a:gd name="connsiteY210" fmla="*/ 6102 h 10000"/>
                <a:gd name="connsiteX211" fmla="*/ 6217 w 10000"/>
                <a:gd name="connsiteY211" fmla="*/ 6102 h 10000"/>
                <a:gd name="connsiteX212" fmla="*/ 6246 w 10000"/>
                <a:gd name="connsiteY212" fmla="*/ 6127 h 10000"/>
                <a:gd name="connsiteX213" fmla="*/ 6275 w 10000"/>
                <a:gd name="connsiteY213" fmla="*/ 6127 h 10000"/>
                <a:gd name="connsiteX214" fmla="*/ 6303 w 10000"/>
                <a:gd name="connsiteY214" fmla="*/ 6102 h 10000"/>
                <a:gd name="connsiteX215" fmla="*/ 6332 w 10000"/>
                <a:gd name="connsiteY215" fmla="*/ 6159 h 10000"/>
                <a:gd name="connsiteX216" fmla="*/ 6361 w 10000"/>
                <a:gd name="connsiteY216" fmla="*/ 6191 h 10000"/>
                <a:gd name="connsiteX217" fmla="*/ 6390 w 10000"/>
                <a:gd name="connsiteY217" fmla="*/ 6191 h 10000"/>
                <a:gd name="connsiteX218" fmla="*/ 6419 w 10000"/>
                <a:gd name="connsiteY218" fmla="*/ 6159 h 10000"/>
                <a:gd name="connsiteX219" fmla="*/ 6447 w 10000"/>
                <a:gd name="connsiteY219" fmla="*/ 6191 h 10000"/>
                <a:gd name="connsiteX220" fmla="*/ 6476 w 10000"/>
                <a:gd name="connsiteY220" fmla="*/ 6274 h 10000"/>
                <a:gd name="connsiteX221" fmla="*/ 6505 w 10000"/>
                <a:gd name="connsiteY221" fmla="*/ 6299 h 10000"/>
                <a:gd name="connsiteX222" fmla="*/ 6534 w 10000"/>
                <a:gd name="connsiteY222" fmla="*/ 6274 h 10000"/>
                <a:gd name="connsiteX223" fmla="*/ 6562 w 10000"/>
                <a:gd name="connsiteY223" fmla="*/ 6248 h 10000"/>
                <a:gd name="connsiteX224" fmla="*/ 6591 w 10000"/>
                <a:gd name="connsiteY224" fmla="*/ 6299 h 10000"/>
                <a:gd name="connsiteX225" fmla="*/ 6620 w 10000"/>
                <a:gd name="connsiteY225" fmla="*/ 6274 h 10000"/>
                <a:gd name="connsiteX226" fmla="*/ 6649 w 10000"/>
                <a:gd name="connsiteY226" fmla="*/ 6274 h 10000"/>
                <a:gd name="connsiteX227" fmla="*/ 6674 w 10000"/>
                <a:gd name="connsiteY227" fmla="*/ 6248 h 10000"/>
                <a:gd name="connsiteX228" fmla="*/ 6703 w 10000"/>
                <a:gd name="connsiteY228" fmla="*/ 6248 h 10000"/>
                <a:gd name="connsiteX229" fmla="*/ 6731 w 10000"/>
                <a:gd name="connsiteY229" fmla="*/ 6331 h 10000"/>
                <a:gd name="connsiteX230" fmla="*/ 6760 w 10000"/>
                <a:gd name="connsiteY230" fmla="*/ 6357 h 10000"/>
                <a:gd name="connsiteX231" fmla="*/ 6789 w 10000"/>
                <a:gd name="connsiteY231" fmla="*/ 6274 h 10000"/>
                <a:gd name="connsiteX232" fmla="*/ 6818 w 10000"/>
                <a:gd name="connsiteY232" fmla="*/ 6414 h 10000"/>
                <a:gd name="connsiteX233" fmla="*/ 6846 w 10000"/>
                <a:gd name="connsiteY233" fmla="*/ 6414 h 10000"/>
                <a:gd name="connsiteX234" fmla="*/ 6875 w 10000"/>
                <a:gd name="connsiteY234" fmla="*/ 6274 h 10000"/>
                <a:gd name="connsiteX235" fmla="*/ 6908 w 10000"/>
                <a:gd name="connsiteY235" fmla="*/ 6191 h 10000"/>
                <a:gd name="connsiteX236" fmla="*/ 6936 w 10000"/>
                <a:gd name="connsiteY236" fmla="*/ 6191 h 10000"/>
                <a:gd name="connsiteX237" fmla="*/ 6962 w 10000"/>
                <a:gd name="connsiteY237" fmla="*/ 6248 h 10000"/>
                <a:gd name="connsiteX238" fmla="*/ 6990 w 10000"/>
                <a:gd name="connsiteY238" fmla="*/ 6248 h 10000"/>
                <a:gd name="connsiteX239" fmla="*/ 7019 w 10000"/>
                <a:gd name="connsiteY239" fmla="*/ 6217 h 10000"/>
                <a:gd name="connsiteX240" fmla="*/ 7048 w 10000"/>
                <a:gd name="connsiteY240" fmla="*/ 6127 h 10000"/>
                <a:gd name="connsiteX241" fmla="*/ 7077 w 10000"/>
                <a:gd name="connsiteY241" fmla="*/ 6127 h 10000"/>
                <a:gd name="connsiteX242" fmla="*/ 7105 w 10000"/>
                <a:gd name="connsiteY242" fmla="*/ 6102 h 10000"/>
                <a:gd name="connsiteX243" fmla="*/ 7134 w 10000"/>
                <a:gd name="connsiteY243" fmla="*/ 6045 h 10000"/>
                <a:gd name="connsiteX244" fmla="*/ 7163 w 10000"/>
                <a:gd name="connsiteY244" fmla="*/ 6045 h 10000"/>
                <a:gd name="connsiteX245" fmla="*/ 7192 w 10000"/>
                <a:gd name="connsiteY245" fmla="*/ 6127 h 10000"/>
                <a:gd name="connsiteX246" fmla="*/ 7220 w 10000"/>
                <a:gd name="connsiteY246" fmla="*/ 6102 h 10000"/>
                <a:gd name="connsiteX247" fmla="*/ 7249 w 10000"/>
                <a:gd name="connsiteY247" fmla="*/ 6076 h 10000"/>
                <a:gd name="connsiteX248" fmla="*/ 7278 w 10000"/>
                <a:gd name="connsiteY248" fmla="*/ 6045 h 10000"/>
                <a:gd name="connsiteX249" fmla="*/ 7307 w 10000"/>
                <a:gd name="connsiteY249" fmla="*/ 6127 h 10000"/>
                <a:gd name="connsiteX250" fmla="*/ 7335 w 10000"/>
                <a:gd name="connsiteY250" fmla="*/ 6248 h 10000"/>
                <a:gd name="connsiteX251" fmla="*/ 7364 w 10000"/>
                <a:gd name="connsiteY251" fmla="*/ 6248 h 10000"/>
                <a:gd name="connsiteX252" fmla="*/ 7393 w 10000"/>
                <a:gd name="connsiteY252" fmla="*/ 6274 h 10000"/>
                <a:gd name="connsiteX253" fmla="*/ 7422 w 10000"/>
                <a:gd name="connsiteY253" fmla="*/ 6357 h 10000"/>
                <a:gd name="connsiteX254" fmla="*/ 7451 w 10000"/>
                <a:gd name="connsiteY254" fmla="*/ 6389 h 10000"/>
                <a:gd name="connsiteX255" fmla="*/ 7479 w 10000"/>
                <a:gd name="connsiteY255" fmla="*/ 6274 h 10000"/>
                <a:gd name="connsiteX256" fmla="*/ 7508 w 10000"/>
                <a:gd name="connsiteY256" fmla="*/ 6299 h 10000"/>
                <a:gd name="connsiteX257" fmla="*/ 7537 w 10000"/>
                <a:gd name="connsiteY257" fmla="*/ 6299 h 10000"/>
                <a:gd name="connsiteX258" fmla="*/ 7566 w 10000"/>
                <a:gd name="connsiteY258" fmla="*/ 6389 h 10000"/>
                <a:gd name="connsiteX259" fmla="*/ 7594 w 10000"/>
                <a:gd name="connsiteY259" fmla="*/ 6357 h 10000"/>
                <a:gd name="connsiteX260" fmla="*/ 7623 w 10000"/>
                <a:gd name="connsiteY260" fmla="*/ 6331 h 10000"/>
                <a:gd name="connsiteX261" fmla="*/ 7652 w 10000"/>
                <a:gd name="connsiteY261" fmla="*/ 6357 h 10000"/>
                <a:gd name="connsiteX262" fmla="*/ 7681 w 10000"/>
                <a:gd name="connsiteY262" fmla="*/ 6439 h 10000"/>
                <a:gd name="connsiteX263" fmla="*/ 7709 w 10000"/>
                <a:gd name="connsiteY263" fmla="*/ 6389 h 10000"/>
                <a:gd name="connsiteX264" fmla="*/ 7738 w 10000"/>
                <a:gd name="connsiteY264" fmla="*/ 6414 h 10000"/>
                <a:gd name="connsiteX265" fmla="*/ 7767 w 10000"/>
                <a:gd name="connsiteY265" fmla="*/ 6299 h 10000"/>
                <a:gd name="connsiteX266" fmla="*/ 7792 w 10000"/>
                <a:gd name="connsiteY266" fmla="*/ 6331 h 10000"/>
                <a:gd name="connsiteX267" fmla="*/ 7821 w 10000"/>
                <a:gd name="connsiteY267" fmla="*/ 6389 h 10000"/>
                <a:gd name="connsiteX268" fmla="*/ 7850 w 10000"/>
                <a:gd name="connsiteY268" fmla="*/ 6331 h 10000"/>
                <a:gd name="connsiteX269" fmla="*/ 7878 w 10000"/>
                <a:gd name="connsiteY269" fmla="*/ 6299 h 10000"/>
                <a:gd name="connsiteX270" fmla="*/ 7907 w 10000"/>
                <a:gd name="connsiteY270" fmla="*/ 6414 h 10000"/>
                <a:gd name="connsiteX271" fmla="*/ 7936 w 10000"/>
                <a:gd name="connsiteY271" fmla="*/ 6389 h 10000"/>
                <a:gd name="connsiteX272" fmla="*/ 7965 w 10000"/>
                <a:gd name="connsiteY272" fmla="*/ 6331 h 10000"/>
                <a:gd name="connsiteX273" fmla="*/ 7994 w 10000"/>
                <a:gd name="connsiteY273" fmla="*/ 6331 h 10000"/>
                <a:gd name="connsiteX274" fmla="*/ 8022 w 10000"/>
                <a:gd name="connsiteY274" fmla="*/ 6389 h 10000"/>
                <a:gd name="connsiteX275" fmla="*/ 8051 w 10000"/>
                <a:gd name="connsiteY275" fmla="*/ 6357 h 10000"/>
                <a:gd name="connsiteX276" fmla="*/ 8080 w 10000"/>
                <a:gd name="connsiteY276" fmla="*/ 6357 h 10000"/>
                <a:gd name="connsiteX277" fmla="*/ 8109 w 10000"/>
                <a:gd name="connsiteY277" fmla="*/ 6299 h 10000"/>
                <a:gd name="connsiteX278" fmla="*/ 8137 w 10000"/>
                <a:gd name="connsiteY278" fmla="*/ 6389 h 10000"/>
                <a:gd name="connsiteX279" fmla="*/ 8166 w 10000"/>
                <a:gd name="connsiteY279" fmla="*/ 6414 h 10000"/>
                <a:gd name="connsiteX280" fmla="*/ 8195 w 10000"/>
                <a:gd name="connsiteY280" fmla="*/ 6331 h 10000"/>
                <a:gd name="connsiteX281" fmla="*/ 8224 w 10000"/>
                <a:gd name="connsiteY281" fmla="*/ 6274 h 10000"/>
                <a:gd name="connsiteX282" fmla="*/ 8252 w 10000"/>
                <a:gd name="connsiteY282" fmla="*/ 6389 h 10000"/>
                <a:gd name="connsiteX283" fmla="*/ 8281 w 10000"/>
                <a:gd name="connsiteY283" fmla="*/ 6497 h 10000"/>
                <a:gd name="connsiteX284" fmla="*/ 8310 w 10000"/>
                <a:gd name="connsiteY284" fmla="*/ 6471 h 10000"/>
                <a:gd name="connsiteX285" fmla="*/ 8339 w 10000"/>
                <a:gd name="connsiteY285" fmla="*/ 6357 h 10000"/>
                <a:gd name="connsiteX286" fmla="*/ 8367 w 10000"/>
                <a:gd name="connsiteY286" fmla="*/ 6389 h 10000"/>
                <a:gd name="connsiteX287" fmla="*/ 8396 w 10000"/>
                <a:gd name="connsiteY287" fmla="*/ 6439 h 10000"/>
                <a:gd name="connsiteX288" fmla="*/ 8425 w 10000"/>
                <a:gd name="connsiteY288" fmla="*/ 6414 h 10000"/>
                <a:gd name="connsiteX289" fmla="*/ 8454 w 10000"/>
                <a:gd name="connsiteY289" fmla="*/ 6357 h 10000"/>
                <a:gd name="connsiteX290" fmla="*/ 8483 w 10000"/>
                <a:gd name="connsiteY290" fmla="*/ 6357 h 10000"/>
                <a:gd name="connsiteX291" fmla="*/ 8511 w 10000"/>
                <a:gd name="connsiteY291" fmla="*/ 6414 h 10000"/>
                <a:gd name="connsiteX292" fmla="*/ 8540 w 10000"/>
                <a:gd name="connsiteY292" fmla="*/ 6414 h 10000"/>
                <a:gd name="connsiteX293" fmla="*/ 8569 w 10000"/>
                <a:gd name="connsiteY293" fmla="*/ 6331 h 10000"/>
                <a:gd name="connsiteX294" fmla="*/ 8598 w 10000"/>
                <a:gd name="connsiteY294" fmla="*/ 6414 h 10000"/>
                <a:gd name="connsiteX295" fmla="*/ 8623 w 10000"/>
                <a:gd name="connsiteY295" fmla="*/ 6414 h 10000"/>
                <a:gd name="connsiteX296" fmla="*/ 8652 w 10000"/>
                <a:gd name="connsiteY296" fmla="*/ 6471 h 10000"/>
                <a:gd name="connsiteX297" fmla="*/ 8680 w 10000"/>
                <a:gd name="connsiteY297" fmla="*/ 6389 h 10000"/>
                <a:gd name="connsiteX298" fmla="*/ 8709 w 10000"/>
                <a:gd name="connsiteY298" fmla="*/ 6357 h 10000"/>
                <a:gd name="connsiteX299" fmla="*/ 8738 w 10000"/>
                <a:gd name="connsiteY299" fmla="*/ 6414 h 10000"/>
                <a:gd name="connsiteX300" fmla="*/ 8767 w 10000"/>
                <a:gd name="connsiteY300" fmla="*/ 6471 h 10000"/>
                <a:gd name="connsiteX301" fmla="*/ 8795 w 10000"/>
                <a:gd name="connsiteY301" fmla="*/ 6414 h 10000"/>
                <a:gd name="connsiteX302" fmla="*/ 8824 w 10000"/>
                <a:gd name="connsiteY302" fmla="*/ 6357 h 10000"/>
                <a:gd name="connsiteX303" fmla="*/ 8853 w 10000"/>
                <a:gd name="connsiteY303" fmla="*/ 6414 h 10000"/>
                <a:gd name="connsiteX304" fmla="*/ 8882 w 10000"/>
                <a:gd name="connsiteY304" fmla="*/ 6497 h 10000"/>
                <a:gd name="connsiteX305" fmla="*/ 8910 w 10000"/>
                <a:gd name="connsiteY305" fmla="*/ 6414 h 10000"/>
                <a:gd name="connsiteX306" fmla="*/ 8939 w 10000"/>
                <a:gd name="connsiteY306" fmla="*/ 6357 h 10000"/>
                <a:gd name="connsiteX307" fmla="*/ 8968 w 10000"/>
                <a:gd name="connsiteY307" fmla="*/ 6389 h 10000"/>
                <a:gd name="connsiteX308" fmla="*/ 8997 w 10000"/>
                <a:gd name="connsiteY308" fmla="*/ 6414 h 10000"/>
                <a:gd name="connsiteX309" fmla="*/ 9026 w 10000"/>
                <a:gd name="connsiteY309" fmla="*/ 6357 h 10000"/>
                <a:gd name="connsiteX310" fmla="*/ 9054 w 10000"/>
                <a:gd name="connsiteY310" fmla="*/ 6331 h 10000"/>
                <a:gd name="connsiteX311" fmla="*/ 9083 w 10000"/>
                <a:gd name="connsiteY311" fmla="*/ 6299 h 10000"/>
                <a:gd name="connsiteX312" fmla="*/ 9112 w 10000"/>
                <a:gd name="connsiteY312" fmla="*/ 6357 h 10000"/>
                <a:gd name="connsiteX313" fmla="*/ 9141 w 10000"/>
                <a:gd name="connsiteY313" fmla="*/ 6357 h 10000"/>
                <a:gd name="connsiteX314" fmla="*/ 9169 w 10000"/>
                <a:gd name="connsiteY314" fmla="*/ 6357 h 10000"/>
                <a:gd name="connsiteX315" fmla="*/ 9198 w 10000"/>
                <a:gd name="connsiteY315" fmla="*/ 6299 h 10000"/>
                <a:gd name="connsiteX316" fmla="*/ 9227 w 10000"/>
                <a:gd name="connsiteY316" fmla="*/ 6331 h 10000"/>
                <a:gd name="connsiteX317" fmla="*/ 9256 w 10000"/>
                <a:gd name="connsiteY317" fmla="*/ 6331 h 10000"/>
                <a:gd name="connsiteX318" fmla="*/ 9284 w 10000"/>
                <a:gd name="connsiteY318" fmla="*/ 6248 h 10000"/>
                <a:gd name="connsiteX319" fmla="*/ 9313 w 10000"/>
                <a:gd name="connsiteY319" fmla="*/ 6217 h 10000"/>
                <a:gd name="connsiteX320" fmla="*/ 9342 w 10000"/>
                <a:gd name="connsiteY320" fmla="*/ 6248 h 10000"/>
                <a:gd name="connsiteX321" fmla="*/ 9371 w 10000"/>
                <a:gd name="connsiteY321" fmla="*/ 6299 h 10000"/>
                <a:gd name="connsiteX322" fmla="*/ 9399 w 10000"/>
                <a:gd name="connsiteY322" fmla="*/ 6217 h 10000"/>
                <a:gd name="connsiteX323" fmla="*/ 9428 w 10000"/>
                <a:gd name="connsiteY323" fmla="*/ 6159 h 10000"/>
                <a:gd name="connsiteX324" fmla="*/ 9453 w 10000"/>
                <a:gd name="connsiteY324" fmla="*/ 6191 h 10000"/>
                <a:gd name="connsiteX325" fmla="*/ 9482 w 10000"/>
                <a:gd name="connsiteY325" fmla="*/ 6217 h 10000"/>
                <a:gd name="connsiteX326" fmla="*/ 9511 w 10000"/>
                <a:gd name="connsiteY326" fmla="*/ 6191 h 10000"/>
                <a:gd name="connsiteX327" fmla="*/ 9540 w 10000"/>
                <a:gd name="connsiteY327" fmla="*/ 6102 h 10000"/>
                <a:gd name="connsiteX328" fmla="*/ 9569 w 10000"/>
                <a:gd name="connsiteY328" fmla="*/ 6159 h 10000"/>
                <a:gd name="connsiteX329" fmla="*/ 9597 w 10000"/>
                <a:gd name="connsiteY329" fmla="*/ 6191 h 10000"/>
                <a:gd name="connsiteX330" fmla="*/ 9626 w 10000"/>
                <a:gd name="connsiteY330" fmla="*/ 6102 h 10000"/>
                <a:gd name="connsiteX331" fmla="*/ 9655 w 10000"/>
                <a:gd name="connsiteY331" fmla="*/ 6019 h 10000"/>
                <a:gd name="connsiteX332" fmla="*/ 9684 w 10000"/>
                <a:gd name="connsiteY332" fmla="*/ 5962 h 10000"/>
                <a:gd name="connsiteX333" fmla="*/ 9712 w 10000"/>
                <a:gd name="connsiteY333" fmla="*/ 5879 h 10000"/>
                <a:gd name="connsiteX334" fmla="*/ 9741 w 10000"/>
                <a:gd name="connsiteY334" fmla="*/ 5567 h 10000"/>
                <a:gd name="connsiteX335" fmla="*/ 9770 w 10000"/>
                <a:gd name="connsiteY335" fmla="*/ 5000 h 10000"/>
                <a:gd name="connsiteX336" fmla="*/ 9799 w 10000"/>
                <a:gd name="connsiteY336" fmla="*/ 3420 h 10000"/>
                <a:gd name="connsiteX337" fmla="*/ 9827 w 10000"/>
                <a:gd name="connsiteY337" fmla="*/ 567 h 10000"/>
                <a:gd name="connsiteX338" fmla="*/ 9856 w 10000"/>
                <a:gd name="connsiteY338" fmla="*/ 0 h 10000"/>
                <a:gd name="connsiteX339" fmla="*/ 9885 w 10000"/>
                <a:gd name="connsiteY339" fmla="*/ 427 h 10000"/>
                <a:gd name="connsiteX340" fmla="*/ 9914 w 10000"/>
                <a:gd name="connsiteY340" fmla="*/ 3618 h 10000"/>
                <a:gd name="connsiteX341" fmla="*/ 9942 w 10000"/>
                <a:gd name="connsiteY341" fmla="*/ 3650 h 10000"/>
                <a:gd name="connsiteX342" fmla="*/ 9971 w 10000"/>
                <a:gd name="connsiteY342" fmla="*/ 3510 h 10000"/>
                <a:gd name="connsiteX343" fmla="*/ 10000 w 10000"/>
                <a:gd name="connsiteY343" fmla="*/ 3363 h 10000"/>
                <a:gd name="connsiteX0" fmla="*/ 0 w 10000"/>
                <a:gd name="connsiteY0" fmla="*/ 3395 h 10000"/>
                <a:gd name="connsiteX1" fmla="*/ 173 w 10000"/>
                <a:gd name="connsiteY1" fmla="*/ 3592 h 10000"/>
                <a:gd name="connsiteX2" fmla="*/ 259 w 10000"/>
                <a:gd name="connsiteY2" fmla="*/ 3618 h 10000"/>
                <a:gd name="connsiteX3" fmla="*/ 284 w 10000"/>
                <a:gd name="connsiteY3" fmla="*/ 3955 h 10000"/>
                <a:gd name="connsiteX4" fmla="*/ 313 w 10000"/>
                <a:gd name="connsiteY4" fmla="*/ 4548 h 10000"/>
                <a:gd name="connsiteX5" fmla="*/ 342 w 10000"/>
                <a:gd name="connsiteY5" fmla="*/ 5057 h 10000"/>
                <a:gd name="connsiteX6" fmla="*/ 370 w 10000"/>
                <a:gd name="connsiteY6" fmla="*/ 5510 h 10000"/>
                <a:gd name="connsiteX7" fmla="*/ 403 w 10000"/>
                <a:gd name="connsiteY7" fmla="*/ 6274 h 10000"/>
                <a:gd name="connsiteX8" fmla="*/ 431 w 10000"/>
                <a:gd name="connsiteY8" fmla="*/ 7006 h 10000"/>
                <a:gd name="connsiteX9" fmla="*/ 460 w 10000"/>
                <a:gd name="connsiteY9" fmla="*/ 7178 h 10000"/>
                <a:gd name="connsiteX10" fmla="*/ 489 w 10000"/>
                <a:gd name="connsiteY10" fmla="*/ 6892 h 10000"/>
                <a:gd name="connsiteX11" fmla="*/ 518 w 10000"/>
                <a:gd name="connsiteY11" fmla="*/ 6726 h 10000"/>
                <a:gd name="connsiteX12" fmla="*/ 547 w 10000"/>
                <a:gd name="connsiteY12" fmla="*/ 6783 h 10000"/>
                <a:gd name="connsiteX13" fmla="*/ 572 w 10000"/>
                <a:gd name="connsiteY13" fmla="*/ 6809 h 10000"/>
                <a:gd name="connsiteX14" fmla="*/ 601 w 10000"/>
                <a:gd name="connsiteY14" fmla="*/ 7038 h 10000"/>
                <a:gd name="connsiteX15" fmla="*/ 629 w 10000"/>
                <a:gd name="connsiteY15" fmla="*/ 7178 h 10000"/>
                <a:gd name="connsiteX16" fmla="*/ 658 w 10000"/>
                <a:gd name="connsiteY16" fmla="*/ 7121 h 10000"/>
                <a:gd name="connsiteX17" fmla="*/ 687 w 10000"/>
                <a:gd name="connsiteY17" fmla="*/ 6949 h 10000"/>
                <a:gd name="connsiteX18" fmla="*/ 716 w 10000"/>
                <a:gd name="connsiteY18" fmla="*/ 6866 h 10000"/>
                <a:gd name="connsiteX19" fmla="*/ 744 w 10000"/>
                <a:gd name="connsiteY19" fmla="*/ 6694 h 10000"/>
                <a:gd name="connsiteX20" fmla="*/ 773 w 10000"/>
                <a:gd name="connsiteY20" fmla="*/ 6611 h 10000"/>
                <a:gd name="connsiteX21" fmla="*/ 802 w 10000"/>
                <a:gd name="connsiteY21" fmla="*/ 6529 h 10000"/>
                <a:gd name="connsiteX22" fmla="*/ 831 w 10000"/>
                <a:gd name="connsiteY22" fmla="*/ 6497 h 10000"/>
                <a:gd name="connsiteX23" fmla="*/ 859 w 10000"/>
                <a:gd name="connsiteY23" fmla="*/ 6554 h 10000"/>
                <a:gd name="connsiteX24" fmla="*/ 888 w 10000"/>
                <a:gd name="connsiteY24" fmla="*/ 6752 h 10000"/>
                <a:gd name="connsiteX25" fmla="*/ 917 w 10000"/>
                <a:gd name="connsiteY25" fmla="*/ 6783 h 10000"/>
                <a:gd name="connsiteX26" fmla="*/ 946 w 10000"/>
                <a:gd name="connsiteY26" fmla="*/ 6834 h 10000"/>
                <a:gd name="connsiteX27" fmla="*/ 974 w 10000"/>
                <a:gd name="connsiteY27" fmla="*/ 6694 h 10000"/>
                <a:gd name="connsiteX28" fmla="*/ 1003 w 10000"/>
                <a:gd name="connsiteY28" fmla="*/ 6643 h 10000"/>
                <a:gd name="connsiteX29" fmla="*/ 1032 w 10000"/>
                <a:gd name="connsiteY29" fmla="*/ 6586 h 10000"/>
                <a:gd name="connsiteX30" fmla="*/ 1061 w 10000"/>
                <a:gd name="connsiteY30" fmla="*/ 6643 h 10000"/>
                <a:gd name="connsiteX31" fmla="*/ 1090 w 10000"/>
                <a:gd name="connsiteY31" fmla="*/ 6892 h 10000"/>
                <a:gd name="connsiteX32" fmla="*/ 1118 w 10000"/>
                <a:gd name="connsiteY32" fmla="*/ 6981 h 10000"/>
                <a:gd name="connsiteX33" fmla="*/ 1147 w 10000"/>
                <a:gd name="connsiteY33" fmla="*/ 6892 h 10000"/>
                <a:gd name="connsiteX34" fmla="*/ 1176 w 10000"/>
                <a:gd name="connsiteY34" fmla="*/ 6752 h 10000"/>
                <a:gd name="connsiteX35" fmla="*/ 1205 w 10000"/>
                <a:gd name="connsiteY35" fmla="*/ 6669 h 10000"/>
                <a:gd name="connsiteX36" fmla="*/ 1233 w 10000"/>
                <a:gd name="connsiteY36" fmla="*/ 6726 h 10000"/>
                <a:gd name="connsiteX37" fmla="*/ 1262 w 10000"/>
                <a:gd name="connsiteY37" fmla="*/ 6694 h 10000"/>
                <a:gd name="connsiteX38" fmla="*/ 1291 w 10000"/>
                <a:gd name="connsiteY38" fmla="*/ 6669 h 10000"/>
                <a:gd name="connsiteX39" fmla="*/ 1320 w 10000"/>
                <a:gd name="connsiteY39" fmla="*/ 6643 h 10000"/>
                <a:gd name="connsiteX40" fmla="*/ 1348 w 10000"/>
                <a:gd name="connsiteY40" fmla="*/ 6866 h 10000"/>
                <a:gd name="connsiteX41" fmla="*/ 1377 w 10000"/>
                <a:gd name="connsiteY41" fmla="*/ 6924 h 10000"/>
                <a:gd name="connsiteX42" fmla="*/ 1402 w 10000"/>
                <a:gd name="connsiteY42" fmla="*/ 6834 h 10000"/>
                <a:gd name="connsiteX43" fmla="*/ 1431 w 10000"/>
                <a:gd name="connsiteY43" fmla="*/ 6924 h 10000"/>
                <a:gd name="connsiteX44" fmla="*/ 1460 w 10000"/>
                <a:gd name="connsiteY44" fmla="*/ 6949 h 10000"/>
                <a:gd name="connsiteX45" fmla="*/ 1489 w 10000"/>
                <a:gd name="connsiteY45" fmla="*/ 7064 h 10000"/>
                <a:gd name="connsiteX46" fmla="*/ 1517 w 10000"/>
                <a:gd name="connsiteY46" fmla="*/ 7006 h 10000"/>
                <a:gd name="connsiteX47" fmla="*/ 1546 w 10000"/>
                <a:gd name="connsiteY47" fmla="*/ 7038 h 10000"/>
                <a:gd name="connsiteX48" fmla="*/ 1575 w 10000"/>
                <a:gd name="connsiteY48" fmla="*/ 7121 h 10000"/>
                <a:gd name="connsiteX49" fmla="*/ 1604 w 10000"/>
                <a:gd name="connsiteY49" fmla="*/ 7089 h 10000"/>
                <a:gd name="connsiteX50" fmla="*/ 1633 w 10000"/>
                <a:gd name="connsiteY50" fmla="*/ 6834 h 10000"/>
                <a:gd name="connsiteX51" fmla="*/ 1661 w 10000"/>
                <a:gd name="connsiteY51" fmla="*/ 6726 h 10000"/>
                <a:gd name="connsiteX52" fmla="*/ 1690 w 10000"/>
                <a:gd name="connsiteY52" fmla="*/ 6752 h 10000"/>
                <a:gd name="connsiteX53" fmla="*/ 1719 w 10000"/>
                <a:gd name="connsiteY53" fmla="*/ 6783 h 10000"/>
                <a:gd name="connsiteX54" fmla="*/ 1748 w 10000"/>
                <a:gd name="connsiteY54" fmla="*/ 6834 h 10000"/>
                <a:gd name="connsiteX55" fmla="*/ 1776 w 10000"/>
                <a:gd name="connsiteY55" fmla="*/ 6694 h 10000"/>
                <a:gd name="connsiteX56" fmla="*/ 1805 w 10000"/>
                <a:gd name="connsiteY56" fmla="*/ 6643 h 10000"/>
                <a:gd name="connsiteX57" fmla="*/ 1834 w 10000"/>
                <a:gd name="connsiteY57" fmla="*/ 6669 h 10000"/>
                <a:gd name="connsiteX58" fmla="*/ 1863 w 10000"/>
                <a:gd name="connsiteY58" fmla="*/ 6694 h 10000"/>
                <a:gd name="connsiteX59" fmla="*/ 1891 w 10000"/>
                <a:gd name="connsiteY59" fmla="*/ 6586 h 10000"/>
                <a:gd name="connsiteX60" fmla="*/ 1920 w 10000"/>
                <a:gd name="connsiteY60" fmla="*/ 6497 h 10000"/>
                <a:gd name="connsiteX61" fmla="*/ 1949 w 10000"/>
                <a:gd name="connsiteY61" fmla="*/ 6357 h 10000"/>
                <a:gd name="connsiteX62" fmla="*/ 1978 w 10000"/>
                <a:gd name="connsiteY62" fmla="*/ 6248 h 10000"/>
                <a:gd name="connsiteX63" fmla="*/ 2006 w 10000"/>
                <a:gd name="connsiteY63" fmla="*/ 6191 h 10000"/>
                <a:gd name="connsiteX64" fmla="*/ 2035 w 10000"/>
                <a:gd name="connsiteY64" fmla="*/ 6102 h 10000"/>
                <a:gd name="connsiteX65" fmla="*/ 2064 w 10000"/>
                <a:gd name="connsiteY65" fmla="*/ 6045 h 10000"/>
                <a:gd name="connsiteX66" fmla="*/ 2093 w 10000"/>
                <a:gd name="connsiteY66" fmla="*/ 5847 h 10000"/>
                <a:gd name="connsiteX67" fmla="*/ 2122 w 10000"/>
                <a:gd name="connsiteY67" fmla="*/ 5624 h 10000"/>
                <a:gd name="connsiteX68" fmla="*/ 2150 w 10000"/>
                <a:gd name="connsiteY68" fmla="*/ 5541 h 10000"/>
                <a:gd name="connsiteX69" fmla="*/ 2179 w 10000"/>
                <a:gd name="connsiteY69" fmla="*/ 5567 h 10000"/>
                <a:gd name="connsiteX70" fmla="*/ 2208 w 10000"/>
                <a:gd name="connsiteY70" fmla="*/ 5395 h 10000"/>
                <a:gd name="connsiteX71" fmla="*/ 2233 w 10000"/>
                <a:gd name="connsiteY71" fmla="*/ 5229 h 10000"/>
                <a:gd name="connsiteX72" fmla="*/ 2262 w 10000"/>
                <a:gd name="connsiteY72" fmla="*/ 5197 h 10000"/>
                <a:gd name="connsiteX73" fmla="*/ 2291 w 10000"/>
                <a:gd name="connsiteY73" fmla="*/ 5255 h 10000"/>
                <a:gd name="connsiteX74" fmla="*/ 2319 w 10000"/>
                <a:gd name="connsiteY74" fmla="*/ 5255 h 10000"/>
                <a:gd name="connsiteX75" fmla="*/ 2348 w 10000"/>
                <a:gd name="connsiteY75" fmla="*/ 5197 h 10000"/>
                <a:gd name="connsiteX76" fmla="*/ 2377 w 10000"/>
                <a:gd name="connsiteY76" fmla="*/ 5146 h 10000"/>
                <a:gd name="connsiteX77" fmla="*/ 2406 w 10000"/>
                <a:gd name="connsiteY77" fmla="*/ 5172 h 10000"/>
                <a:gd name="connsiteX78" fmla="*/ 2434 w 10000"/>
                <a:gd name="connsiteY78" fmla="*/ 5197 h 10000"/>
                <a:gd name="connsiteX79" fmla="*/ 2463 w 10000"/>
                <a:gd name="connsiteY79" fmla="*/ 5197 h 10000"/>
                <a:gd name="connsiteX80" fmla="*/ 2492 w 10000"/>
                <a:gd name="connsiteY80" fmla="*/ 5197 h 10000"/>
                <a:gd name="connsiteX81" fmla="*/ 2521 w 10000"/>
                <a:gd name="connsiteY81" fmla="*/ 5312 h 10000"/>
                <a:gd name="connsiteX82" fmla="*/ 2549 w 10000"/>
                <a:gd name="connsiteY82" fmla="*/ 5395 h 10000"/>
                <a:gd name="connsiteX83" fmla="*/ 2578 w 10000"/>
                <a:gd name="connsiteY83" fmla="*/ 5312 h 10000"/>
                <a:gd name="connsiteX84" fmla="*/ 2607 w 10000"/>
                <a:gd name="connsiteY84" fmla="*/ 5338 h 10000"/>
                <a:gd name="connsiteX85" fmla="*/ 2636 w 10000"/>
                <a:gd name="connsiteY85" fmla="*/ 5484 h 10000"/>
                <a:gd name="connsiteX86" fmla="*/ 2665 w 10000"/>
                <a:gd name="connsiteY86" fmla="*/ 5624 h 10000"/>
                <a:gd name="connsiteX87" fmla="*/ 2693 w 10000"/>
                <a:gd name="connsiteY87" fmla="*/ 5541 h 10000"/>
                <a:gd name="connsiteX88" fmla="*/ 2722 w 10000"/>
                <a:gd name="connsiteY88" fmla="*/ 5510 h 10000"/>
                <a:gd name="connsiteX89" fmla="*/ 2751 w 10000"/>
                <a:gd name="connsiteY89" fmla="*/ 5592 h 10000"/>
                <a:gd name="connsiteX90" fmla="*/ 2780 w 10000"/>
                <a:gd name="connsiteY90" fmla="*/ 5764 h 10000"/>
                <a:gd name="connsiteX91" fmla="*/ 2808 w 10000"/>
                <a:gd name="connsiteY91" fmla="*/ 5822 h 10000"/>
                <a:gd name="connsiteX92" fmla="*/ 2837 w 10000"/>
                <a:gd name="connsiteY92" fmla="*/ 5764 h 10000"/>
                <a:gd name="connsiteX93" fmla="*/ 2866 w 10000"/>
                <a:gd name="connsiteY93" fmla="*/ 5732 h 10000"/>
                <a:gd name="connsiteX94" fmla="*/ 2895 w 10000"/>
                <a:gd name="connsiteY94" fmla="*/ 5796 h 10000"/>
                <a:gd name="connsiteX95" fmla="*/ 2923 w 10000"/>
                <a:gd name="connsiteY95" fmla="*/ 5822 h 10000"/>
                <a:gd name="connsiteX96" fmla="*/ 2952 w 10000"/>
                <a:gd name="connsiteY96" fmla="*/ 5732 h 10000"/>
                <a:gd name="connsiteX97" fmla="*/ 2981 w 10000"/>
                <a:gd name="connsiteY97" fmla="*/ 5732 h 10000"/>
                <a:gd name="connsiteX98" fmla="*/ 3010 w 10000"/>
                <a:gd name="connsiteY98" fmla="*/ 5847 h 10000"/>
                <a:gd name="connsiteX99" fmla="*/ 3038 w 10000"/>
                <a:gd name="connsiteY99" fmla="*/ 5962 h 10000"/>
                <a:gd name="connsiteX100" fmla="*/ 3064 w 10000"/>
                <a:gd name="connsiteY100" fmla="*/ 6019 h 10000"/>
                <a:gd name="connsiteX101" fmla="*/ 3092 w 10000"/>
                <a:gd name="connsiteY101" fmla="*/ 5962 h 10000"/>
                <a:gd name="connsiteX102" fmla="*/ 3121 w 10000"/>
                <a:gd name="connsiteY102" fmla="*/ 5936 h 10000"/>
                <a:gd name="connsiteX103" fmla="*/ 3150 w 10000"/>
                <a:gd name="connsiteY103" fmla="*/ 5936 h 10000"/>
                <a:gd name="connsiteX104" fmla="*/ 3179 w 10000"/>
                <a:gd name="connsiteY104" fmla="*/ 5879 h 10000"/>
                <a:gd name="connsiteX105" fmla="*/ 3207 w 10000"/>
                <a:gd name="connsiteY105" fmla="*/ 5879 h 10000"/>
                <a:gd name="connsiteX106" fmla="*/ 3236 w 10000"/>
                <a:gd name="connsiteY106" fmla="*/ 5904 h 10000"/>
                <a:gd name="connsiteX107" fmla="*/ 3265 w 10000"/>
                <a:gd name="connsiteY107" fmla="*/ 6045 h 10000"/>
                <a:gd name="connsiteX108" fmla="*/ 3294 w 10000"/>
                <a:gd name="connsiteY108" fmla="*/ 6159 h 10000"/>
                <a:gd name="connsiteX109" fmla="*/ 3323 w 10000"/>
                <a:gd name="connsiteY109" fmla="*/ 6299 h 10000"/>
                <a:gd name="connsiteX110" fmla="*/ 3351 w 10000"/>
                <a:gd name="connsiteY110" fmla="*/ 6497 h 10000"/>
                <a:gd name="connsiteX111" fmla="*/ 3380 w 10000"/>
                <a:gd name="connsiteY111" fmla="*/ 6669 h 10000"/>
                <a:gd name="connsiteX112" fmla="*/ 3409 w 10000"/>
                <a:gd name="connsiteY112" fmla="*/ 6783 h 10000"/>
                <a:gd name="connsiteX113" fmla="*/ 3438 w 10000"/>
                <a:gd name="connsiteY113" fmla="*/ 6809 h 10000"/>
                <a:gd name="connsiteX114" fmla="*/ 3466 w 10000"/>
                <a:gd name="connsiteY114" fmla="*/ 7038 h 10000"/>
                <a:gd name="connsiteX115" fmla="*/ 3495 w 10000"/>
                <a:gd name="connsiteY115" fmla="*/ 7287 h 10000"/>
                <a:gd name="connsiteX116" fmla="*/ 3524 w 10000"/>
                <a:gd name="connsiteY116" fmla="*/ 7459 h 10000"/>
                <a:gd name="connsiteX117" fmla="*/ 3553 w 10000"/>
                <a:gd name="connsiteY117" fmla="*/ 7376 h 10000"/>
                <a:gd name="connsiteX118" fmla="*/ 3581 w 10000"/>
                <a:gd name="connsiteY118" fmla="*/ 7261 h 10000"/>
                <a:gd name="connsiteX119" fmla="*/ 3610 w 10000"/>
                <a:gd name="connsiteY119" fmla="*/ 7121 h 10000"/>
                <a:gd name="connsiteX120" fmla="*/ 3639 w 10000"/>
                <a:gd name="connsiteY120" fmla="*/ 6809 h 10000"/>
                <a:gd name="connsiteX121" fmla="*/ 3668 w 10000"/>
                <a:gd name="connsiteY121" fmla="*/ 6529 h 10000"/>
                <a:gd name="connsiteX122" fmla="*/ 3697 w 10000"/>
                <a:gd name="connsiteY122" fmla="*/ 6414 h 10000"/>
                <a:gd name="connsiteX123" fmla="*/ 3725 w 10000"/>
                <a:gd name="connsiteY123" fmla="*/ 6159 h 10000"/>
                <a:gd name="connsiteX124" fmla="*/ 3754 w 10000"/>
                <a:gd name="connsiteY124" fmla="*/ 5592 h 10000"/>
                <a:gd name="connsiteX125" fmla="*/ 3783 w 10000"/>
                <a:gd name="connsiteY125" fmla="*/ 4694 h 10000"/>
                <a:gd name="connsiteX126" fmla="*/ 3812 w 10000"/>
                <a:gd name="connsiteY126" fmla="*/ 3930 h 10000"/>
                <a:gd name="connsiteX127" fmla="*/ 3840 w 10000"/>
                <a:gd name="connsiteY127" fmla="*/ 3510 h 10000"/>
                <a:gd name="connsiteX128" fmla="*/ 3869 w 10000"/>
                <a:gd name="connsiteY128" fmla="*/ 3223 h 10000"/>
                <a:gd name="connsiteX129" fmla="*/ 3894 w 10000"/>
                <a:gd name="connsiteY129" fmla="*/ 2994 h 10000"/>
                <a:gd name="connsiteX130" fmla="*/ 3923 w 10000"/>
                <a:gd name="connsiteY130" fmla="*/ 3338 h 10000"/>
                <a:gd name="connsiteX131" fmla="*/ 3955 w 10000"/>
                <a:gd name="connsiteY131" fmla="*/ 4236 h 10000"/>
                <a:gd name="connsiteX132" fmla="*/ 3984 w 10000"/>
                <a:gd name="connsiteY132" fmla="*/ 5936 h 10000"/>
                <a:gd name="connsiteX133" fmla="*/ 4013 w 10000"/>
                <a:gd name="connsiteY133" fmla="*/ 7771 h 10000"/>
                <a:gd name="connsiteX134" fmla="*/ 4042 w 10000"/>
                <a:gd name="connsiteY134" fmla="*/ 9013 h 10000"/>
                <a:gd name="connsiteX135" fmla="*/ 4070 w 10000"/>
                <a:gd name="connsiteY135" fmla="*/ 9548 h 10000"/>
                <a:gd name="connsiteX136" fmla="*/ 4099 w 10000"/>
                <a:gd name="connsiteY136" fmla="*/ 9720 h 10000"/>
                <a:gd name="connsiteX137" fmla="*/ 4128 w 10000"/>
                <a:gd name="connsiteY137" fmla="*/ 9968 h 10000"/>
                <a:gd name="connsiteX138" fmla="*/ 4157 w 10000"/>
                <a:gd name="connsiteY138" fmla="*/ 10000 h 10000"/>
                <a:gd name="connsiteX139" fmla="*/ 4182 w 10000"/>
                <a:gd name="connsiteY139" fmla="*/ 9293 h 10000"/>
                <a:gd name="connsiteX140" fmla="*/ 4211 w 10000"/>
                <a:gd name="connsiteY140" fmla="*/ 8815 h 10000"/>
                <a:gd name="connsiteX141" fmla="*/ 4239 w 10000"/>
                <a:gd name="connsiteY141" fmla="*/ 8280 h 10000"/>
                <a:gd name="connsiteX142" fmla="*/ 4268 w 10000"/>
                <a:gd name="connsiteY142" fmla="*/ 7745 h 10000"/>
                <a:gd name="connsiteX143" fmla="*/ 4297 w 10000"/>
                <a:gd name="connsiteY143" fmla="*/ 7459 h 10000"/>
                <a:gd name="connsiteX144" fmla="*/ 4326 w 10000"/>
                <a:gd name="connsiteY144" fmla="*/ 7318 h 10000"/>
                <a:gd name="connsiteX145" fmla="*/ 4355 w 10000"/>
                <a:gd name="connsiteY145" fmla="*/ 7089 h 10000"/>
                <a:gd name="connsiteX146" fmla="*/ 4383 w 10000"/>
                <a:gd name="connsiteY146" fmla="*/ 6834 h 10000"/>
                <a:gd name="connsiteX147" fmla="*/ 4412 w 10000"/>
                <a:gd name="connsiteY147" fmla="*/ 6783 h 10000"/>
                <a:gd name="connsiteX148" fmla="*/ 4441 w 10000"/>
                <a:gd name="connsiteY148" fmla="*/ 6809 h 10000"/>
                <a:gd name="connsiteX149" fmla="*/ 4470 w 10000"/>
                <a:gd name="connsiteY149" fmla="*/ 6783 h 10000"/>
                <a:gd name="connsiteX150" fmla="*/ 4498 w 10000"/>
                <a:gd name="connsiteY150" fmla="*/ 6726 h 10000"/>
                <a:gd name="connsiteX151" fmla="*/ 4527 w 10000"/>
                <a:gd name="connsiteY151" fmla="*/ 6643 h 10000"/>
                <a:gd name="connsiteX152" fmla="*/ 4556 w 10000"/>
                <a:gd name="connsiteY152" fmla="*/ 6643 h 10000"/>
                <a:gd name="connsiteX153" fmla="*/ 4585 w 10000"/>
                <a:gd name="connsiteY153" fmla="*/ 6669 h 10000"/>
                <a:gd name="connsiteX154" fmla="*/ 4613 w 10000"/>
                <a:gd name="connsiteY154" fmla="*/ 6643 h 10000"/>
                <a:gd name="connsiteX155" fmla="*/ 4642 w 10000"/>
                <a:gd name="connsiteY155" fmla="*/ 6611 h 10000"/>
                <a:gd name="connsiteX156" fmla="*/ 4671 w 10000"/>
                <a:gd name="connsiteY156" fmla="*/ 6611 h 10000"/>
                <a:gd name="connsiteX157" fmla="*/ 4700 w 10000"/>
                <a:gd name="connsiteY157" fmla="*/ 6643 h 10000"/>
                <a:gd name="connsiteX158" fmla="*/ 4729 w 10000"/>
                <a:gd name="connsiteY158" fmla="*/ 6586 h 10000"/>
                <a:gd name="connsiteX159" fmla="*/ 4757 w 10000"/>
                <a:gd name="connsiteY159" fmla="*/ 6497 h 10000"/>
                <a:gd name="connsiteX160" fmla="*/ 4786 w 10000"/>
                <a:gd name="connsiteY160" fmla="*/ 6439 h 10000"/>
                <a:gd name="connsiteX161" fmla="*/ 4815 w 10000"/>
                <a:gd name="connsiteY161" fmla="*/ 6497 h 10000"/>
                <a:gd name="connsiteX162" fmla="*/ 4844 w 10000"/>
                <a:gd name="connsiteY162" fmla="*/ 6414 h 10000"/>
                <a:gd name="connsiteX163" fmla="*/ 4872 w 10000"/>
                <a:gd name="connsiteY163" fmla="*/ 6389 h 10000"/>
                <a:gd name="connsiteX164" fmla="*/ 4901 w 10000"/>
                <a:gd name="connsiteY164" fmla="*/ 6299 h 10000"/>
                <a:gd name="connsiteX165" fmla="*/ 4930 w 10000"/>
                <a:gd name="connsiteY165" fmla="*/ 6299 h 10000"/>
                <a:gd name="connsiteX166" fmla="*/ 4959 w 10000"/>
                <a:gd name="connsiteY166" fmla="*/ 6299 h 10000"/>
                <a:gd name="connsiteX167" fmla="*/ 4987 w 10000"/>
                <a:gd name="connsiteY167" fmla="*/ 6159 h 10000"/>
                <a:gd name="connsiteX168" fmla="*/ 5013 w 10000"/>
                <a:gd name="connsiteY168" fmla="*/ 6191 h 10000"/>
                <a:gd name="connsiteX169" fmla="*/ 5041 w 10000"/>
                <a:gd name="connsiteY169" fmla="*/ 6127 h 10000"/>
                <a:gd name="connsiteX170" fmla="*/ 5070 w 10000"/>
                <a:gd name="connsiteY170" fmla="*/ 6191 h 10000"/>
                <a:gd name="connsiteX171" fmla="*/ 5099 w 10000"/>
                <a:gd name="connsiteY171" fmla="*/ 6076 h 10000"/>
                <a:gd name="connsiteX172" fmla="*/ 5128 w 10000"/>
                <a:gd name="connsiteY172" fmla="*/ 6045 h 10000"/>
                <a:gd name="connsiteX173" fmla="*/ 5156 w 10000"/>
                <a:gd name="connsiteY173" fmla="*/ 6045 h 10000"/>
                <a:gd name="connsiteX174" fmla="*/ 5185 w 10000"/>
                <a:gd name="connsiteY174" fmla="*/ 6076 h 10000"/>
                <a:gd name="connsiteX175" fmla="*/ 5214 w 10000"/>
                <a:gd name="connsiteY175" fmla="*/ 5987 h 10000"/>
                <a:gd name="connsiteX176" fmla="*/ 5243 w 10000"/>
                <a:gd name="connsiteY176" fmla="*/ 5987 h 10000"/>
                <a:gd name="connsiteX177" fmla="*/ 5271 w 10000"/>
                <a:gd name="connsiteY177" fmla="*/ 5987 h 10000"/>
                <a:gd name="connsiteX178" fmla="*/ 5300 w 10000"/>
                <a:gd name="connsiteY178" fmla="*/ 6076 h 10000"/>
                <a:gd name="connsiteX179" fmla="*/ 5329 w 10000"/>
                <a:gd name="connsiteY179" fmla="*/ 6045 h 10000"/>
                <a:gd name="connsiteX180" fmla="*/ 5358 w 10000"/>
                <a:gd name="connsiteY180" fmla="*/ 5987 h 10000"/>
                <a:gd name="connsiteX181" fmla="*/ 5387 w 10000"/>
                <a:gd name="connsiteY181" fmla="*/ 6045 h 10000"/>
                <a:gd name="connsiteX182" fmla="*/ 5415 w 10000"/>
                <a:gd name="connsiteY182" fmla="*/ 6191 h 10000"/>
                <a:gd name="connsiteX183" fmla="*/ 5444 w 10000"/>
                <a:gd name="connsiteY183" fmla="*/ 6159 h 10000"/>
                <a:gd name="connsiteX184" fmla="*/ 5473 w 10000"/>
                <a:gd name="connsiteY184" fmla="*/ 6102 h 10000"/>
                <a:gd name="connsiteX185" fmla="*/ 5502 w 10000"/>
                <a:gd name="connsiteY185" fmla="*/ 6127 h 10000"/>
                <a:gd name="connsiteX186" fmla="*/ 5530 w 10000"/>
                <a:gd name="connsiteY186" fmla="*/ 6159 h 10000"/>
                <a:gd name="connsiteX187" fmla="*/ 5559 w 10000"/>
                <a:gd name="connsiteY187" fmla="*/ 6191 h 10000"/>
                <a:gd name="connsiteX188" fmla="*/ 5588 w 10000"/>
                <a:gd name="connsiteY188" fmla="*/ 6102 h 10000"/>
                <a:gd name="connsiteX189" fmla="*/ 5617 w 10000"/>
                <a:gd name="connsiteY189" fmla="*/ 6102 h 10000"/>
                <a:gd name="connsiteX190" fmla="*/ 5645 w 10000"/>
                <a:gd name="connsiteY190" fmla="*/ 6127 h 10000"/>
                <a:gd name="connsiteX191" fmla="*/ 5674 w 10000"/>
                <a:gd name="connsiteY191" fmla="*/ 6127 h 10000"/>
                <a:gd name="connsiteX192" fmla="*/ 5703 w 10000"/>
                <a:gd name="connsiteY192" fmla="*/ 6019 h 10000"/>
                <a:gd name="connsiteX193" fmla="*/ 5732 w 10000"/>
                <a:gd name="connsiteY193" fmla="*/ 5962 h 10000"/>
                <a:gd name="connsiteX194" fmla="*/ 5761 w 10000"/>
                <a:gd name="connsiteY194" fmla="*/ 5987 h 10000"/>
                <a:gd name="connsiteX195" fmla="*/ 5789 w 10000"/>
                <a:gd name="connsiteY195" fmla="*/ 5987 h 10000"/>
                <a:gd name="connsiteX196" fmla="*/ 5818 w 10000"/>
                <a:gd name="connsiteY196" fmla="*/ 5936 h 10000"/>
                <a:gd name="connsiteX197" fmla="*/ 5843 w 10000"/>
                <a:gd name="connsiteY197" fmla="*/ 5879 h 10000"/>
                <a:gd name="connsiteX198" fmla="*/ 5872 w 10000"/>
                <a:gd name="connsiteY198" fmla="*/ 5904 h 10000"/>
                <a:gd name="connsiteX199" fmla="*/ 5901 w 10000"/>
                <a:gd name="connsiteY199" fmla="*/ 5962 h 10000"/>
                <a:gd name="connsiteX200" fmla="*/ 5930 w 10000"/>
                <a:gd name="connsiteY200" fmla="*/ 5936 h 10000"/>
                <a:gd name="connsiteX201" fmla="*/ 5958 w 10000"/>
                <a:gd name="connsiteY201" fmla="*/ 5987 h 10000"/>
                <a:gd name="connsiteX202" fmla="*/ 5987 w 10000"/>
                <a:gd name="connsiteY202" fmla="*/ 5987 h 10000"/>
                <a:gd name="connsiteX203" fmla="*/ 6016 w 10000"/>
                <a:gd name="connsiteY203" fmla="*/ 6076 h 10000"/>
                <a:gd name="connsiteX204" fmla="*/ 6045 w 10000"/>
                <a:gd name="connsiteY204" fmla="*/ 6076 h 10000"/>
                <a:gd name="connsiteX205" fmla="*/ 6073 w 10000"/>
                <a:gd name="connsiteY205" fmla="*/ 6045 h 10000"/>
                <a:gd name="connsiteX206" fmla="*/ 6102 w 10000"/>
                <a:gd name="connsiteY206" fmla="*/ 6045 h 10000"/>
                <a:gd name="connsiteX207" fmla="*/ 6131 w 10000"/>
                <a:gd name="connsiteY207" fmla="*/ 6127 h 10000"/>
                <a:gd name="connsiteX208" fmla="*/ 6160 w 10000"/>
                <a:gd name="connsiteY208" fmla="*/ 6102 h 10000"/>
                <a:gd name="connsiteX209" fmla="*/ 6188 w 10000"/>
                <a:gd name="connsiteY209" fmla="*/ 6102 h 10000"/>
                <a:gd name="connsiteX210" fmla="*/ 6217 w 10000"/>
                <a:gd name="connsiteY210" fmla="*/ 6102 h 10000"/>
                <a:gd name="connsiteX211" fmla="*/ 6246 w 10000"/>
                <a:gd name="connsiteY211" fmla="*/ 6127 h 10000"/>
                <a:gd name="connsiteX212" fmla="*/ 6275 w 10000"/>
                <a:gd name="connsiteY212" fmla="*/ 6127 h 10000"/>
                <a:gd name="connsiteX213" fmla="*/ 6303 w 10000"/>
                <a:gd name="connsiteY213" fmla="*/ 6102 h 10000"/>
                <a:gd name="connsiteX214" fmla="*/ 6332 w 10000"/>
                <a:gd name="connsiteY214" fmla="*/ 6159 h 10000"/>
                <a:gd name="connsiteX215" fmla="*/ 6361 w 10000"/>
                <a:gd name="connsiteY215" fmla="*/ 6191 h 10000"/>
                <a:gd name="connsiteX216" fmla="*/ 6390 w 10000"/>
                <a:gd name="connsiteY216" fmla="*/ 6191 h 10000"/>
                <a:gd name="connsiteX217" fmla="*/ 6419 w 10000"/>
                <a:gd name="connsiteY217" fmla="*/ 6159 h 10000"/>
                <a:gd name="connsiteX218" fmla="*/ 6447 w 10000"/>
                <a:gd name="connsiteY218" fmla="*/ 6191 h 10000"/>
                <a:gd name="connsiteX219" fmla="*/ 6476 w 10000"/>
                <a:gd name="connsiteY219" fmla="*/ 6274 h 10000"/>
                <a:gd name="connsiteX220" fmla="*/ 6505 w 10000"/>
                <a:gd name="connsiteY220" fmla="*/ 6299 h 10000"/>
                <a:gd name="connsiteX221" fmla="*/ 6534 w 10000"/>
                <a:gd name="connsiteY221" fmla="*/ 6274 h 10000"/>
                <a:gd name="connsiteX222" fmla="*/ 6562 w 10000"/>
                <a:gd name="connsiteY222" fmla="*/ 6248 h 10000"/>
                <a:gd name="connsiteX223" fmla="*/ 6591 w 10000"/>
                <a:gd name="connsiteY223" fmla="*/ 6299 h 10000"/>
                <a:gd name="connsiteX224" fmla="*/ 6620 w 10000"/>
                <a:gd name="connsiteY224" fmla="*/ 6274 h 10000"/>
                <a:gd name="connsiteX225" fmla="*/ 6649 w 10000"/>
                <a:gd name="connsiteY225" fmla="*/ 6274 h 10000"/>
                <a:gd name="connsiteX226" fmla="*/ 6674 w 10000"/>
                <a:gd name="connsiteY226" fmla="*/ 6248 h 10000"/>
                <a:gd name="connsiteX227" fmla="*/ 6703 w 10000"/>
                <a:gd name="connsiteY227" fmla="*/ 6248 h 10000"/>
                <a:gd name="connsiteX228" fmla="*/ 6731 w 10000"/>
                <a:gd name="connsiteY228" fmla="*/ 6331 h 10000"/>
                <a:gd name="connsiteX229" fmla="*/ 6760 w 10000"/>
                <a:gd name="connsiteY229" fmla="*/ 6357 h 10000"/>
                <a:gd name="connsiteX230" fmla="*/ 6789 w 10000"/>
                <a:gd name="connsiteY230" fmla="*/ 6274 h 10000"/>
                <a:gd name="connsiteX231" fmla="*/ 6818 w 10000"/>
                <a:gd name="connsiteY231" fmla="*/ 6414 h 10000"/>
                <a:gd name="connsiteX232" fmla="*/ 6846 w 10000"/>
                <a:gd name="connsiteY232" fmla="*/ 6414 h 10000"/>
                <a:gd name="connsiteX233" fmla="*/ 6875 w 10000"/>
                <a:gd name="connsiteY233" fmla="*/ 6274 h 10000"/>
                <a:gd name="connsiteX234" fmla="*/ 6908 w 10000"/>
                <a:gd name="connsiteY234" fmla="*/ 6191 h 10000"/>
                <a:gd name="connsiteX235" fmla="*/ 6936 w 10000"/>
                <a:gd name="connsiteY235" fmla="*/ 6191 h 10000"/>
                <a:gd name="connsiteX236" fmla="*/ 6962 w 10000"/>
                <a:gd name="connsiteY236" fmla="*/ 6248 h 10000"/>
                <a:gd name="connsiteX237" fmla="*/ 6990 w 10000"/>
                <a:gd name="connsiteY237" fmla="*/ 6248 h 10000"/>
                <a:gd name="connsiteX238" fmla="*/ 7019 w 10000"/>
                <a:gd name="connsiteY238" fmla="*/ 6217 h 10000"/>
                <a:gd name="connsiteX239" fmla="*/ 7048 w 10000"/>
                <a:gd name="connsiteY239" fmla="*/ 6127 h 10000"/>
                <a:gd name="connsiteX240" fmla="*/ 7077 w 10000"/>
                <a:gd name="connsiteY240" fmla="*/ 6127 h 10000"/>
                <a:gd name="connsiteX241" fmla="*/ 7105 w 10000"/>
                <a:gd name="connsiteY241" fmla="*/ 6102 h 10000"/>
                <a:gd name="connsiteX242" fmla="*/ 7134 w 10000"/>
                <a:gd name="connsiteY242" fmla="*/ 6045 h 10000"/>
                <a:gd name="connsiteX243" fmla="*/ 7163 w 10000"/>
                <a:gd name="connsiteY243" fmla="*/ 6045 h 10000"/>
                <a:gd name="connsiteX244" fmla="*/ 7192 w 10000"/>
                <a:gd name="connsiteY244" fmla="*/ 6127 h 10000"/>
                <a:gd name="connsiteX245" fmla="*/ 7220 w 10000"/>
                <a:gd name="connsiteY245" fmla="*/ 6102 h 10000"/>
                <a:gd name="connsiteX246" fmla="*/ 7249 w 10000"/>
                <a:gd name="connsiteY246" fmla="*/ 6076 h 10000"/>
                <a:gd name="connsiteX247" fmla="*/ 7278 w 10000"/>
                <a:gd name="connsiteY247" fmla="*/ 6045 h 10000"/>
                <a:gd name="connsiteX248" fmla="*/ 7307 w 10000"/>
                <a:gd name="connsiteY248" fmla="*/ 6127 h 10000"/>
                <a:gd name="connsiteX249" fmla="*/ 7335 w 10000"/>
                <a:gd name="connsiteY249" fmla="*/ 6248 h 10000"/>
                <a:gd name="connsiteX250" fmla="*/ 7364 w 10000"/>
                <a:gd name="connsiteY250" fmla="*/ 6248 h 10000"/>
                <a:gd name="connsiteX251" fmla="*/ 7393 w 10000"/>
                <a:gd name="connsiteY251" fmla="*/ 6274 h 10000"/>
                <a:gd name="connsiteX252" fmla="*/ 7422 w 10000"/>
                <a:gd name="connsiteY252" fmla="*/ 6357 h 10000"/>
                <a:gd name="connsiteX253" fmla="*/ 7451 w 10000"/>
                <a:gd name="connsiteY253" fmla="*/ 6389 h 10000"/>
                <a:gd name="connsiteX254" fmla="*/ 7479 w 10000"/>
                <a:gd name="connsiteY254" fmla="*/ 6274 h 10000"/>
                <a:gd name="connsiteX255" fmla="*/ 7508 w 10000"/>
                <a:gd name="connsiteY255" fmla="*/ 6299 h 10000"/>
                <a:gd name="connsiteX256" fmla="*/ 7537 w 10000"/>
                <a:gd name="connsiteY256" fmla="*/ 6299 h 10000"/>
                <a:gd name="connsiteX257" fmla="*/ 7566 w 10000"/>
                <a:gd name="connsiteY257" fmla="*/ 6389 h 10000"/>
                <a:gd name="connsiteX258" fmla="*/ 7594 w 10000"/>
                <a:gd name="connsiteY258" fmla="*/ 6357 h 10000"/>
                <a:gd name="connsiteX259" fmla="*/ 7623 w 10000"/>
                <a:gd name="connsiteY259" fmla="*/ 6331 h 10000"/>
                <a:gd name="connsiteX260" fmla="*/ 7652 w 10000"/>
                <a:gd name="connsiteY260" fmla="*/ 6357 h 10000"/>
                <a:gd name="connsiteX261" fmla="*/ 7681 w 10000"/>
                <a:gd name="connsiteY261" fmla="*/ 6439 h 10000"/>
                <a:gd name="connsiteX262" fmla="*/ 7709 w 10000"/>
                <a:gd name="connsiteY262" fmla="*/ 6389 h 10000"/>
                <a:gd name="connsiteX263" fmla="*/ 7738 w 10000"/>
                <a:gd name="connsiteY263" fmla="*/ 6414 h 10000"/>
                <a:gd name="connsiteX264" fmla="*/ 7767 w 10000"/>
                <a:gd name="connsiteY264" fmla="*/ 6299 h 10000"/>
                <a:gd name="connsiteX265" fmla="*/ 7792 w 10000"/>
                <a:gd name="connsiteY265" fmla="*/ 6331 h 10000"/>
                <a:gd name="connsiteX266" fmla="*/ 7821 w 10000"/>
                <a:gd name="connsiteY266" fmla="*/ 6389 h 10000"/>
                <a:gd name="connsiteX267" fmla="*/ 7850 w 10000"/>
                <a:gd name="connsiteY267" fmla="*/ 6331 h 10000"/>
                <a:gd name="connsiteX268" fmla="*/ 7878 w 10000"/>
                <a:gd name="connsiteY268" fmla="*/ 6299 h 10000"/>
                <a:gd name="connsiteX269" fmla="*/ 7907 w 10000"/>
                <a:gd name="connsiteY269" fmla="*/ 6414 h 10000"/>
                <a:gd name="connsiteX270" fmla="*/ 7936 w 10000"/>
                <a:gd name="connsiteY270" fmla="*/ 6389 h 10000"/>
                <a:gd name="connsiteX271" fmla="*/ 7965 w 10000"/>
                <a:gd name="connsiteY271" fmla="*/ 6331 h 10000"/>
                <a:gd name="connsiteX272" fmla="*/ 7994 w 10000"/>
                <a:gd name="connsiteY272" fmla="*/ 6331 h 10000"/>
                <a:gd name="connsiteX273" fmla="*/ 8022 w 10000"/>
                <a:gd name="connsiteY273" fmla="*/ 6389 h 10000"/>
                <a:gd name="connsiteX274" fmla="*/ 8051 w 10000"/>
                <a:gd name="connsiteY274" fmla="*/ 6357 h 10000"/>
                <a:gd name="connsiteX275" fmla="*/ 8080 w 10000"/>
                <a:gd name="connsiteY275" fmla="*/ 6357 h 10000"/>
                <a:gd name="connsiteX276" fmla="*/ 8109 w 10000"/>
                <a:gd name="connsiteY276" fmla="*/ 6299 h 10000"/>
                <a:gd name="connsiteX277" fmla="*/ 8137 w 10000"/>
                <a:gd name="connsiteY277" fmla="*/ 6389 h 10000"/>
                <a:gd name="connsiteX278" fmla="*/ 8166 w 10000"/>
                <a:gd name="connsiteY278" fmla="*/ 6414 h 10000"/>
                <a:gd name="connsiteX279" fmla="*/ 8195 w 10000"/>
                <a:gd name="connsiteY279" fmla="*/ 6331 h 10000"/>
                <a:gd name="connsiteX280" fmla="*/ 8224 w 10000"/>
                <a:gd name="connsiteY280" fmla="*/ 6274 h 10000"/>
                <a:gd name="connsiteX281" fmla="*/ 8252 w 10000"/>
                <a:gd name="connsiteY281" fmla="*/ 6389 h 10000"/>
                <a:gd name="connsiteX282" fmla="*/ 8281 w 10000"/>
                <a:gd name="connsiteY282" fmla="*/ 6497 h 10000"/>
                <a:gd name="connsiteX283" fmla="*/ 8310 w 10000"/>
                <a:gd name="connsiteY283" fmla="*/ 6471 h 10000"/>
                <a:gd name="connsiteX284" fmla="*/ 8339 w 10000"/>
                <a:gd name="connsiteY284" fmla="*/ 6357 h 10000"/>
                <a:gd name="connsiteX285" fmla="*/ 8367 w 10000"/>
                <a:gd name="connsiteY285" fmla="*/ 6389 h 10000"/>
                <a:gd name="connsiteX286" fmla="*/ 8396 w 10000"/>
                <a:gd name="connsiteY286" fmla="*/ 6439 h 10000"/>
                <a:gd name="connsiteX287" fmla="*/ 8425 w 10000"/>
                <a:gd name="connsiteY287" fmla="*/ 6414 h 10000"/>
                <a:gd name="connsiteX288" fmla="*/ 8454 w 10000"/>
                <a:gd name="connsiteY288" fmla="*/ 6357 h 10000"/>
                <a:gd name="connsiteX289" fmla="*/ 8483 w 10000"/>
                <a:gd name="connsiteY289" fmla="*/ 6357 h 10000"/>
                <a:gd name="connsiteX290" fmla="*/ 8511 w 10000"/>
                <a:gd name="connsiteY290" fmla="*/ 6414 h 10000"/>
                <a:gd name="connsiteX291" fmla="*/ 8540 w 10000"/>
                <a:gd name="connsiteY291" fmla="*/ 6414 h 10000"/>
                <a:gd name="connsiteX292" fmla="*/ 8569 w 10000"/>
                <a:gd name="connsiteY292" fmla="*/ 6331 h 10000"/>
                <a:gd name="connsiteX293" fmla="*/ 8598 w 10000"/>
                <a:gd name="connsiteY293" fmla="*/ 6414 h 10000"/>
                <a:gd name="connsiteX294" fmla="*/ 8623 w 10000"/>
                <a:gd name="connsiteY294" fmla="*/ 6414 h 10000"/>
                <a:gd name="connsiteX295" fmla="*/ 8652 w 10000"/>
                <a:gd name="connsiteY295" fmla="*/ 6471 h 10000"/>
                <a:gd name="connsiteX296" fmla="*/ 8680 w 10000"/>
                <a:gd name="connsiteY296" fmla="*/ 6389 h 10000"/>
                <a:gd name="connsiteX297" fmla="*/ 8709 w 10000"/>
                <a:gd name="connsiteY297" fmla="*/ 6357 h 10000"/>
                <a:gd name="connsiteX298" fmla="*/ 8738 w 10000"/>
                <a:gd name="connsiteY298" fmla="*/ 6414 h 10000"/>
                <a:gd name="connsiteX299" fmla="*/ 8767 w 10000"/>
                <a:gd name="connsiteY299" fmla="*/ 6471 h 10000"/>
                <a:gd name="connsiteX300" fmla="*/ 8795 w 10000"/>
                <a:gd name="connsiteY300" fmla="*/ 6414 h 10000"/>
                <a:gd name="connsiteX301" fmla="*/ 8824 w 10000"/>
                <a:gd name="connsiteY301" fmla="*/ 6357 h 10000"/>
                <a:gd name="connsiteX302" fmla="*/ 8853 w 10000"/>
                <a:gd name="connsiteY302" fmla="*/ 6414 h 10000"/>
                <a:gd name="connsiteX303" fmla="*/ 8882 w 10000"/>
                <a:gd name="connsiteY303" fmla="*/ 6497 h 10000"/>
                <a:gd name="connsiteX304" fmla="*/ 8910 w 10000"/>
                <a:gd name="connsiteY304" fmla="*/ 6414 h 10000"/>
                <a:gd name="connsiteX305" fmla="*/ 8939 w 10000"/>
                <a:gd name="connsiteY305" fmla="*/ 6357 h 10000"/>
                <a:gd name="connsiteX306" fmla="*/ 8968 w 10000"/>
                <a:gd name="connsiteY306" fmla="*/ 6389 h 10000"/>
                <a:gd name="connsiteX307" fmla="*/ 8997 w 10000"/>
                <a:gd name="connsiteY307" fmla="*/ 6414 h 10000"/>
                <a:gd name="connsiteX308" fmla="*/ 9026 w 10000"/>
                <a:gd name="connsiteY308" fmla="*/ 6357 h 10000"/>
                <a:gd name="connsiteX309" fmla="*/ 9054 w 10000"/>
                <a:gd name="connsiteY309" fmla="*/ 6331 h 10000"/>
                <a:gd name="connsiteX310" fmla="*/ 9083 w 10000"/>
                <a:gd name="connsiteY310" fmla="*/ 6299 h 10000"/>
                <a:gd name="connsiteX311" fmla="*/ 9112 w 10000"/>
                <a:gd name="connsiteY311" fmla="*/ 6357 h 10000"/>
                <a:gd name="connsiteX312" fmla="*/ 9141 w 10000"/>
                <a:gd name="connsiteY312" fmla="*/ 6357 h 10000"/>
                <a:gd name="connsiteX313" fmla="*/ 9169 w 10000"/>
                <a:gd name="connsiteY313" fmla="*/ 6357 h 10000"/>
                <a:gd name="connsiteX314" fmla="*/ 9198 w 10000"/>
                <a:gd name="connsiteY314" fmla="*/ 6299 h 10000"/>
                <a:gd name="connsiteX315" fmla="*/ 9227 w 10000"/>
                <a:gd name="connsiteY315" fmla="*/ 6331 h 10000"/>
                <a:gd name="connsiteX316" fmla="*/ 9256 w 10000"/>
                <a:gd name="connsiteY316" fmla="*/ 6331 h 10000"/>
                <a:gd name="connsiteX317" fmla="*/ 9284 w 10000"/>
                <a:gd name="connsiteY317" fmla="*/ 6248 h 10000"/>
                <a:gd name="connsiteX318" fmla="*/ 9313 w 10000"/>
                <a:gd name="connsiteY318" fmla="*/ 6217 h 10000"/>
                <a:gd name="connsiteX319" fmla="*/ 9342 w 10000"/>
                <a:gd name="connsiteY319" fmla="*/ 6248 h 10000"/>
                <a:gd name="connsiteX320" fmla="*/ 9371 w 10000"/>
                <a:gd name="connsiteY320" fmla="*/ 6299 h 10000"/>
                <a:gd name="connsiteX321" fmla="*/ 9399 w 10000"/>
                <a:gd name="connsiteY321" fmla="*/ 6217 h 10000"/>
                <a:gd name="connsiteX322" fmla="*/ 9428 w 10000"/>
                <a:gd name="connsiteY322" fmla="*/ 6159 h 10000"/>
                <a:gd name="connsiteX323" fmla="*/ 9453 w 10000"/>
                <a:gd name="connsiteY323" fmla="*/ 6191 h 10000"/>
                <a:gd name="connsiteX324" fmla="*/ 9482 w 10000"/>
                <a:gd name="connsiteY324" fmla="*/ 6217 h 10000"/>
                <a:gd name="connsiteX325" fmla="*/ 9511 w 10000"/>
                <a:gd name="connsiteY325" fmla="*/ 6191 h 10000"/>
                <a:gd name="connsiteX326" fmla="*/ 9540 w 10000"/>
                <a:gd name="connsiteY326" fmla="*/ 6102 h 10000"/>
                <a:gd name="connsiteX327" fmla="*/ 9569 w 10000"/>
                <a:gd name="connsiteY327" fmla="*/ 6159 h 10000"/>
                <a:gd name="connsiteX328" fmla="*/ 9597 w 10000"/>
                <a:gd name="connsiteY328" fmla="*/ 6191 h 10000"/>
                <a:gd name="connsiteX329" fmla="*/ 9626 w 10000"/>
                <a:gd name="connsiteY329" fmla="*/ 6102 h 10000"/>
                <a:gd name="connsiteX330" fmla="*/ 9655 w 10000"/>
                <a:gd name="connsiteY330" fmla="*/ 6019 h 10000"/>
                <a:gd name="connsiteX331" fmla="*/ 9684 w 10000"/>
                <a:gd name="connsiteY331" fmla="*/ 5962 h 10000"/>
                <a:gd name="connsiteX332" fmla="*/ 9712 w 10000"/>
                <a:gd name="connsiteY332" fmla="*/ 5879 h 10000"/>
                <a:gd name="connsiteX333" fmla="*/ 9741 w 10000"/>
                <a:gd name="connsiteY333" fmla="*/ 5567 h 10000"/>
                <a:gd name="connsiteX334" fmla="*/ 9770 w 10000"/>
                <a:gd name="connsiteY334" fmla="*/ 5000 h 10000"/>
                <a:gd name="connsiteX335" fmla="*/ 9799 w 10000"/>
                <a:gd name="connsiteY335" fmla="*/ 3420 h 10000"/>
                <a:gd name="connsiteX336" fmla="*/ 9827 w 10000"/>
                <a:gd name="connsiteY336" fmla="*/ 567 h 10000"/>
                <a:gd name="connsiteX337" fmla="*/ 9856 w 10000"/>
                <a:gd name="connsiteY337" fmla="*/ 0 h 10000"/>
                <a:gd name="connsiteX338" fmla="*/ 9885 w 10000"/>
                <a:gd name="connsiteY338" fmla="*/ 427 h 10000"/>
                <a:gd name="connsiteX339" fmla="*/ 9914 w 10000"/>
                <a:gd name="connsiteY339" fmla="*/ 3618 h 10000"/>
                <a:gd name="connsiteX340" fmla="*/ 9942 w 10000"/>
                <a:gd name="connsiteY340" fmla="*/ 3650 h 10000"/>
                <a:gd name="connsiteX341" fmla="*/ 9971 w 10000"/>
                <a:gd name="connsiteY341" fmla="*/ 3510 h 10000"/>
                <a:gd name="connsiteX342" fmla="*/ 10000 w 10000"/>
                <a:gd name="connsiteY342" fmla="*/ 3363 h 10000"/>
                <a:gd name="connsiteX0" fmla="*/ 0 w 10000"/>
                <a:gd name="connsiteY0" fmla="*/ 3395 h 10000"/>
                <a:gd name="connsiteX1" fmla="*/ 259 w 10000"/>
                <a:gd name="connsiteY1" fmla="*/ 3618 h 10000"/>
                <a:gd name="connsiteX2" fmla="*/ 284 w 10000"/>
                <a:gd name="connsiteY2" fmla="*/ 3955 h 10000"/>
                <a:gd name="connsiteX3" fmla="*/ 313 w 10000"/>
                <a:gd name="connsiteY3" fmla="*/ 4548 h 10000"/>
                <a:gd name="connsiteX4" fmla="*/ 342 w 10000"/>
                <a:gd name="connsiteY4" fmla="*/ 5057 h 10000"/>
                <a:gd name="connsiteX5" fmla="*/ 370 w 10000"/>
                <a:gd name="connsiteY5" fmla="*/ 5510 h 10000"/>
                <a:gd name="connsiteX6" fmla="*/ 403 w 10000"/>
                <a:gd name="connsiteY6" fmla="*/ 6274 h 10000"/>
                <a:gd name="connsiteX7" fmla="*/ 431 w 10000"/>
                <a:gd name="connsiteY7" fmla="*/ 7006 h 10000"/>
                <a:gd name="connsiteX8" fmla="*/ 460 w 10000"/>
                <a:gd name="connsiteY8" fmla="*/ 7178 h 10000"/>
                <a:gd name="connsiteX9" fmla="*/ 489 w 10000"/>
                <a:gd name="connsiteY9" fmla="*/ 6892 h 10000"/>
                <a:gd name="connsiteX10" fmla="*/ 518 w 10000"/>
                <a:gd name="connsiteY10" fmla="*/ 6726 h 10000"/>
                <a:gd name="connsiteX11" fmla="*/ 547 w 10000"/>
                <a:gd name="connsiteY11" fmla="*/ 6783 h 10000"/>
                <a:gd name="connsiteX12" fmla="*/ 572 w 10000"/>
                <a:gd name="connsiteY12" fmla="*/ 6809 h 10000"/>
                <a:gd name="connsiteX13" fmla="*/ 601 w 10000"/>
                <a:gd name="connsiteY13" fmla="*/ 7038 h 10000"/>
                <a:gd name="connsiteX14" fmla="*/ 629 w 10000"/>
                <a:gd name="connsiteY14" fmla="*/ 7178 h 10000"/>
                <a:gd name="connsiteX15" fmla="*/ 658 w 10000"/>
                <a:gd name="connsiteY15" fmla="*/ 7121 h 10000"/>
                <a:gd name="connsiteX16" fmla="*/ 687 w 10000"/>
                <a:gd name="connsiteY16" fmla="*/ 6949 h 10000"/>
                <a:gd name="connsiteX17" fmla="*/ 716 w 10000"/>
                <a:gd name="connsiteY17" fmla="*/ 6866 h 10000"/>
                <a:gd name="connsiteX18" fmla="*/ 744 w 10000"/>
                <a:gd name="connsiteY18" fmla="*/ 6694 h 10000"/>
                <a:gd name="connsiteX19" fmla="*/ 773 w 10000"/>
                <a:gd name="connsiteY19" fmla="*/ 6611 h 10000"/>
                <a:gd name="connsiteX20" fmla="*/ 802 w 10000"/>
                <a:gd name="connsiteY20" fmla="*/ 6529 h 10000"/>
                <a:gd name="connsiteX21" fmla="*/ 831 w 10000"/>
                <a:gd name="connsiteY21" fmla="*/ 6497 h 10000"/>
                <a:gd name="connsiteX22" fmla="*/ 859 w 10000"/>
                <a:gd name="connsiteY22" fmla="*/ 6554 h 10000"/>
                <a:gd name="connsiteX23" fmla="*/ 888 w 10000"/>
                <a:gd name="connsiteY23" fmla="*/ 6752 h 10000"/>
                <a:gd name="connsiteX24" fmla="*/ 917 w 10000"/>
                <a:gd name="connsiteY24" fmla="*/ 6783 h 10000"/>
                <a:gd name="connsiteX25" fmla="*/ 946 w 10000"/>
                <a:gd name="connsiteY25" fmla="*/ 6834 h 10000"/>
                <a:gd name="connsiteX26" fmla="*/ 974 w 10000"/>
                <a:gd name="connsiteY26" fmla="*/ 6694 h 10000"/>
                <a:gd name="connsiteX27" fmla="*/ 1003 w 10000"/>
                <a:gd name="connsiteY27" fmla="*/ 6643 h 10000"/>
                <a:gd name="connsiteX28" fmla="*/ 1032 w 10000"/>
                <a:gd name="connsiteY28" fmla="*/ 6586 h 10000"/>
                <a:gd name="connsiteX29" fmla="*/ 1061 w 10000"/>
                <a:gd name="connsiteY29" fmla="*/ 6643 h 10000"/>
                <a:gd name="connsiteX30" fmla="*/ 1090 w 10000"/>
                <a:gd name="connsiteY30" fmla="*/ 6892 h 10000"/>
                <a:gd name="connsiteX31" fmla="*/ 1118 w 10000"/>
                <a:gd name="connsiteY31" fmla="*/ 6981 h 10000"/>
                <a:gd name="connsiteX32" fmla="*/ 1147 w 10000"/>
                <a:gd name="connsiteY32" fmla="*/ 6892 h 10000"/>
                <a:gd name="connsiteX33" fmla="*/ 1176 w 10000"/>
                <a:gd name="connsiteY33" fmla="*/ 6752 h 10000"/>
                <a:gd name="connsiteX34" fmla="*/ 1205 w 10000"/>
                <a:gd name="connsiteY34" fmla="*/ 6669 h 10000"/>
                <a:gd name="connsiteX35" fmla="*/ 1233 w 10000"/>
                <a:gd name="connsiteY35" fmla="*/ 6726 h 10000"/>
                <a:gd name="connsiteX36" fmla="*/ 1262 w 10000"/>
                <a:gd name="connsiteY36" fmla="*/ 6694 h 10000"/>
                <a:gd name="connsiteX37" fmla="*/ 1291 w 10000"/>
                <a:gd name="connsiteY37" fmla="*/ 6669 h 10000"/>
                <a:gd name="connsiteX38" fmla="*/ 1320 w 10000"/>
                <a:gd name="connsiteY38" fmla="*/ 6643 h 10000"/>
                <a:gd name="connsiteX39" fmla="*/ 1348 w 10000"/>
                <a:gd name="connsiteY39" fmla="*/ 6866 h 10000"/>
                <a:gd name="connsiteX40" fmla="*/ 1377 w 10000"/>
                <a:gd name="connsiteY40" fmla="*/ 6924 h 10000"/>
                <a:gd name="connsiteX41" fmla="*/ 1402 w 10000"/>
                <a:gd name="connsiteY41" fmla="*/ 6834 h 10000"/>
                <a:gd name="connsiteX42" fmla="*/ 1431 w 10000"/>
                <a:gd name="connsiteY42" fmla="*/ 6924 h 10000"/>
                <a:gd name="connsiteX43" fmla="*/ 1460 w 10000"/>
                <a:gd name="connsiteY43" fmla="*/ 6949 h 10000"/>
                <a:gd name="connsiteX44" fmla="*/ 1489 w 10000"/>
                <a:gd name="connsiteY44" fmla="*/ 7064 h 10000"/>
                <a:gd name="connsiteX45" fmla="*/ 1517 w 10000"/>
                <a:gd name="connsiteY45" fmla="*/ 7006 h 10000"/>
                <a:gd name="connsiteX46" fmla="*/ 1546 w 10000"/>
                <a:gd name="connsiteY46" fmla="*/ 7038 h 10000"/>
                <a:gd name="connsiteX47" fmla="*/ 1575 w 10000"/>
                <a:gd name="connsiteY47" fmla="*/ 7121 h 10000"/>
                <a:gd name="connsiteX48" fmla="*/ 1604 w 10000"/>
                <a:gd name="connsiteY48" fmla="*/ 7089 h 10000"/>
                <a:gd name="connsiteX49" fmla="*/ 1633 w 10000"/>
                <a:gd name="connsiteY49" fmla="*/ 6834 h 10000"/>
                <a:gd name="connsiteX50" fmla="*/ 1661 w 10000"/>
                <a:gd name="connsiteY50" fmla="*/ 6726 h 10000"/>
                <a:gd name="connsiteX51" fmla="*/ 1690 w 10000"/>
                <a:gd name="connsiteY51" fmla="*/ 6752 h 10000"/>
                <a:gd name="connsiteX52" fmla="*/ 1719 w 10000"/>
                <a:gd name="connsiteY52" fmla="*/ 6783 h 10000"/>
                <a:gd name="connsiteX53" fmla="*/ 1748 w 10000"/>
                <a:gd name="connsiteY53" fmla="*/ 6834 h 10000"/>
                <a:gd name="connsiteX54" fmla="*/ 1776 w 10000"/>
                <a:gd name="connsiteY54" fmla="*/ 6694 h 10000"/>
                <a:gd name="connsiteX55" fmla="*/ 1805 w 10000"/>
                <a:gd name="connsiteY55" fmla="*/ 6643 h 10000"/>
                <a:gd name="connsiteX56" fmla="*/ 1834 w 10000"/>
                <a:gd name="connsiteY56" fmla="*/ 6669 h 10000"/>
                <a:gd name="connsiteX57" fmla="*/ 1863 w 10000"/>
                <a:gd name="connsiteY57" fmla="*/ 6694 h 10000"/>
                <a:gd name="connsiteX58" fmla="*/ 1891 w 10000"/>
                <a:gd name="connsiteY58" fmla="*/ 6586 h 10000"/>
                <a:gd name="connsiteX59" fmla="*/ 1920 w 10000"/>
                <a:gd name="connsiteY59" fmla="*/ 6497 h 10000"/>
                <a:gd name="connsiteX60" fmla="*/ 1949 w 10000"/>
                <a:gd name="connsiteY60" fmla="*/ 6357 h 10000"/>
                <a:gd name="connsiteX61" fmla="*/ 1978 w 10000"/>
                <a:gd name="connsiteY61" fmla="*/ 6248 h 10000"/>
                <a:gd name="connsiteX62" fmla="*/ 2006 w 10000"/>
                <a:gd name="connsiteY62" fmla="*/ 6191 h 10000"/>
                <a:gd name="connsiteX63" fmla="*/ 2035 w 10000"/>
                <a:gd name="connsiteY63" fmla="*/ 6102 h 10000"/>
                <a:gd name="connsiteX64" fmla="*/ 2064 w 10000"/>
                <a:gd name="connsiteY64" fmla="*/ 6045 h 10000"/>
                <a:gd name="connsiteX65" fmla="*/ 2093 w 10000"/>
                <a:gd name="connsiteY65" fmla="*/ 5847 h 10000"/>
                <a:gd name="connsiteX66" fmla="*/ 2122 w 10000"/>
                <a:gd name="connsiteY66" fmla="*/ 5624 h 10000"/>
                <a:gd name="connsiteX67" fmla="*/ 2150 w 10000"/>
                <a:gd name="connsiteY67" fmla="*/ 5541 h 10000"/>
                <a:gd name="connsiteX68" fmla="*/ 2179 w 10000"/>
                <a:gd name="connsiteY68" fmla="*/ 5567 h 10000"/>
                <a:gd name="connsiteX69" fmla="*/ 2208 w 10000"/>
                <a:gd name="connsiteY69" fmla="*/ 5395 h 10000"/>
                <a:gd name="connsiteX70" fmla="*/ 2233 w 10000"/>
                <a:gd name="connsiteY70" fmla="*/ 5229 h 10000"/>
                <a:gd name="connsiteX71" fmla="*/ 2262 w 10000"/>
                <a:gd name="connsiteY71" fmla="*/ 5197 h 10000"/>
                <a:gd name="connsiteX72" fmla="*/ 2291 w 10000"/>
                <a:gd name="connsiteY72" fmla="*/ 5255 h 10000"/>
                <a:gd name="connsiteX73" fmla="*/ 2319 w 10000"/>
                <a:gd name="connsiteY73" fmla="*/ 5255 h 10000"/>
                <a:gd name="connsiteX74" fmla="*/ 2348 w 10000"/>
                <a:gd name="connsiteY74" fmla="*/ 5197 h 10000"/>
                <a:gd name="connsiteX75" fmla="*/ 2377 w 10000"/>
                <a:gd name="connsiteY75" fmla="*/ 5146 h 10000"/>
                <a:gd name="connsiteX76" fmla="*/ 2406 w 10000"/>
                <a:gd name="connsiteY76" fmla="*/ 5172 h 10000"/>
                <a:gd name="connsiteX77" fmla="*/ 2434 w 10000"/>
                <a:gd name="connsiteY77" fmla="*/ 5197 h 10000"/>
                <a:gd name="connsiteX78" fmla="*/ 2463 w 10000"/>
                <a:gd name="connsiteY78" fmla="*/ 5197 h 10000"/>
                <a:gd name="connsiteX79" fmla="*/ 2492 w 10000"/>
                <a:gd name="connsiteY79" fmla="*/ 5197 h 10000"/>
                <a:gd name="connsiteX80" fmla="*/ 2521 w 10000"/>
                <a:gd name="connsiteY80" fmla="*/ 5312 h 10000"/>
                <a:gd name="connsiteX81" fmla="*/ 2549 w 10000"/>
                <a:gd name="connsiteY81" fmla="*/ 5395 h 10000"/>
                <a:gd name="connsiteX82" fmla="*/ 2578 w 10000"/>
                <a:gd name="connsiteY82" fmla="*/ 5312 h 10000"/>
                <a:gd name="connsiteX83" fmla="*/ 2607 w 10000"/>
                <a:gd name="connsiteY83" fmla="*/ 5338 h 10000"/>
                <a:gd name="connsiteX84" fmla="*/ 2636 w 10000"/>
                <a:gd name="connsiteY84" fmla="*/ 5484 h 10000"/>
                <a:gd name="connsiteX85" fmla="*/ 2665 w 10000"/>
                <a:gd name="connsiteY85" fmla="*/ 5624 h 10000"/>
                <a:gd name="connsiteX86" fmla="*/ 2693 w 10000"/>
                <a:gd name="connsiteY86" fmla="*/ 5541 h 10000"/>
                <a:gd name="connsiteX87" fmla="*/ 2722 w 10000"/>
                <a:gd name="connsiteY87" fmla="*/ 5510 h 10000"/>
                <a:gd name="connsiteX88" fmla="*/ 2751 w 10000"/>
                <a:gd name="connsiteY88" fmla="*/ 5592 h 10000"/>
                <a:gd name="connsiteX89" fmla="*/ 2780 w 10000"/>
                <a:gd name="connsiteY89" fmla="*/ 5764 h 10000"/>
                <a:gd name="connsiteX90" fmla="*/ 2808 w 10000"/>
                <a:gd name="connsiteY90" fmla="*/ 5822 h 10000"/>
                <a:gd name="connsiteX91" fmla="*/ 2837 w 10000"/>
                <a:gd name="connsiteY91" fmla="*/ 5764 h 10000"/>
                <a:gd name="connsiteX92" fmla="*/ 2866 w 10000"/>
                <a:gd name="connsiteY92" fmla="*/ 5732 h 10000"/>
                <a:gd name="connsiteX93" fmla="*/ 2895 w 10000"/>
                <a:gd name="connsiteY93" fmla="*/ 5796 h 10000"/>
                <a:gd name="connsiteX94" fmla="*/ 2923 w 10000"/>
                <a:gd name="connsiteY94" fmla="*/ 5822 h 10000"/>
                <a:gd name="connsiteX95" fmla="*/ 2952 w 10000"/>
                <a:gd name="connsiteY95" fmla="*/ 5732 h 10000"/>
                <a:gd name="connsiteX96" fmla="*/ 2981 w 10000"/>
                <a:gd name="connsiteY96" fmla="*/ 5732 h 10000"/>
                <a:gd name="connsiteX97" fmla="*/ 3010 w 10000"/>
                <a:gd name="connsiteY97" fmla="*/ 5847 h 10000"/>
                <a:gd name="connsiteX98" fmla="*/ 3038 w 10000"/>
                <a:gd name="connsiteY98" fmla="*/ 5962 h 10000"/>
                <a:gd name="connsiteX99" fmla="*/ 3064 w 10000"/>
                <a:gd name="connsiteY99" fmla="*/ 6019 h 10000"/>
                <a:gd name="connsiteX100" fmla="*/ 3092 w 10000"/>
                <a:gd name="connsiteY100" fmla="*/ 5962 h 10000"/>
                <a:gd name="connsiteX101" fmla="*/ 3121 w 10000"/>
                <a:gd name="connsiteY101" fmla="*/ 5936 h 10000"/>
                <a:gd name="connsiteX102" fmla="*/ 3150 w 10000"/>
                <a:gd name="connsiteY102" fmla="*/ 5936 h 10000"/>
                <a:gd name="connsiteX103" fmla="*/ 3179 w 10000"/>
                <a:gd name="connsiteY103" fmla="*/ 5879 h 10000"/>
                <a:gd name="connsiteX104" fmla="*/ 3207 w 10000"/>
                <a:gd name="connsiteY104" fmla="*/ 5879 h 10000"/>
                <a:gd name="connsiteX105" fmla="*/ 3236 w 10000"/>
                <a:gd name="connsiteY105" fmla="*/ 5904 h 10000"/>
                <a:gd name="connsiteX106" fmla="*/ 3265 w 10000"/>
                <a:gd name="connsiteY106" fmla="*/ 6045 h 10000"/>
                <a:gd name="connsiteX107" fmla="*/ 3294 w 10000"/>
                <a:gd name="connsiteY107" fmla="*/ 6159 h 10000"/>
                <a:gd name="connsiteX108" fmla="*/ 3323 w 10000"/>
                <a:gd name="connsiteY108" fmla="*/ 6299 h 10000"/>
                <a:gd name="connsiteX109" fmla="*/ 3351 w 10000"/>
                <a:gd name="connsiteY109" fmla="*/ 6497 h 10000"/>
                <a:gd name="connsiteX110" fmla="*/ 3380 w 10000"/>
                <a:gd name="connsiteY110" fmla="*/ 6669 h 10000"/>
                <a:gd name="connsiteX111" fmla="*/ 3409 w 10000"/>
                <a:gd name="connsiteY111" fmla="*/ 6783 h 10000"/>
                <a:gd name="connsiteX112" fmla="*/ 3438 w 10000"/>
                <a:gd name="connsiteY112" fmla="*/ 6809 h 10000"/>
                <a:gd name="connsiteX113" fmla="*/ 3466 w 10000"/>
                <a:gd name="connsiteY113" fmla="*/ 7038 h 10000"/>
                <a:gd name="connsiteX114" fmla="*/ 3495 w 10000"/>
                <a:gd name="connsiteY114" fmla="*/ 7287 h 10000"/>
                <a:gd name="connsiteX115" fmla="*/ 3524 w 10000"/>
                <a:gd name="connsiteY115" fmla="*/ 7459 h 10000"/>
                <a:gd name="connsiteX116" fmla="*/ 3553 w 10000"/>
                <a:gd name="connsiteY116" fmla="*/ 7376 h 10000"/>
                <a:gd name="connsiteX117" fmla="*/ 3581 w 10000"/>
                <a:gd name="connsiteY117" fmla="*/ 7261 h 10000"/>
                <a:gd name="connsiteX118" fmla="*/ 3610 w 10000"/>
                <a:gd name="connsiteY118" fmla="*/ 7121 h 10000"/>
                <a:gd name="connsiteX119" fmla="*/ 3639 w 10000"/>
                <a:gd name="connsiteY119" fmla="*/ 6809 h 10000"/>
                <a:gd name="connsiteX120" fmla="*/ 3668 w 10000"/>
                <a:gd name="connsiteY120" fmla="*/ 6529 h 10000"/>
                <a:gd name="connsiteX121" fmla="*/ 3697 w 10000"/>
                <a:gd name="connsiteY121" fmla="*/ 6414 h 10000"/>
                <a:gd name="connsiteX122" fmla="*/ 3725 w 10000"/>
                <a:gd name="connsiteY122" fmla="*/ 6159 h 10000"/>
                <a:gd name="connsiteX123" fmla="*/ 3754 w 10000"/>
                <a:gd name="connsiteY123" fmla="*/ 5592 h 10000"/>
                <a:gd name="connsiteX124" fmla="*/ 3783 w 10000"/>
                <a:gd name="connsiteY124" fmla="*/ 4694 h 10000"/>
                <a:gd name="connsiteX125" fmla="*/ 3812 w 10000"/>
                <a:gd name="connsiteY125" fmla="*/ 3930 h 10000"/>
                <a:gd name="connsiteX126" fmla="*/ 3840 w 10000"/>
                <a:gd name="connsiteY126" fmla="*/ 3510 h 10000"/>
                <a:gd name="connsiteX127" fmla="*/ 3869 w 10000"/>
                <a:gd name="connsiteY127" fmla="*/ 3223 h 10000"/>
                <a:gd name="connsiteX128" fmla="*/ 3894 w 10000"/>
                <a:gd name="connsiteY128" fmla="*/ 2994 h 10000"/>
                <a:gd name="connsiteX129" fmla="*/ 3923 w 10000"/>
                <a:gd name="connsiteY129" fmla="*/ 3338 h 10000"/>
                <a:gd name="connsiteX130" fmla="*/ 3955 w 10000"/>
                <a:gd name="connsiteY130" fmla="*/ 4236 h 10000"/>
                <a:gd name="connsiteX131" fmla="*/ 3984 w 10000"/>
                <a:gd name="connsiteY131" fmla="*/ 5936 h 10000"/>
                <a:gd name="connsiteX132" fmla="*/ 4013 w 10000"/>
                <a:gd name="connsiteY132" fmla="*/ 7771 h 10000"/>
                <a:gd name="connsiteX133" fmla="*/ 4042 w 10000"/>
                <a:gd name="connsiteY133" fmla="*/ 9013 h 10000"/>
                <a:gd name="connsiteX134" fmla="*/ 4070 w 10000"/>
                <a:gd name="connsiteY134" fmla="*/ 9548 h 10000"/>
                <a:gd name="connsiteX135" fmla="*/ 4099 w 10000"/>
                <a:gd name="connsiteY135" fmla="*/ 9720 h 10000"/>
                <a:gd name="connsiteX136" fmla="*/ 4128 w 10000"/>
                <a:gd name="connsiteY136" fmla="*/ 9968 h 10000"/>
                <a:gd name="connsiteX137" fmla="*/ 4157 w 10000"/>
                <a:gd name="connsiteY137" fmla="*/ 10000 h 10000"/>
                <a:gd name="connsiteX138" fmla="*/ 4182 w 10000"/>
                <a:gd name="connsiteY138" fmla="*/ 9293 h 10000"/>
                <a:gd name="connsiteX139" fmla="*/ 4211 w 10000"/>
                <a:gd name="connsiteY139" fmla="*/ 8815 h 10000"/>
                <a:gd name="connsiteX140" fmla="*/ 4239 w 10000"/>
                <a:gd name="connsiteY140" fmla="*/ 8280 h 10000"/>
                <a:gd name="connsiteX141" fmla="*/ 4268 w 10000"/>
                <a:gd name="connsiteY141" fmla="*/ 7745 h 10000"/>
                <a:gd name="connsiteX142" fmla="*/ 4297 w 10000"/>
                <a:gd name="connsiteY142" fmla="*/ 7459 h 10000"/>
                <a:gd name="connsiteX143" fmla="*/ 4326 w 10000"/>
                <a:gd name="connsiteY143" fmla="*/ 7318 h 10000"/>
                <a:gd name="connsiteX144" fmla="*/ 4355 w 10000"/>
                <a:gd name="connsiteY144" fmla="*/ 7089 h 10000"/>
                <a:gd name="connsiteX145" fmla="*/ 4383 w 10000"/>
                <a:gd name="connsiteY145" fmla="*/ 6834 h 10000"/>
                <a:gd name="connsiteX146" fmla="*/ 4412 w 10000"/>
                <a:gd name="connsiteY146" fmla="*/ 6783 h 10000"/>
                <a:gd name="connsiteX147" fmla="*/ 4441 w 10000"/>
                <a:gd name="connsiteY147" fmla="*/ 6809 h 10000"/>
                <a:gd name="connsiteX148" fmla="*/ 4470 w 10000"/>
                <a:gd name="connsiteY148" fmla="*/ 6783 h 10000"/>
                <a:gd name="connsiteX149" fmla="*/ 4498 w 10000"/>
                <a:gd name="connsiteY149" fmla="*/ 6726 h 10000"/>
                <a:gd name="connsiteX150" fmla="*/ 4527 w 10000"/>
                <a:gd name="connsiteY150" fmla="*/ 6643 h 10000"/>
                <a:gd name="connsiteX151" fmla="*/ 4556 w 10000"/>
                <a:gd name="connsiteY151" fmla="*/ 6643 h 10000"/>
                <a:gd name="connsiteX152" fmla="*/ 4585 w 10000"/>
                <a:gd name="connsiteY152" fmla="*/ 6669 h 10000"/>
                <a:gd name="connsiteX153" fmla="*/ 4613 w 10000"/>
                <a:gd name="connsiteY153" fmla="*/ 6643 h 10000"/>
                <a:gd name="connsiteX154" fmla="*/ 4642 w 10000"/>
                <a:gd name="connsiteY154" fmla="*/ 6611 h 10000"/>
                <a:gd name="connsiteX155" fmla="*/ 4671 w 10000"/>
                <a:gd name="connsiteY155" fmla="*/ 6611 h 10000"/>
                <a:gd name="connsiteX156" fmla="*/ 4700 w 10000"/>
                <a:gd name="connsiteY156" fmla="*/ 6643 h 10000"/>
                <a:gd name="connsiteX157" fmla="*/ 4729 w 10000"/>
                <a:gd name="connsiteY157" fmla="*/ 6586 h 10000"/>
                <a:gd name="connsiteX158" fmla="*/ 4757 w 10000"/>
                <a:gd name="connsiteY158" fmla="*/ 6497 h 10000"/>
                <a:gd name="connsiteX159" fmla="*/ 4786 w 10000"/>
                <a:gd name="connsiteY159" fmla="*/ 6439 h 10000"/>
                <a:gd name="connsiteX160" fmla="*/ 4815 w 10000"/>
                <a:gd name="connsiteY160" fmla="*/ 6497 h 10000"/>
                <a:gd name="connsiteX161" fmla="*/ 4844 w 10000"/>
                <a:gd name="connsiteY161" fmla="*/ 6414 h 10000"/>
                <a:gd name="connsiteX162" fmla="*/ 4872 w 10000"/>
                <a:gd name="connsiteY162" fmla="*/ 6389 h 10000"/>
                <a:gd name="connsiteX163" fmla="*/ 4901 w 10000"/>
                <a:gd name="connsiteY163" fmla="*/ 6299 h 10000"/>
                <a:gd name="connsiteX164" fmla="*/ 4930 w 10000"/>
                <a:gd name="connsiteY164" fmla="*/ 6299 h 10000"/>
                <a:gd name="connsiteX165" fmla="*/ 4959 w 10000"/>
                <a:gd name="connsiteY165" fmla="*/ 6299 h 10000"/>
                <a:gd name="connsiteX166" fmla="*/ 4987 w 10000"/>
                <a:gd name="connsiteY166" fmla="*/ 6159 h 10000"/>
                <a:gd name="connsiteX167" fmla="*/ 5013 w 10000"/>
                <a:gd name="connsiteY167" fmla="*/ 6191 h 10000"/>
                <a:gd name="connsiteX168" fmla="*/ 5041 w 10000"/>
                <a:gd name="connsiteY168" fmla="*/ 6127 h 10000"/>
                <a:gd name="connsiteX169" fmla="*/ 5070 w 10000"/>
                <a:gd name="connsiteY169" fmla="*/ 6191 h 10000"/>
                <a:gd name="connsiteX170" fmla="*/ 5099 w 10000"/>
                <a:gd name="connsiteY170" fmla="*/ 6076 h 10000"/>
                <a:gd name="connsiteX171" fmla="*/ 5128 w 10000"/>
                <a:gd name="connsiteY171" fmla="*/ 6045 h 10000"/>
                <a:gd name="connsiteX172" fmla="*/ 5156 w 10000"/>
                <a:gd name="connsiteY172" fmla="*/ 6045 h 10000"/>
                <a:gd name="connsiteX173" fmla="*/ 5185 w 10000"/>
                <a:gd name="connsiteY173" fmla="*/ 6076 h 10000"/>
                <a:gd name="connsiteX174" fmla="*/ 5214 w 10000"/>
                <a:gd name="connsiteY174" fmla="*/ 5987 h 10000"/>
                <a:gd name="connsiteX175" fmla="*/ 5243 w 10000"/>
                <a:gd name="connsiteY175" fmla="*/ 5987 h 10000"/>
                <a:gd name="connsiteX176" fmla="*/ 5271 w 10000"/>
                <a:gd name="connsiteY176" fmla="*/ 5987 h 10000"/>
                <a:gd name="connsiteX177" fmla="*/ 5300 w 10000"/>
                <a:gd name="connsiteY177" fmla="*/ 6076 h 10000"/>
                <a:gd name="connsiteX178" fmla="*/ 5329 w 10000"/>
                <a:gd name="connsiteY178" fmla="*/ 6045 h 10000"/>
                <a:gd name="connsiteX179" fmla="*/ 5358 w 10000"/>
                <a:gd name="connsiteY179" fmla="*/ 5987 h 10000"/>
                <a:gd name="connsiteX180" fmla="*/ 5387 w 10000"/>
                <a:gd name="connsiteY180" fmla="*/ 6045 h 10000"/>
                <a:gd name="connsiteX181" fmla="*/ 5415 w 10000"/>
                <a:gd name="connsiteY181" fmla="*/ 6191 h 10000"/>
                <a:gd name="connsiteX182" fmla="*/ 5444 w 10000"/>
                <a:gd name="connsiteY182" fmla="*/ 6159 h 10000"/>
                <a:gd name="connsiteX183" fmla="*/ 5473 w 10000"/>
                <a:gd name="connsiteY183" fmla="*/ 6102 h 10000"/>
                <a:gd name="connsiteX184" fmla="*/ 5502 w 10000"/>
                <a:gd name="connsiteY184" fmla="*/ 6127 h 10000"/>
                <a:gd name="connsiteX185" fmla="*/ 5530 w 10000"/>
                <a:gd name="connsiteY185" fmla="*/ 6159 h 10000"/>
                <a:gd name="connsiteX186" fmla="*/ 5559 w 10000"/>
                <a:gd name="connsiteY186" fmla="*/ 6191 h 10000"/>
                <a:gd name="connsiteX187" fmla="*/ 5588 w 10000"/>
                <a:gd name="connsiteY187" fmla="*/ 6102 h 10000"/>
                <a:gd name="connsiteX188" fmla="*/ 5617 w 10000"/>
                <a:gd name="connsiteY188" fmla="*/ 6102 h 10000"/>
                <a:gd name="connsiteX189" fmla="*/ 5645 w 10000"/>
                <a:gd name="connsiteY189" fmla="*/ 6127 h 10000"/>
                <a:gd name="connsiteX190" fmla="*/ 5674 w 10000"/>
                <a:gd name="connsiteY190" fmla="*/ 6127 h 10000"/>
                <a:gd name="connsiteX191" fmla="*/ 5703 w 10000"/>
                <a:gd name="connsiteY191" fmla="*/ 6019 h 10000"/>
                <a:gd name="connsiteX192" fmla="*/ 5732 w 10000"/>
                <a:gd name="connsiteY192" fmla="*/ 5962 h 10000"/>
                <a:gd name="connsiteX193" fmla="*/ 5761 w 10000"/>
                <a:gd name="connsiteY193" fmla="*/ 5987 h 10000"/>
                <a:gd name="connsiteX194" fmla="*/ 5789 w 10000"/>
                <a:gd name="connsiteY194" fmla="*/ 5987 h 10000"/>
                <a:gd name="connsiteX195" fmla="*/ 5818 w 10000"/>
                <a:gd name="connsiteY195" fmla="*/ 5936 h 10000"/>
                <a:gd name="connsiteX196" fmla="*/ 5843 w 10000"/>
                <a:gd name="connsiteY196" fmla="*/ 5879 h 10000"/>
                <a:gd name="connsiteX197" fmla="*/ 5872 w 10000"/>
                <a:gd name="connsiteY197" fmla="*/ 5904 h 10000"/>
                <a:gd name="connsiteX198" fmla="*/ 5901 w 10000"/>
                <a:gd name="connsiteY198" fmla="*/ 5962 h 10000"/>
                <a:gd name="connsiteX199" fmla="*/ 5930 w 10000"/>
                <a:gd name="connsiteY199" fmla="*/ 5936 h 10000"/>
                <a:gd name="connsiteX200" fmla="*/ 5958 w 10000"/>
                <a:gd name="connsiteY200" fmla="*/ 5987 h 10000"/>
                <a:gd name="connsiteX201" fmla="*/ 5987 w 10000"/>
                <a:gd name="connsiteY201" fmla="*/ 5987 h 10000"/>
                <a:gd name="connsiteX202" fmla="*/ 6016 w 10000"/>
                <a:gd name="connsiteY202" fmla="*/ 6076 h 10000"/>
                <a:gd name="connsiteX203" fmla="*/ 6045 w 10000"/>
                <a:gd name="connsiteY203" fmla="*/ 6076 h 10000"/>
                <a:gd name="connsiteX204" fmla="*/ 6073 w 10000"/>
                <a:gd name="connsiteY204" fmla="*/ 6045 h 10000"/>
                <a:gd name="connsiteX205" fmla="*/ 6102 w 10000"/>
                <a:gd name="connsiteY205" fmla="*/ 6045 h 10000"/>
                <a:gd name="connsiteX206" fmla="*/ 6131 w 10000"/>
                <a:gd name="connsiteY206" fmla="*/ 6127 h 10000"/>
                <a:gd name="connsiteX207" fmla="*/ 6160 w 10000"/>
                <a:gd name="connsiteY207" fmla="*/ 6102 h 10000"/>
                <a:gd name="connsiteX208" fmla="*/ 6188 w 10000"/>
                <a:gd name="connsiteY208" fmla="*/ 6102 h 10000"/>
                <a:gd name="connsiteX209" fmla="*/ 6217 w 10000"/>
                <a:gd name="connsiteY209" fmla="*/ 6102 h 10000"/>
                <a:gd name="connsiteX210" fmla="*/ 6246 w 10000"/>
                <a:gd name="connsiteY210" fmla="*/ 6127 h 10000"/>
                <a:gd name="connsiteX211" fmla="*/ 6275 w 10000"/>
                <a:gd name="connsiteY211" fmla="*/ 6127 h 10000"/>
                <a:gd name="connsiteX212" fmla="*/ 6303 w 10000"/>
                <a:gd name="connsiteY212" fmla="*/ 6102 h 10000"/>
                <a:gd name="connsiteX213" fmla="*/ 6332 w 10000"/>
                <a:gd name="connsiteY213" fmla="*/ 6159 h 10000"/>
                <a:gd name="connsiteX214" fmla="*/ 6361 w 10000"/>
                <a:gd name="connsiteY214" fmla="*/ 6191 h 10000"/>
                <a:gd name="connsiteX215" fmla="*/ 6390 w 10000"/>
                <a:gd name="connsiteY215" fmla="*/ 6191 h 10000"/>
                <a:gd name="connsiteX216" fmla="*/ 6419 w 10000"/>
                <a:gd name="connsiteY216" fmla="*/ 6159 h 10000"/>
                <a:gd name="connsiteX217" fmla="*/ 6447 w 10000"/>
                <a:gd name="connsiteY217" fmla="*/ 6191 h 10000"/>
                <a:gd name="connsiteX218" fmla="*/ 6476 w 10000"/>
                <a:gd name="connsiteY218" fmla="*/ 6274 h 10000"/>
                <a:gd name="connsiteX219" fmla="*/ 6505 w 10000"/>
                <a:gd name="connsiteY219" fmla="*/ 6299 h 10000"/>
                <a:gd name="connsiteX220" fmla="*/ 6534 w 10000"/>
                <a:gd name="connsiteY220" fmla="*/ 6274 h 10000"/>
                <a:gd name="connsiteX221" fmla="*/ 6562 w 10000"/>
                <a:gd name="connsiteY221" fmla="*/ 6248 h 10000"/>
                <a:gd name="connsiteX222" fmla="*/ 6591 w 10000"/>
                <a:gd name="connsiteY222" fmla="*/ 6299 h 10000"/>
                <a:gd name="connsiteX223" fmla="*/ 6620 w 10000"/>
                <a:gd name="connsiteY223" fmla="*/ 6274 h 10000"/>
                <a:gd name="connsiteX224" fmla="*/ 6649 w 10000"/>
                <a:gd name="connsiteY224" fmla="*/ 6274 h 10000"/>
                <a:gd name="connsiteX225" fmla="*/ 6674 w 10000"/>
                <a:gd name="connsiteY225" fmla="*/ 6248 h 10000"/>
                <a:gd name="connsiteX226" fmla="*/ 6703 w 10000"/>
                <a:gd name="connsiteY226" fmla="*/ 6248 h 10000"/>
                <a:gd name="connsiteX227" fmla="*/ 6731 w 10000"/>
                <a:gd name="connsiteY227" fmla="*/ 6331 h 10000"/>
                <a:gd name="connsiteX228" fmla="*/ 6760 w 10000"/>
                <a:gd name="connsiteY228" fmla="*/ 6357 h 10000"/>
                <a:gd name="connsiteX229" fmla="*/ 6789 w 10000"/>
                <a:gd name="connsiteY229" fmla="*/ 6274 h 10000"/>
                <a:gd name="connsiteX230" fmla="*/ 6818 w 10000"/>
                <a:gd name="connsiteY230" fmla="*/ 6414 h 10000"/>
                <a:gd name="connsiteX231" fmla="*/ 6846 w 10000"/>
                <a:gd name="connsiteY231" fmla="*/ 6414 h 10000"/>
                <a:gd name="connsiteX232" fmla="*/ 6875 w 10000"/>
                <a:gd name="connsiteY232" fmla="*/ 6274 h 10000"/>
                <a:gd name="connsiteX233" fmla="*/ 6908 w 10000"/>
                <a:gd name="connsiteY233" fmla="*/ 6191 h 10000"/>
                <a:gd name="connsiteX234" fmla="*/ 6936 w 10000"/>
                <a:gd name="connsiteY234" fmla="*/ 6191 h 10000"/>
                <a:gd name="connsiteX235" fmla="*/ 6962 w 10000"/>
                <a:gd name="connsiteY235" fmla="*/ 6248 h 10000"/>
                <a:gd name="connsiteX236" fmla="*/ 6990 w 10000"/>
                <a:gd name="connsiteY236" fmla="*/ 6248 h 10000"/>
                <a:gd name="connsiteX237" fmla="*/ 7019 w 10000"/>
                <a:gd name="connsiteY237" fmla="*/ 6217 h 10000"/>
                <a:gd name="connsiteX238" fmla="*/ 7048 w 10000"/>
                <a:gd name="connsiteY238" fmla="*/ 6127 h 10000"/>
                <a:gd name="connsiteX239" fmla="*/ 7077 w 10000"/>
                <a:gd name="connsiteY239" fmla="*/ 6127 h 10000"/>
                <a:gd name="connsiteX240" fmla="*/ 7105 w 10000"/>
                <a:gd name="connsiteY240" fmla="*/ 6102 h 10000"/>
                <a:gd name="connsiteX241" fmla="*/ 7134 w 10000"/>
                <a:gd name="connsiteY241" fmla="*/ 6045 h 10000"/>
                <a:gd name="connsiteX242" fmla="*/ 7163 w 10000"/>
                <a:gd name="connsiteY242" fmla="*/ 6045 h 10000"/>
                <a:gd name="connsiteX243" fmla="*/ 7192 w 10000"/>
                <a:gd name="connsiteY243" fmla="*/ 6127 h 10000"/>
                <a:gd name="connsiteX244" fmla="*/ 7220 w 10000"/>
                <a:gd name="connsiteY244" fmla="*/ 6102 h 10000"/>
                <a:gd name="connsiteX245" fmla="*/ 7249 w 10000"/>
                <a:gd name="connsiteY245" fmla="*/ 6076 h 10000"/>
                <a:gd name="connsiteX246" fmla="*/ 7278 w 10000"/>
                <a:gd name="connsiteY246" fmla="*/ 6045 h 10000"/>
                <a:gd name="connsiteX247" fmla="*/ 7307 w 10000"/>
                <a:gd name="connsiteY247" fmla="*/ 6127 h 10000"/>
                <a:gd name="connsiteX248" fmla="*/ 7335 w 10000"/>
                <a:gd name="connsiteY248" fmla="*/ 6248 h 10000"/>
                <a:gd name="connsiteX249" fmla="*/ 7364 w 10000"/>
                <a:gd name="connsiteY249" fmla="*/ 6248 h 10000"/>
                <a:gd name="connsiteX250" fmla="*/ 7393 w 10000"/>
                <a:gd name="connsiteY250" fmla="*/ 6274 h 10000"/>
                <a:gd name="connsiteX251" fmla="*/ 7422 w 10000"/>
                <a:gd name="connsiteY251" fmla="*/ 6357 h 10000"/>
                <a:gd name="connsiteX252" fmla="*/ 7451 w 10000"/>
                <a:gd name="connsiteY252" fmla="*/ 6389 h 10000"/>
                <a:gd name="connsiteX253" fmla="*/ 7479 w 10000"/>
                <a:gd name="connsiteY253" fmla="*/ 6274 h 10000"/>
                <a:gd name="connsiteX254" fmla="*/ 7508 w 10000"/>
                <a:gd name="connsiteY254" fmla="*/ 6299 h 10000"/>
                <a:gd name="connsiteX255" fmla="*/ 7537 w 10000"/>
                <a:gd name="connsiteY255" fmla="*/ 6299 h 10000"/>
                <a:gd name="connsiteX256" fmla="*/ 7566 w 10000"/>
                <a:gd name="connsiteY256" fmla="*/ 6389 h 10000"/>
                <a:gd name="connsiteX257" fmla="*/ 7594 w 10000"/>
                <a:gd name="connsiteY257" fmla="*/ 6357 h 10000"/>
                <a:gd name="connsiteX258" fmla="*/ 7623 w 10000"/>
                <a:gd name="connsiteY258" fmla="*/ 6331 h 10000"/>
                <a:gd name="connsiteX259" fmla="*/ 7652 w 10000"/>
                <a:gd name="connsiteY259" fmla="*/ 6357 h 10000"/>
                <a:gd name="connsiteX260" fmla="*/ 7681 w 10000"/>
                <a:gd name="connsiteY260" fmla="*/ 6439 h 10000"/>
                <a:gd name="connsiteX261" fmla="*/ 7709 w 10000"/>
                <a:gd name="connsiteY261" fmla="*/ 6389 h 10000"/>
                <a:gd name="connsiteX262" fmla="*/ 7738 w 10000"/>
                <a:gd name="connsiteY262" fmla="*/ 6414 h 10000"/>
                <a:gd name="connsiteX263" fmla="*/ 7767 w 10000"/>
                <a:gd name="connsiteY263" fmla="*/ 6299 h 10000"/>
                <a:gd name="connsiteX264" fmla="*/ 7792 w 10000"/>
                <a:gd name="connsiteY264" fmla="*/ 6331 h 10000"/>
                <a:gd name="connsiteX265" fmla="*/ 7821 w 10000"/>
                <a:gd name="connsiteY265" fmla="*/ 6389 h 10000"/>
                <a:gd name="connsiteX266" fmla="*/ 7850 w 10000"/>
                <a:gd name="connsiteY266" fmla="*/ 6331 h 10000"/>
                <a:gd name="connsiteX267" fmla="*/ 7878 w 10000"/>
                <a:gd name="connsiteY267" fmla="*/ 6299 h 10000"/>
                <a:gd name="connsiteX268" fmla="*/ 7907 w 10000"/>
                <a:gd name="connsiteY268" fmla="*/ 6414 h 10000"/>
                <a:gd name="connsiteX269" fmla="*/ 7936 w 10000"/>
                <a:gd name="connsiteY269" fmla="*/ 6389 h 10000"/>
                <a:gd name="connsiteX270" fmla="*/ 7965 w 10000"/>
                <a:gd name="connsiteY270" fmla="*/ 6331 h 10000"/>
                <a:gd name="connsiteX271" fmla="*/ 7994 w 10000"/>
                <a:gd name="connsiteY271" fmla="*/ 6331 h 10000"/>
                <a:gd name="connsiteX272" fmla="*/ 8022 w 10000"/>
                <a:gd name="connsiteY272" fmla="*/ 6389 h 10000"/>
                <a:gd name="connsiteX273" fmla="*/ 8051 w 10000"/>
                <a:gd name="connsiteY273" fmla="*/ 6357 h 10000"/>
                <a:gd name="connsiteX274" fmla="*/ 8080 w 10000"/>
                <a:gd name="connsiteY274" fmla="*/ 6357 h 10000"/>
                <a:gd name="connsiteX275" fmla="*/ 8109 w 10000"/>
                <a:gd name="connsiteY275" fmla="*/ 6299 h 10000"/>
                <a:gd name="connsiteX276" fmla="*/ 8137 w 10000"/>
                <a:gd name="connsiteY276" fmla="*/ 6389 h 10000"/>
                <a:gd name="connsiteX277" fmla="*/ 8166 w 10000"/>
                <a:gd name="connsiteY277" fmla="*/ 6414 h 10000"/>
                <a:gd name="connsiteX278" fmla="*/ 8195 w 10000"/>
                <a:gd name="connsiteY278" fmla="*/ 6331 h 10000"/>
                <a:gd name="connsiteX279" fmla="*/ 8224 w 10000"/>
                <a:gd name="connsiteY279" fmla="*/ 6274 h 10000"/>
                <a:gd name="connsiteX280" fmla="*/ 8252 w 10000"/>
                <a:gd name="connsiteY280" fmla="*/ 6389 h 10000"/>
                <a:gd name="connsiteX281" fmla="*/ 8281 w 10000"/>
                <a:gd name="connsiteY281" fmla="*/ 6497 h 10000"/>
                <a:gd name="connsiteX282" fmla="*/ 8310 w 10000"/>
                <a:gd name="connsiteY282" fmla="*/ 6471 h 10000"/>
                <a:gd name="connsiteX283" fmla="*/ 8339 w 10000"/>
                <a:gd name="connsiteY283" fmla="*/ 6357 h 10000"/>
                <a:gd name="connsiteX284" fmla="*/ 8367 w 10000"/>
                <a:gd name="connsiteY284" fmla="*/ 6389 h 10000"/>
                <a:gd name="connsiteX285" fmla="*/ 8396 w 10000"/>
                <a:gd name="connsiteY285" fmla="*/ 6439 h 10000"/>
                <a:gd name="connsiteX286" fmla="*/ 8425 w 10000"/>
                <a:gd name="connsiteY286" fmla="*/ 6414 h 10000"/>
                <a:gd name="connsiteX287" fmla="*/ 8454 w 10000"/>
                <a:gd name="connsiteY287" fmla="*/ 6357 h 10000"/>
                <a:gd name="connsiteX288" fmla="*/ 8483 w 10000"/>
                <a:gd name="connsiteY288" fmla="*/ 6357 h 10000"/>
                <a:gd name="connsiteX289" fmla="*/ 8511 w 10000"/>
                <a:gd name="connsiteY289" fmla="*/ 6414 h 10000"/>
                <a:gd name="connsiteX290" fmla="*/ 8540 w 10000"/>
                <a:gd name="connsiteY290" fmla="*/ 6414 h 10000"/>
                <a:gd name="connsiteX291" fmla="*/ 8569 w 10000"/>
                <a:gd name="connsiteY291" fmla="*/ 6331 h 10000"/>
                <a:gd name="connsiteX292" fmla="*/ 8598 w 10000"/>
                <a:gd name="connsiteY292" fmla="*/ 6414 h 10000"/>
                <a:gd name="connsiteX293" fmla="*/ 8623 w 10000"/>
                <a:gd name="connsiteY293" fmla="*/ 6414 h 10000"/>
                <a:gd name="connsiteX294" fmla="*/ 8652 w 10000"/>
                <a:gd name="connsiteY294" fmla="*/ 6471 h 10000"/>
                <a:gd name="connsiteX295" fmla="*/ 8680 w 10000"/>
                <a:gd name="connsiteY295" fmla="*/ 6389 h 10000"/>
                <a:gd name="connsiteX296" fmla="*/ 8709 w 10000"/>
                <a:gd name="connsiteY296" fmla="*/ 6357 h 10000"/>
                <a:gd name="connsiteX297" fmla="*/ 8738 w 10000"/>
                <a:gd name="connsiteY297" fmla="*/ 6414 h 10000"/>
                <a:gd name="connsiteX298" fmla="*/ 8767 w 10000"/>
                <a:gd name="connsiteY298" fmla="*/ 6471 h 10000"/>
                <a:gd name="connsiteX299" fmla="*/ 8795 w 10000"/>
                <a:gd name="connsiteY299" fmla="*/ 6414 h 10000"/>
                <a:gd name="connsiteX300" fmla="*/ 8824 w 10000"/>
                <a:gd name="connsiteY300" fmla="*/ 6357 h 10000"/>
                <a:gd name="connsiteX301" fmla="*/ 8853 w 10000"/>
                <a:gd name="connsiteY301" fmla="*/ 6414 h 10000"/>
                <a:gd name="connsiteX302" fmla="*/ 8882 w 10000"/>
                <a:gd name="connsiteY302" fmla="*/ 6497 h 10000"/>
                <a:gd name="connsiteX303" fmla="*/ 8910 w 10000"/>
                <a:gd name="connsiteY303" fmla="*/ 6414 h 10000"/>
                <a:gd name="connsiteX304" fmla="*/ 8939 w 10000"/>
                <a:gd name="connsiteY304" fmla="*/ 6357 h 10000"/>
                <a:gd name="connsiteX305" fmla="*/ 8968 w 10000"/>
                <a:gd name="connsiteY305" fmla="*/ 6389 h 10000"/>
                <a:gd name="connsiteX306" fmla="*/ 8997 w 10000"/>
                <a:gd name="connsiteY306" fmla="*/ 6414 h 10000"/>
                <a:gd name="connsiteX307" fmla="*/ 9026 w 10000"/>
                <a:gd name="connsiteY307" fmla="*/ 6357 h 10000"/>
                <a:gd name="connsiteX308" fmla="*/ 9054 w 10000"/>
                <a:gd name="connsiteY308" fmla="*/ 6331 h 10000"/>
                <a:gd name="connsiteX309" fmla="*/ 9083 w 10000"/>
                <a:gd name="connsiteY309" fmla="*/ 6299 h 10000"/>
                <a:gd name="connsiteX310" fmla="*/ 9112 w 10000"/>
                <a:gd name="connsiteY310" fmla="*/ 6357 h 10000"/>
                <a:gd name="connsiteX311" fmla="*/ 9141 w 10000"/>
                <a:gd name="connsiteY311" fmla="*/ 6357 h 10000"/>
                <a:gd name="connsiteX312" fmla="*/ 9169 w 10000"/>
                <a:gd name="connsiteY312" fmla="*/ 6357 h 10000"/>
                <a:gd name="connsiteX313" fmla="*/ 9198 w 10000"/>
                <a:gd name="connsiteY313" fmla="*/ 6299 h 10000"/>
                <a:gd name="connsiteX314" fmla="*/ 9227 w 10000"/>
                <a:gd name="connsiteY314" fmla="*/ 6331 h 10000"/>
                <a:gd name="connsiteX315" fmla="*/ 9256 w 10000"/>
                <a:gd name="connsiteY315" fmla="*/ 6331 h 10000"/>
                <a:gd name="connsiteX316" fmla="*/ 9284 w 10000"/>
                <a:gd name="connsiteY316" fmla="*/ 6248 h 10000"/>
                <a:gd name="connsiteX317" fmla="*/ 9313 w 10000"/>
                <a:gd name="connsiteY317" fmla="*/ 6217 h 10000"/>
                <a:gd name="connsiteX318" fmla="*/ 9342 w 10000"/>
                <a:gd name="connsiteY318" fmla="*/ 6248 h 10000"/>
                <a:gd name="connsiteX319" fmla="*/ 9371 w 10000"/>
                <a:gd name="connsiteY319" fmla="*/ 6299 h 10000"/>
                <a:gd name="connsiteX320" fmla="*/ 9399 w 10000"/>
                <a:gd name="connsiteY320" fmla="*/ 6217 h 10000"/>
                <a:gd name="connsiteX321" fmla="*/ 9428 w 10000"/>
                <a:gd name="connsiteY321" fmla="*/ 6159 h 10000"/>
                <a:gd name="connsiteX322" fmla="*/ 9453 w 10000"/>
                <a:gd name="connsiteY322" fmla="*/ 6191 h 10000"/>
                <a:gd name="connsiteX323" fmla="*/ 9482 w 10000"/>
                <a:gd name="connsiteY323" fmla="*/ 6217 h 10000"/>
                <a:gd name="connsiteX324" fmla="*/ 9511 w 10000"/>
                <a:gd name="connsiteY324" fmla="*/ 6191 h 10000"/>
                <a:gd name="connsiteX325" fmla="*/ 9540 w 10000"/>
                <a:gd name="connsiteY325" fmla="*/ 6102 h 10000"/>
                <a:gd name="connsiteX326" fmla="*/ 9569 w 10000"/>
                <a:gd name="connsiteY326" fmla="*/ 6159 h 10000"/>
                <a:gd name="connsiteX327" fmla="*/ 9597 w 10000"/>
                <a:gd name="connsiteY327" fmla="*/ 6191 h 10000"/>
                <a:gd name="connsiteX328" fmla="*/ 9626 w 10000"/>
                <a:gd name="connsiteY328" fmla="*/ 6102 h 10000"/>
                <a:gd name="connsiteX329" fmla="*/ 9655 w 10000"/>
                <a:gd name="connsiteY329" fmla="*/ 6019 h 10000"/>
                <a:gd name="connsiteX330" fmla="*/ 9684 w 10000"/>
                <a:gd name="connsiteY330" fmla="*/ 5962 h 10000"/>
                <a:gd name="connsiteX331" fmla="*/ 9712 w 10000"/>
                <a:gd name="connsiteY331" fmla="*/ 5879 h 10000"/>
                <a:gd name="connsiteX332" fmla="*/ 9741 w 10000"/>
                <a:gd name="connsiteY332" fmla="*/ 5567 h 10000"/>
                <a:gd name="connsiteX333" fmla="*/ 9770 w 10000"/>
                <a:gd name="connsiteY333" fmla="*/ 5000 h 10000"/>
                <a:gd name="connsiteX334" fmla="*/ 9799 w 10000"/>
                <a:gd name="connsiteY334" fmla="*/ 3420 h 10000"/>
                <a:gd name="connsiteX335" fmla="*/ 9827 w 10000"/>
                <a:gd name="connsiteY335" fmla="*/ 567 h 10000"/>
                <a:gd name="connsiteX336" fmla="*/ 9856 w 10000"/>
                <a:gd name="connsiteY336" fmla="*/ 0 h 10000"/>
                <a:gd name="connsiteX337" fmla="*/ 9885 w 10000"/>
                <a:gd name="connsiteY337" fmla="*/ 427 h 10000"/>
                <a:gd name="connsiteX338" fmla="*/ 9914 w 10000"/>
                <a:gd name="connsiteY338" fmla="*/ 3618 h 10000"/>
                <a:gd name="connsiteX339" fmla="*/ 9942 w 10000"/>
                <a:gd name="connsiteY339" fmla="*/ 3650 h 10000"/>
                <a:gd name="connsiteX340" fmla="*/ 9971 w 10000"/>
                <a:gd name="connsiteY340" fmla="*/ 3510 h 10000"/>
                <a:gd name="connsiteX341" fmla="*/ 10000 w 10000"/>
                <a:gd name="connsiteY341" fmla="*/ 3363 h 10000"/>
                <a:gd name="connsiteX0" fmla="*/ 0 w 9741"/>
                <a:gd name="connsiteY0" fmla="*/ 3618 h 10000"/>
                <a:gd name="connsiteX1" fmla="*/ 25 w 9741"/>
                <a:gd name="connsiteY1" fmla="*/ 3955 h 10000"/>
                <a:gd name="connsiteX2" fmla="*/ 54 w 9741"/>
                <a:gd name="connsiteY2" fmla="*/ 4548 h 10000"/>
                <a:gd name="connsiteX3" fmla="*/ 83 w 9741"/>
                <a:gd name="connsiteY3" fmla="*/ 5057 h 10000"/>
                <a:gd name="connsiteX4" fmla="*/ 111 w 9741"/>
                <a:gd name="connsiteY4" fmla="*/ 5510 h 10000"/>
                <a:gd name="connsiteX5" fmla="*/ 144 w 9741"/>
                <a:gd name="connsiteY5" fmla="*/ 6274 h 10000"/>
                <a:gd name="connsiteX6" fmla="*/ 172 w 9741"/>
                <a:gd name="connsiteY6" fmla="*/ 7006 h 10000"/>
                <a:gd name="connsiteX7" fmla="*/ 201 w 9741"/>
                <a:gd name="connsiteY7" fmla="*/ 7178 h 10000"/>
                <a:gd name="connsiteX8" fmla="*/ 230 w 9741"/>
                <a:gd name="connsiteY8" fmla="*/ 6892 h 10000"/>
                <a:gd name="connsiteX9" fmla="*/ 259 w 9741"/>
                <a:gd name="connsiteY9" fmla="*/ 6726 h 10000"/>
                <a:gd name="connsiteX10" fmla="*/ 288 w 9741"/>
                <a:gd name="connsiteY10" fmla="*/ 6783 h 10000"/>
                <a:gd name="connsiteX11" fmla="*/ 313 w 9741"/>
                <a:gd name="connsiteY11" fmla="*/ 6809 h 10000"/>
                <a:gd name="connsiteX12" fmla="*/ 342 w 9741"/>
                <a:gd name="connsiteY12" fmla="*/ 7038 h 10000"/>
                <a:gd name="connsiteX13" fmla="*/ 370 w 9741"/>
                <a:gd name="connsiteY13" fmla="*/ 7178 h 10000"/>
                <a:gd name="connsiteX14" fmla="*/ 399 w 9741"/>
                <a:gd name="connsiteY14" fmla="*/ 7121 h 10000"/>
                <a:gd name="connsiteX15" fmla="*/ 428 w 9741"/>
                <a:gd name="connsiteY15" fmla="*/ 6949 h 10000"/>
                <a:gd name="connsiteX16" fmla="*/ 457 w 9741"/>
                <a:gd name="connsiteY16" fmla="*/ 6866 h 10000"/>
                <a:gd name="connsiteX17" fmla="*/ 485 w 9741"/>
                <a:gd name="connsiteY17" fmla="*/ 6694 h 10000"/>
                <a:gd name="connsiteX18" fmla="*/ 514 w 9741"/>
                <a:gd name="connsiteY18" fmla="*/ 6611 h 10000"/>
                <a:gd name="connsiteX19" fmla="*/ 543 w 9741"/>
                <a:gd name="connsiteY19" fmla="*/ 6529 h 10000"/>
                <a:gd name="connsiteX20" fmla="*/ 572 w 9741"/>
                <a:gd name="connsiteY20" fmla="*/ 6497 h 10000"/>
                <a:gd name="connsiteX21" fmla="*/ 600 w 9741"/>
                <a:gd name="connsiteY21" fmla="*/ 6554 h 10000"/>
                <a:gd name="connsiteX22" fmla="*/ 629 w 9741"/>
                <a:gd name="connsiteY22" fmla="*/ 6752 h 10000"/>
                <a:gd name="connsiteX23" fmla="*/ 658 w 9741"/>
                <a:gd name="connsiteY23" fmla="*/ 6783 h 10000"/>
                <a:gd name="connsiteX24" fmla="*/ 687 w 9741"/>
                <a:gd name="connsiteY24" fmla="*/ 6834 h 10000"/>
                <a:gd name="connsiteX25" fmla="*/ 715 w 9741"/>
                <a:gd name="connsiteY25" fmla="*/ 6694 h 10000"/>
                <a:gd name="connsiteX26" fmla="*/ 744 w 9741"/>
                <a:gd name="connsiteY26" fmla="*/ 6643 h 10000"/>
                <a:gd name="connsiteX27" fmla="*/ 773 w 9741"/>
                <a:gd name="connsiteY27" fmla="*/ 6586 h 10000"/>
                <a:gd name="connsiteX28" fmla="*/ 802 w 9741"/>
                <a:gd name="connsiteY28" fmla="*/ 6643 h 10000"/>
                <a:gd name="connsiteX29" fmla="*/ 831 w 9741"/>
                <a:gd name="connsiteY29" fmla="*/ 6892 h 10000"/>
                <a:gd name="connsiteX30" fmla="*/ 859 w 9741"/>
                <a:gd name="connsiteY30" fmla="*/ 6981 h 10000"/>
                <a:gd name="connsiteX31" fmla="*/ 888 w 9741"/>
                <a:gd name="connsiteY31" fmla="*/ 6892 h 10000"/>
                <a:gd name="connsiteX32" fmla="*/ 917 w 9741"/>
                <a:gd name="connsiteY32" fmla="*/ 6752 h 10000"/>
                <a:gd name="connsiteX33" fmla="*/ 946 w 9741"/>
                <a:gd name="connsiteY33" fmla="*/ 6669 h 10000"/>
                <a:gd name="connsiteX34" fmla="*/ 974 w 9741"/>
                <a:gd name="connsiteY34" fmla="*/ 6726 h 10000"/>
                <a:gd name="connsiteX35" fmla="*/ 1003 w 9741"/>
                <a:gd name="connsiteY35" fmla="*/ 6694 h 10000"/>
                <a:gd name="connsiteX36" fmla="*/ 1032 w 9741"/>
                <a:gd name="connsiteY36" fmla="*/ 6669 h 10000"/>
                <a:gd name="connsiteX37" fmla="*/ 1061 w 9741"/>
                <a:gd name="connsiteY37" fmla="*/ 6643 h 10000"/>
                <a:gd name="connsiteX38" fmla="*/ 1089 w 9741"/>
                <a:gd name="connsiteY38" fmla="*/ 6866 h 10000"/>
                <a:gd name="connsiteX39" fmla="*/ 1118 w 9741"/>
                <a:gd name="connsiteY39" fmla="*/ 6924 h 10000"/>
                <a:gd name="connsiteX40" fmla="*/ 1143 w 9741"/>
                <a:gd name="connsiteY40" fmla="*/ 6834 h 10000"/>
                <a:gd name="connsiteX41" fmla="*/ 1172 w 9741"/>
                <a:gd name="connsiteY41" fmla="*/ 6924 h 10000"/>
                <a:gd name="connsiteX42" fmla="*/ 1201 w 9741"/>
                <a:gd name="connsiteY42" fmla="*/ 6949 h 10000"/>
                <a:gd name="connsiteX43" fmla="*/ 1230 w 9741"/>
                <a:gd name="connsiteY43" fmla="*/ 7064 h 10000"/>
                <a:gd name="connsiteX44" fmla="*/ 1258 w 9741"/>
                <a:gd name="connsiteY44" fmla="*/ 7006 h 10000"/>
                <a:gd name="connsiteX45" fmla="*/ 1287 w 9741"/>
                <a:gd name="connsiteY45" fmla="*/ 7038 h 10000"/>
                <a:gd name="connsiteX46" fmla="*/ 1316 w 9741"/>
                <a:gd name="connsiteY46" fmla="*/ 7121 h 10000"/>
                <a:gd name="connsiteX47" fmla="*/ 1345 w 9741"/>
                <a:gd name="connsiteY47" fmla="*/ 7089 h 10000"/>
                <a:gd name="connsiteX48" fmla="*/ 1374 w 9741"/>
                <a:gd name="connsiteY48" fmla="*/ 6834 h 10000"/>
                <a:gd name="connsiteX49" fmla="*/ 1402 w 9741"/>
                <a:gd name="connsiteY49" fmla="*/ 6726 h 10000"/>
                <a:gd name="connsiteX50" fmla="*/ 1431 w 9741"/>
                <a:gd name="connsiteY50" fmla="*/ 6752 h 10000"/>
                <a:gd name="connsiteX51" fmla="*/ 1460 w 9741"/>
                <a:gd name="connsiteY51" fmla="*/ 6783 h 10000"/>
                <a:gd name="connsiteX52" fmla="*/ 1489 w 9741"/>
                <a:gd name="connsiteY52" fmla="*/ 6834 h 10000"/>
                <a:gd name="connsiteX53" fmla="*/ 1517 w 9741"/>
                <a:gd name="connsiteY53" fmla="*/ 6694 h 10000"/>
                <a:gd name="connsiteX54" fmla="*/ 1546 w 9741"/>
                <a:gd name="connsiteY54" fmla="*/ 6643 h 10000"/>
                <a:gd name="connsiteX55" fmla="*/ 1575 w 9741"/>
                <a:gd name="connsiteY55" fmla="*/ 6669 h 10000"/>
                <a:gd name="connsiteX56" fmla="*/ 1604 w 9741"/>
                <a:gd name="connsiteY56" fmla="*/ 6694 h 10000"/>
                <a:gd name="connsiteX57" fmla="*/ 1632 w 9741"/>
                <a:gd name="connsiteY57" fmla="*/ 6586 h 10000"/>
                <a:gd name="connsiteX58" fmla="*/ 1661 w 9741"/>
                <a:gd name="connsiteY58" fmla="*/ 6497 h 10000"/>
                <a:gd name="connsiteX59" fmla="*/ 1690 w 9741"/>
                <a:gd name="connsiteY59" fmla="*/ 6357 h 10000"/>
                <a:gd name="connsiteX60" fmla="*/ 1719 w 9741"/>
                <a:gd name="connsiteY60" fmla="*/ 6248 h 10000"/>
                <a:gd name="connsiteX61" fmla="*/ 1747 w 9741"/>
                <a:gd name="connsiteY61" fmla="*/ 6191 h 10000"/>
                <a:gd name="connsiteX62" fmla="*/ 1776 w 9741"/>
                <a:gd name="connsiteY62" fmla="*/ 6102 h 10000"/>
                <a:gd name="connsiteX63" fmla="*/ 1805 w 9741"/>
                <a:gd name="connsiteY63" fmla="*/ 6045 h 10000"/>
                <a:gd name="connsiteX64" fmla="*/ 1834 w 9741"/>
                <a:gd name="connsiteY64" fmla="*/ 5847 h 10000"/>
                <a:gd name="connsiteX65" fmla="*/ 1863 w 9741"/>
                <a:gd name="connsiteY65" fmla="*/ 5624 h 10000"/>
                <a:gd name="connsiteX66" fmla="*/ 1891 w 9741"/>
                <a:gd name="connsiteY66" fmla="*/ 5541 h 10000"/>
                <a:gd name="connsiteX67" fmla="*/ 1920 w 9741"/>
                <a:gd name="connsiteY67" fmla="*/ 5567 h 10000"/>
                <a:gd name="connsiteX68" fmla="*/ 1949 w 9741"/>
                <a:gd name="connsiteY68" fmla="*/ 5395 h 10000"/>
                <a:gd name="connsiteX69" fmla="*/ 1974 w 9741"/>
                <a:gd name="connsiteY69" fmla="*/ 5229 h 10000"/>
                <a:gd name="connsiteX70" fmla="*/ 2003 w 9741"/>
                <a:gd name="connsiteY70" fmla="*/ 5197 h 10000"/>
                <a:gd name="connsiteX71" fmla="*/ 2032 w 9741"/>
                <a:gd name="connsiteY71" fmla="*/ 5255 h 10000"/>
                <a:gd name="connsiteX72" fmla="*/ 2060 w 9741"/>
                <a:gd name="connsiteY72" fmla="*/ 5255 h 10000"/>
                <a:gd name="connsiteX73" fmla="*/ 2089 w 9741"/>
                <a:gd name="connsiteY73" fmla="*/ 5197 h 10000"/>
                <a:gd name="connsiteX74" fmla="*/ 2118 w 9741"/>
                <a:gd name="connsiteY74" fmla="*/ 5146 h 10000"/>
                <a:gd name="connsiteX75" fmla="*/ 2147 w 9741"/>
                <a:gd name="connsiteY75" fmla="*/ 5172 h 10000"/>
                <a:gd name="connsiteX76" fmla="*/ 2175 w 9741"/>
                <a:gd name="connsiteY76" fmla="*/ 5197 h 10000"/>
                <a:gd name="connsiteX77" fmla="*/ 2204 w 9741"/>
                <a:gd name="connsiteY77" fmla="*/ 5197 h 10000"/>
                <a:gd name="connsiteX78" fmla="*/ 2233 w 9741"/>
                <a:gd name="connsiteY78" fmla="*/ 5197 h 10000"/>
                <a:gd name="connsiteX79" fmla="*/ 2262 w 9741"/>
                <a:gd name="connsiteY79" fmla="*/ 5312 h 10000"/>
                <a:gd name="connsiteX80" fmla="*/ 2290 w 9741"/>
                <a:gd name="connsiteY80" fmla="*/ 5395 h 10000"/>
                <a:gd name="connsiteX81" fmla="*/ 2319 w 9741"/>
                <a:gd name="connsiteY81" fmla="*/ 5312 h 10000"/>
                <a:gd name="connsiteX82" fmla="*/ 2348 w 9741"/>
                <a:gd name="connsiteY82" fmla="*/ 5338 h 10000"/>
                <a:gd name="connsiteX83" fmla="*/ 2377 w 9741"/>
                <a:gd name="connsiteY83" fmla="*/ 5484 h 10000"/>
                <a:gd name="connsiteX84" fmla="*/ 2406 w 9741"/>
                <a:gd name="connsiteY84" fmla="*/ 5624 h 10000"/>
                <a:gd name="connsiteX85" fmla="*/ 2434 w 9741"/>
                <a:gd name="connsiteY85" fmla="*/ 5541 h 10000"/>
                <a:gd name="connsiteX86" fmla="*/ 2463 w 9741"/>
                <a:gd name="connsiteY86" fmla="*/ 5510 h 10000"/>
                <a:gd name="connsiteX87" fmla="*/ 2492 w 9741"/>
                <a:gd name="connsiteY87" fmla="*/ 5592 h 10000"/>
                <a:gd name="connsiteX88" fmla="*/ 2521 w 9741"/>
                <a:gd name="connsiteY88" fmla="*/ 5764 h 10000"/>
                <a:gd name="connsiteX89" fmla="*/ 2549 w 9741"/>
                <a:gd name="connsiteY89" fmla="*/ 5822 h 10000"/>
                <a:gd name="connsiteX90" fmla="*/ 2578 w 9741"/>
                <a:gd name="connsiteY90" fmla="*/ 5764 h 10000"/>
                <a:gd name="connsiteX91" fmla="*/ 2607 w 9741"/>
                <a:gd name="connsiteY91" fmla="*/ 5732 h 10000"/>
                <a:gd name="connsiteX92" fmla="*/ 2636 w 9741"/>
                <a:gd name="connsiteY92" fmla="*/ 5796 h 10000"/>
                <a:gd name="connsiteX93" fmla="*/ 2664 w 9741"/>
                <a:gd name="connsiteY93" fmla="*/ 5822 h 10000"/>
                <a:gd name="connsiteX94" fmla="*/ 2693 w 9741"/>
                <a:gd name="connsiteY94" fmla="*/ 5732 h 10000"/>
                <a:gd name="connsiteX95" fmla="*/ 2722 w 9741"/>
                <a:gd name="connsiteY95" fmla="*/ 5732 h 10000"/>
                <a:gd name="connsiteX96" fmla="*/ 2751 w 9741"/>
                <a:gd name="connsiteY96" fmla="*/ 5847 h 10000"/>
                <a:gd name="connsiteX97" fmla="*/ 2779 w 9741"/>
                <a:gd name="connsiteY97" fmla="*/ 5962 h 10000"/>
                <a:gd name="connsiteX98" fmla="*/ 2805 w 9741"/>
                <a:gd name="connsiteY98" fmla="*/ 6019 h 10000"/>
                <a:gd name="connsiteX99" fmla="*/ 2833 w 9741"/>
                <a:gd name="connsiteY99" fmla="*/ 5962 h 10000"/>
                <a:gd name="connsiteX100" fmla="*/ 2862 w 9741"/>
                <a:gd name="connsiteY100" fmla="*/ 5936 h 10000"/>
                <a:gd name="connsiteX101" fmla="*/ 2891 w 9741"/>
                <a:gd name="connsiteY101" fmla="*/ 5936 h 10000"/>
                <a:gd name="connsiteX102" fmla="*/ 2920 w 9741"/>
                <a:gd name="connsiteY102" fmla="*/ 5879 h 10000"/>
                <a:gd name="connsiteX103" fmla="*/ 2948 w 9741"/>
                <a:gd name="connsiteY103" fmla="*/ 5879 h 10000"/>
                <a:gd name="connsiteX104" fmla="*/ 2977 w 9741"/>
                <a:gd name="connsiteY104" fmla="*/ 5904 h 10000"/>
                <a:gd name="connsiteX105" fmla="*/ 3006 w 9741"/>
                <a:gd name="connsiteY105" fmla="*/ 6045 h 10000"/>
                <a:gd name="connsiteX106" fmla="*/ 3035 w 9741"/>
                <a:gd name="connsiteY106" fmla="*/ 6159 h 10000"/>
                <a:gd name="connsiteX107" fmla="*/ 3064 w 9741"/>
                <a:gd name="connsiteY107" fmla="*/ 6299 h 10000"/>
                <a:gd name="connsiteX108" fmla="*/ 3092 w 9741"/>
                <a:gd name="connsiteY108" fmla="*/ 6497 h 10000"/>
                <a:gd name="connsiteX109" fmla="*/ 3121 w 9741"/>
                <a:gd name="connsiteY109" fmla="*/ 6669 h 10000"/>
                <a:gd name="connsiteX110" fmla="*/ 3150 w 9741"/>
                <a:gd name="connsiteY110" fmla="*/ 6783 h 10000"/>
                <a:gd name="connsiteX111" fmla="*/ 3179 w 9741"/>
                <a:gd name="connsiteY111" fmla="*/ 6809 h 10000"/>
                <a:gd name="connsiteX112" fmla="*/ 3207 w 9741"/>
                <a:gd name="connsiteY112" fmla="*/ 7038 h 10000"/>
                <a:gd name="connsiteX113" fmla="*/ 3236 w 9741"/>
                <a:gd name="connsiteY113" fmla="*/ 7287 h 10000"/>
                <a:gd name="connsiteX114" fmla="*/ 3265 w 9741"/>
                <a:gd name="connsiteY114" fmla="*/ 7459 h 10000"/>
                <a:gd name="connsiteX115" fmla="*/ 3294 w 9741"/>
                <a:gd name="connsiteY115" fmla="*/ 7376 h 10000"/>
                <a:gd name="connsiteX116" fmla="*/ 3322 w 9741"/>
                <a:gd name="connsiteY116" fmla="*/ 7261 h 10000"/>
                <a:gd name="connsiteX117" fmla="*/ 3351 w 9741"/>
                <a:gd name="connsiteY117" fmla="*/ 7121 h 10000"/>
                <a:gd name="connsiteX118" fmla="*/ 3380 w 9741"/>
                <a:gd name="connsiteY118" fmla="*/ 6809 h 10000"/>
                <a:gd name="connsiteX119" fmla="*/ 3409 w 9741"/>
                <a:gd name="connsiteY119" fmla="*/ 6529 h 10000"/>
                <a:gd name="connsiteX120" fmla="*/ 3438 w 9741"/>
                <a:gd name="connsiteY120" fmla="*/ 6414 h 10000"/>
                <a:gd name="connsiteX121" fmla="*/ 3466 w 9741"/>
                <a:gd name="connsiteY121" fmla="*/ 6159 h 10000"/>
                <a:gd name="connsiteX122" fmla="*/ 3495 w 9741"/>
                <a:gd name="connsiteY122" fmla="*/ 5592 h 10000"/>
                <a:gd name="connsiteX123" fmla="*/ 3524 w 9741"/>
                <a:gd name="connsiteY123" fmla="*/ 4694 h 10000"/>
                <a:gd name="connsiteX124" fmla="*/ 3553 w 9741"/>
                <a:gd name="connsiteY124" fmla="*/ 3930 h 10000"/>
                <a:gd name="connsiteX125" fmla="*/ 3581 w 9741"/>
                <a:gd name="connsiteY125" fmla="*/ 3510 h 10000"/>
                <a:gd name="connsiteX126" fmla="*/ 3610 w 9741"/>
                <a:gd name="connsiteY126" fmla="*/ 3223 h 10000"/>
                <a:gd name="connsiteX127" fmla="*/ 3635 w 9741"/>
                <a:gd name="connsiteY127" fmla="*/ 2994 h 10000"/>
                <a:gd name="connsiteX128" fmla="*/ 3664 w 9741"/>
                <a:gd name="connsiteY128" fmla="*/ 3338 h 10000"/>
                <a:gd name="connsiteX129" fmla="*/ 3696 w 9741"/>
                <a:gd name="connsiteY129" fmla="*/ 4236 h 10000"/>
                <a:gd name="connsiteX130" fmla="*/ 3725 w 9741"/>
                <a:gd name="connsiteY130" fmla="*/ 5936 h 10000"/>
                <a:gd name="connsiteX131" fmla="*/ 3754 w 9741"/>
                <a:gd name="connsiteY131" fmla="*/ 7771 h 10000"/>
                <a:gd name="connsiteX132" fmla="*/ 3783 w 9741"/>
                <a:gd name="connsiteY132" fmla="*/ 9013 h 10000"/>
                <a:gd name="connsiteX133" fmla="*/ 3811 w 9741"/>
                <a:gd name="connsiteY133" fmla="*/ 9548 h 10000"/>
                <a:gd name="connsiteX134" fmla="*/ 3840 w 9741"/>
                <a:gd name="connsiteY134" fmla="*/ 9720 h 10000"/>
                <a:gd name="connsiteX135" fmla="*/ 3869 w 9741"/>
                <a:gd name="connsiteY135" fmla="*/ 9968 h 10000"/>
                <a:gd name="connsiteX136" fmla="*/ 3898 w 9741"/>
                <a:gd name="connsiteY136" fmla="*/ 10000 h 10000"/>
                <a:gd name="connsiteX137" fmla="*/ 3923 w 9741"/>
                <a:gd name="connsiteY137" fmla="*/ 9293 h 10000"/>
                <a:gd name="connsiteX138" fmla="*/ 3952 w 9741"/>
                <a:gd name="connsiteY138" fmla="*/ 8815 h 10000"/>
                <a:gd name="connsiteX139" fmla="*/ 3980 w 9741"/>
                <a:gd name="connsiteY139" fmla="*/ 8280 h 10000"/>
                <a:gd name="connsiteX140" fmla="*/ 4009 w 9741"/>
                <a:gd name="connsiteY140" fmla="*/ 7745 h 10000"/>
                <a:gd name="connsiteX141" fmla="*/ 4038 w 9741"/>
                <a:gd name="connsiteY141" fmla="*/ 7459 h 10000"/>
                <a:gd name="connsiteX142" fmla="*/ 4067 w 9741"/>
                <a:gd name="connsiteY142" fmla="*/ 7318 h 10000"/>
                <a:gd name="connsiteX143" fmla="*/ 4096 w 9741"/>
                <a:gd name="connsiteY143" fmla="*/ 7089 h 10000"/>
                <a:gd name="connsiteX144" fmla="*/ 4124 w 9741"/>
                <a:gd name="connsiteY144" fmla="*/ 6834 h 10000"/>
                <a:gd name="connsiteX145" fmla="*/ 4153 w 9741"/>
                <a:gd name="connsiteY145" fmla="*/ 6783 h 10000"/>
                <a:gd name="connsiteX146" fmla="*/ 4182 w 9741"/>
                <a:gd name="connsiteY146" fmla="*/ 6809 h 10000"/>
                <a:gd name="connsiteX147" fmla="*/ 4211 w 9741"/>
                <a:gd name="connsiteY147" fmla="*/ 6783 h 10000"/>
                <a:gd name="connsiteX148" fmla="*/ 4239 w 9741"/>
                <a:gd name="connsiteY148" fmla="*/ 6726 h 10000"/>
                <a:gd name="connsiteX149" fmla="*/ 4268 w 9741"/>
                <a:gd name="connsiteY149" fmla="*/ 6643 h 10000"/>
                <a:gd name="connsiteX150" fmla="*/ 4297 w 9741"/>
                <a:gd name="connsiteY150" fmla="*/ 6643 h 10000"/>
                <a:gd name="connsiteX151" fmla="*/ 4326 w 9741"/>
                <a:gd name="connsiteY151" fmla="*/ 6669 h 10000"/>
                <a:gd name="connsiteX152" fmla="*/ 4354 w 9741"/>
                <a:gd name="connsiteY152" fmla="*/ 6643 h 10000"/>
                <a:gd name="connsiteX153" fmla="*/ 4383 w 9741"/>
                <a:gd name="connsiteY153" fmla="*/ 6611 h 10000"/>
                <a:gd name="connsiteX154" fmla="*/ 4412 w 9741"/>
                <a:gd name="connsiteY154" fmla="*/ 6611 h 10000"/>
                <a:gd name="connsiteX155" fmla="*/ 4441 w 9741"/>
                <a:gd name="connsiteY155" fmla="*/ 6643 h 10000"/>
                <a:gd name="connsiteX156" fmla="*/ 4470 w 9741"/>
                <a:gd name="connsiteY156" fmla="*/ 6586 h 10000"/>
                <a:gd name="connsiteX157" fmla="*/ 4498 w 9741"/>
                <a:gd name="connsiteY157" fmla="*/ 6497 h 10000"/>
                <a:gd name="connsiteX158" fmla="*/ 4527 w 9741"/>
                <a:gd name="connsiteY158" fmla="*/ 6439 h 10000"/>
                <a:gd name="connsiteX159" fmla="*/ 4556 w 9741"/>
                <a:gd name="connsiteY159" fmla="*/ 6497 h 10000"/>
                <a:gd name="connsiteX160" fmla="*/ 4585 w 9741"/>
                <a:gd name="connsiteY160" fmla="*/ 6414 h 10000"/>
                <a:gd name="connsiteX161" fmla="*/ 4613 w 9741"/>
                <a:gd name="connsiteY161" fmla="*/ 6389 h 10000"/>
                <a:gd name="connsiteX162" fmla="*/ 4642 w 9741"/>
                <a:gd name="connsiteY162" fmla="*/ 6299 h 10000"/>
                <a:gd name="connsiteX163" fmla="*/ 4671 w 9741"/>
                <a:gd name="connsiteY163" fmla="*/ 6299 h 10000"/>
                <a:gd name="connsiteX164" fmla="*/ 4700 w 9741"/>
                <a:gd name="connsiteY164" fmla="*/ 6299 h 10000"/>
                <a:gd name="connsiteX165" fmla="*/ 4728 w 9741"/>
                <a:gd name="connsiteY165" fmla="*/ 6159 h 10000"/>
                <a:gd name="connsiteX166" fmla="*/ 4754 w 9741"/>
                <a:gd name="connsiteY166" fmla="*/ 6191 h 10000"/>
                <a:gd name="connsiteX167" fmla="*/ 4782 w 9741"/>
                <a:gd name="connsiteY167" fmla="*/ 6127 h 10000"/>
                <a:gd name="connsiteX168" fmla="*/ 4811 w 9741"/>
                <a:gd name="connsiteY168" fmla="*/ 6191 h 10000"/>
                <a:gd name="connsiteX169" fmla="*/ 4840 w 9741"/>
                <a:gd name="connsiteY169" fmla="*/ 6076 h 10000"/>
                <a:gd name="connsiteX170" fmla="*/ 4869 w 9741"/>
                <a:gd name="connsiteY170" fmla="*/ 6045 h 10000"/>
                <a:gd name="connsiteX171" fmla="*/ 4897 w 9741"/>
                <a:gd name="connsiteY171" fmla="*/ 6045 h 10000"/>
                <a:gd name="connsiteX172" fmla="*/ 4926 w 9741"/>
                <a:gd name="connsiteY172" fmla="*/ 6076 h 10000"/>
                <a:gd name="connsiteX173" fmla="*/ 4955 w 9741"/>
                <a:gd name="connsiteY173" fmla="*/ 5987 h 10000"/>
                <a:gd name="connsiteX174" fmla="*/ 4984 w 9741"/>
                <a:gd name="connsiteY174" fmla="*/ 5987 h 10000"/>
                <a:gd name="connsiteX175" fmla="*/ 5012 w 9741"/>
                <a:gd name="connsiteY175" fmla="*/ 5987 h 10000"/>
                <a:gd name="connsiteX176" fmla="*/ 5041 w 9741"/>
                <a:gd name="connsiteY176" fmla="*/ 6076 h 10000"/>
                <a:gd name="connsiteX177" fmla="*/ 5070 w 9741"/>
                <a:gd name="connsiteY177" fmla="*/ 6045 h 10000"/>
                <a:gd name="connsiteX178" fmla="*/ 5099 w 9741"/>
                <a:gd name="connsiteY178" fmla="*/ 5987 h 10000"/>
                <a:gd name="connsiteX179" fmla="*/ 5128 w 9741"/>
                <a:gd name="connsiteY179" fmla="*/ 6045 h 10000"/>
                <a:gd name="connsiteX180" fmla="*/ 5156 w 9741"/>
                <a:gd name="connsiteY180" fmla="*/ 6191 h 10000"/>
                <a:gd name="connsiteX181" fmla="*/ 5185 w 9741"/>
                <a:gd name="connsiteY181" fmla="*/ 6159 h 10000"/>
                <a:gd name="connsiteX182" fmla="*/ 5214 w 9741"/>
                <a:gd name="connsiteY182" fmla="*/ 6102 h 10000"/>
                <a:gd name="connsiteX183" fmla="*/ 5243 w 9741"/>
                <a:gd name="connsiteY183" fmla="*/ 6127 h 10000"/>
                <a:gd name="connsiteX184" fmla="*/ 5271 w 9741"/>
                <a:gd name="connsiteY184" fmla="*/ 6159 h 10000"/>
                <a:gd name="connsiteX185" fmla="*/ 5300 w 9741"/>
                <a:gd name="connsiteY185" fmla="*/ 6191 h 10000"/>
                <a:gd name="connsiteX186" fmla="*/ 5329 w 9741"/>
                <a:gd name="connsiteY186" fmla="*/ 6102 h 10000"/>
                <a:gd name="connsiteX187" fmla="*/ 5358 w 9741"/>
                <a:gd name="connsiteY187" fmla="*/ 6102 h 10000"/>
                <a:gd name="connsiteX188" fmla="*/ 5386 w 9741"/>
                <a:gd name="connsiteY188" fmla="*/ 6127 h 10000"/>
                <a:gd name="connsiteX189" fmla="*/ 5415 w 9741"/>
                <a:gd name="connsiteY189" fmla="*/ 6127 h 10000"/>
                <a:gd name="connsiteX190" fmla="*/ 5444 w 9741"/>
                <a:gd name="connsiteY190" fmla="*/ 6019 h 10000"/>
                <a:gd name="connsiteX191" fmla="*/ 5473 w 9741"/>
                <a:gd name="connsiteY191" fmla="*/ 5962 h 10000"/>
                <a:gd name="connsiteX192" fmla="*/ 5502 w 9741"/>
                <a:gd name="connsiteY192" fmla="*/ 5987 h 10000"/>
                <a:gd name="connsiteX193" fmla="*/ 5530 w 9741"/>
                <a:gd name="connsiteY193" fmla="*/ 5987 h 10000"/>
                <a:gd name="connsiteX194" fmla="*/ 5559 w 9741"/>
                <a:gd name="connsiteY194" fmla="*/ 5936 h 10000"/>
                <a:gd name="connsiteX195" fmla="*/ 5584 w 9741"/>
                <a:gd name="connsiteY195" fmla="*/ 5879 h 10000"/>
                <a:gd name="connsiteX196" fmla="*/ 5613 w 9741"/>
                <a:gd name="connsiteY196" fmla="*/ 5904 h 10000"/>
                <a:gd name="connsiteX197" fmla="*/ 5642 w 9741"/>
                <a:gd name="connsiteY197" fmla="*/ 5962 h 10000"/>
                <a:gd name="connsiteX198" fmla="*/ 5671 w 9741"/>
                <a:gd name="connsiteY198" fmla="*/ 5936 h 10000"/>
                <a:gd name="connsiteX199" fmla="*/ 5699 w 9741"/>
                <a:gd name="connsiteY199" fmla="*/ 5987 h 10000"/>
                <a:gd name="connsiteX200" fmla="*/ 5728 w 9741"/>
                <a:gd name="connsiteY200" fmla="*/ 5987 h 10000"/>
                <a:gd name="connsiteX201" fmla="*/ 5757 w 9741"/>
                <a:gd name="connsiteY201" fmla="*/ 6076 h 10000"/>
                <a:gd name="connsiteX202" fmla="*/ 5786 w 9741"/>
                <a:gd name="connsiteY202" fmla="*/ 6076 h 10000"/>
                <a:gd name="connsiteX203" fmla="*/ 5814 w 9741"/>
                <a:gd name="connsiteY203" fmla="*/ 6045 h 10000"/>
                <a:gd name="connsiteX204" fmla="*/ 5843 w 9741"/>
                <a:gd name="connsiteY204" fmla="*/ 6045 h 10000"/>
                <a:gd name="connsiteX205" fmla="*/ 5872 w 9741"/>
                <a:gd name="connsiteY205" fmla="*/ 6127 h 10000"/>
                <a:gd name="connsiteX206" fmla="*/ 5901 w 9741"/>
                <a:gd name="connsiteY206" fmla="*/ 6102 h 10000"/>
                <a:gd name="connsiteX207" fmla="*/ 5929 w 9741"/>
                <a:gd name="connsiteY207" fmla="*/ 6102 h 10000"/>
                <a:gd name="connsiteX208" fmla="*/ 5958 w 9741"/>
                <a:gd name="connsiteY208" fmla="*/ 6102 h 10000"/>
                <a:gd name="connsiteX209" fmla="*/ 5987 w 9741"/>
                <a:gd name="connsiteY209" fmla="*/ 6127 h 10000"/>
                <a:gd name="connsiteX210" fmla="*/ 6016 w 9741"/>
                <a:gd name="connsiteY210" fmla="*/ 6127 h 10000"/>
                <a:gd name="connsiteX211" fmla="*/ 6044 w 9741"/>
                <a:gd name="connsiteY211" fmla="*/ 6102 h 10000"/>
                <a:gd name="connsiteX212" fmla="*/ 6073 w 9741"/>
                <a:gd name="connsiteY212" fmla="*/ 6159 h 10000"/>
                <a:gd name="connsiteX213" fmla="*/ 6102 w 9741"/>
                <a:gd name="connsiteY213" fmla="*/ 6191 h 10000"/>
                <a:gd name="connsiteX214" fmla="*/ 6131 w 9741"/>
                <a:gd name="connsiteY214" fmla="*/ 6191 h 10000"/>
                <a:gd name="connsiteX215" fmla="*/ 6160 w 9741"/>
                <a:gd name="connsiteY215" fmla="*/ 6159 h 10000"/>
                <a:gd name="connsiteX216" fmla="*/ 6188 w 9741"/>
                <a:gd name="connsiteY216" fmla="*/ 6191 h 10000"/>
                <a:gd name="connsiteX217" fmla="*/ 6217 w 9741"/>
                <a:gd name="connsiteY217" fmla="*/ 6274 h 10000"/>
                <a:gd name="connsiteX218" fmla="*/ 6246 w 9741"/>
                <a:gd name="connsiteY218" fmla="*/ 6299 h 10000"/>
                <a:gd name="connsiteX219" fmla="*/ 6275 w 9741"/>
                <a:gd name="connsiteY219" fmla="*/ 6274 h 10000"/>
                <a:gd name="connsiteX220" fmla="*/ 6303 w 9741"/>
                <a:gd name="connsiteY220" fmla="*/ 6248 h 10000"/>
                <a:gd name="connsiteX221" fmla="*/ 6332 w 9741"/>
                <a:gd name="connsiteY221" fmla="*/ 6299 h 10000"/>
                <a:gd name="connsiteX222" fmla="*/ 6361 w 9741"/>
                <a:gd name="connsiteY222" fmla="*/ 6274 h 10000"/>
                <a:gd name="connsiteX223" fmla="*/ 6390 w 9741"/>
                <a:gd name="connsiteY223" fmla="*/ 6274 h 10000"/>
                <a:gd name="connsiteX224" fmla="*/ 6415 w 9741"/>
                <a:gd name="connsiteY224" fmla="*/ 6248 h 10000"/>
                <a:gd name="connsiteX225" fmla="*/ 6444 w 9741"/>
                <a:gd name="connsiteY225" fmla="*/ 6248 h 10000"/>
                <a:gd name="connsiteX226" fmla="*/ 6472 w 9741"/>
                <a:gd name="connsiteY226" fmla="*/ 6331 h 10000"/>
                <a:gd name="connsiteX227" fmla="*/ 6501 w 9741"/>
                <a:gd name="connsiteY227" fmla="*/ 6357 h 10000"/>
                <a:gd name="connsiteX228" fmla="*/ 6530 w 9741"/>
                <a:gd name="connsiteY228" fmla="*/ 6274 h 10000"/>
                <a:gd name="connsiteX229" fmla="*/ 6559 w 9741"/>
                <a:gd name="connsiteY229" fmla="*/ 6414 h 10000"/>
                <a:gd name="connsiteX230" fmla="*/ 6587 w 9741"/>
                <a:gd name="connsiteY230" fmla="*/ 6414 h 10000"/>
                <a:gd name="connsiteX231" fmla="*/ 6616 w 9741"/>
                <a:gd name="connsiteY231" fmla="*/ 6274 h 10000"/>
                <a:gd name="connsiteX232" fmla="*/ 6649 w 9741"/>
                <a:gd name="connsiteY232" fmla="*/ 6191 h 10000"/>
                <a:gd name="connsiteX233" fmla="*/ 6677 w 9741"/>
                <a:gd name="connsiteY233" fmla="*/ 6191 h 10000"/>
                <a:gd name="connsiteX234" fmla="*/ 6703 w 9741"/>
                <a:gd name="connsiteY234" fmla="*/ 6248 h 10000"/>
                <a:gd name="connsiteX235" fmla="*/ 6731 w 9741"/>
                <a:gd name="connsiteY235" fmla="*/ 6248 h 10000"/>
                <a:gd name="connsiteX236" fmla="*/ 6760 w 9741"/>
                <a:gd name="connsiteY236" fmla="*/ 6217 h 10000"/>
                <a:gd name="connsiteX237" fmla="*/ 6789 w 9741"/>
                <a:gd name="connsiteY237" fmla="*/ 6127 h 10000"/>
                <a:gd name="connsiteX238" fmla="*/ 6818 w 9741"/>
                <a:gd name="connsiteY238" fmla="*/ 6127 h 10000"/>
                <a:gd name="connsiteX239" fmla="*/ 6846 w 9741"/>
                <a:gd name="connsiteY239" fmla="*/ 6102 h 10000"/>
                <a:gd name="connsiteX240" fmla="*/ 6875 w 9741"/>
                <a:gd name="connsiteY240" fmla="*/ 6045 h 10000"/>
                <a:gd name="connsiteX241" fmla="*/ 6904 w 9741"/>
                <a:gd name="connsiteY241" fmla="*/ 6045 h 10000"/>
                <a:gd name="connsiteX242" fmla="*/ 6933 w 9741"/>
                <a:gd name="connsiteY242" fmla="*/ 6127 h 10000"/>
                <a:gd name="connsiteX243" fmla="*/ 6961 w 9741"/>
                <a:gd name="connsiteY243" fmla="*/ 6102 h 10000"/>
                <a:gd name="connsiteX244" fmla="*/ 6990 w 9741"/>
                <a:gd name="connsiteY244" fmla="*/ 6076 h 10000"/>
                <a:gd name="connsiteX245" fmla="*/ 7019 w 9741"/>
                <a:gd name="connsiteY245" fmla="*/ 6045 h 10000"/>
                <a:gd name="connsiteX246" fmla="*/ 7048 w 9741"/>
                <a:gd name="connsiteY246" fmla="*/ 6127 h 10000"/>
                <a:gd name="connsiteX247" fmla="*/ 7076 w 9741"/>
                <a:gd name="connsiteY247" fmla="*/ 6248 h 10000"/>
                <a:gd name="connsiteX248" fmla="*/ 7105 w 9741"/>
                <a:gd name="connsiteY248" fmla="*/ 6248 h 10000"/>
                <a:gd name="connsiteX249" fmla="*/ 7134 w 9741"/>
                <a:gd name="connsiteY249" fmla="*/ 6274 h 10000"/>
                <a:gd name="connsiteX250" fmla="*/ 7163 w 9741"/>
                <a:gd name="connsiteY250" fmla="*/ 6357 h 10000"/>
                <a:gd name="connsiteX251" fmla="*/ 7192 w 9741"/>
                <a:gd name="connsiteY251" fmla="*/ 6389 h 10000"/>
                <a:gd name="connsiteX252" fmla="*/ 7220 w 9741"/>
                <a:gd name="connsiteY252" fmla="*/ 6274 h 10000"/>
                <a:gd name="connsiteX253" fmla="*/ 7249 w 9741"/>
                <a:gd name="connsiteY253" fmla="*/ 6299 h 10000"/>
                <a:gd name="connsiteX254" fmla="*/ 7278 w 9741"/>
                <a:gd name="connsiteY254" fmla="*/ 6299 h 10000"/>
                <a:gd name="connsiteX255" fmla="*/ 7307 w 9741"/>
                <a:gd name="connsiteY255" fmla="*/ 6389 h 10000"/>
                <a:gd name="connsiteX256" fmla="*/ 7335 w 9741"/>
                <a:gd name="connsiteY256" fmla="*/ 6357 h 10000"/>
                <a:gd name="connsiteX257" fmla="*/ 7364 w 9741"/>
                <a:gd name="connsiteY257" fmla="*/ 6331 h 10000"/>
                <a:gd name="connsiteX258" fmla="*/ 7393 w 9741"/>
                <a:gd name="connsiteY258" fmla="*/ 6357 h 10000"/>
                <a:gd name="connsiteX259" fmla="*/ 7422 w 9741"/>
                <a:gd name="connsiteY259" fmla="*/ 6439 h 10000"/>
                <a:gd name="connsiteX260" fmla="*/ 7450 w 9741"/>
                <a:gd name="connsiteY260" fmla="*/ 6389 h 10000"/>
                <a:gd name="connsiteX261" fmla="*/ 7479 w 9741"/>
                <a:gd name="connsiteY261" fmla="*/ 6414 h 10000"/>
                <a:gd name="connsiteX262" fmla="*/ 7508 w 9741"/>
                <a:gd name="connsiteY262" fmla="*/ 6299 h 10000"/>
                <a:gd name="connsiteX263" fmla="*/ 7533 w 9741"/>
                <a:gd name="connsiteY263" fmla="*/ 6331 h 10000"/>
                <a:gd name="connsiteX264" fmla="*/ 7562 w 9741"/>
                <a:gd name="connsiteY264" fmla="*/ 6389 h 10000"/>
                <a:gd name="connsiteX265" fmla="*/ 7591 w 9741"/>
                <a:gd name="connsiteY265" fmla="*/ 6331 h 10000"/>
                <a:gd name="connsiteX266" fmla="*/ 7619 w 9741"/>
                <a:gd name="connsiteY266" fmla="*/ 6299 h 10000"/>
                <a:gd name="connsiteX267" fmla="*/ 7648 w 9741"/>
                <a:gd name="connsiteY267" fmla="*/ 6414 h 10000"/>
                <a:gd name="connsiteX268" fmla="*/ 7677 w 9741"/>
                <a:gd name="connsiteY268" fmla="*/ 6389 h 10000"/>
                <a:gd name="connsiteX269" fmla="*/ 7706 w 9741"/>
                <a:gd name="connsiteY269" fmla="*/ 6331 h 10000"/>
                <a:gd name="connsiteX270" fmla="*/ 7735 w 9741"/>
                <a:gd name="connsiteY270" fmla="*/ 6331 h 10000"/>
                <a:gd name="connsiteX271" fmla="*/ 7763 w 9741"/>
                <a:gd name="connsiteY271" fmla="*/ 6389 h 10000"/>
                <a:gd name="connsiteX272" fmla="*/ 7792 w 9741"/>
                <a:gd name="connsiteY272" fmla="*/ 6357 h 10000"/>
                <a:gd name="connsiteX273" fmla="*/ 7821 w 9741"/>
                <a:gd name="connsiteY273" fmla="*/ 6357 h 10000"/>
                <a:gd name="connsiteX274" fmla="*/ 7850 w 9741"/>
                <a:gd name="connsiteY274" fmla="*/ 6299 h 10000"/>
                <a:gd name="connsiteX275" fmla="*/ 7878 w 9741"/>
                <a:gd name="connsiteY275" fmla="*/ 6389 h 10000"/>
                <a:gd name="connsiteX276" fmla="*/ 7907 w 9741"/>
                <a:gd name="connsiteY276" fmla="*/ 6414 h 10000"/>
                <a:gd name="connsiteX277" fmla="*/ 7936 w 9741"/>
                <a:gd name="connsiteY277" fmla="*/ 6331 h 10000"/>
                <a:gd name="connsiteX278" fmla="*/ 7965 w 9741"/>
                <a:gd name="connsiteY278" fmla="*/ 6274 h 10000"/>
                <a:gd name="connsiteX279" fmla="*/ 7993 w 9741"/>
                <a:gd name="connsiteY279" fmla="*/ 6389 h 10000"/>
                <a:gd name="connsiteX280" fmla="*/ 8022 w 9741"/>
                <a:gd name="connsiteY280" fmla="*/ 6497 h 10000"/>
                <a:gd name="connsiteX281" fmla="*/ 8051 w 9741"/>
                <a:gd name="connsiteY281" fmla="*/ 6471 h 10000"/>
                <a:gd name="connsiteX282" fmla="*/ 8080 w 9741"/>
                <a:gd name="connsiteY282" fmla="*/ 6357 h 10000"/>
                <a:gd name="connsiteX283" fmla="*/ 8108 w 9741"/>
                <a:gd name="connsiteY283" fmla="*/ 6389 h 10000"/>
                <a:gd name="connsiteX284" fmla="*/ 8137 w 9741"/>
                <a:gd name="connsiteY284" fmla="*/ 6439 h 10000"/>
                <a:gd name="connsiteX285" fmla="*/ 8166 w 9741"/>
                <a:gd name="connsiteY285" fmla="*/ 6414 h 10000"/>
                <a:gd name="connsiteX286" fmla="*/ 8195 w 9741"/>
                <a:gd name="connsiteY286" fmla="*/ 6357 h 10000"/>
                <a:gd name="connsiteX287" fmla="*/ 8224 w 9741"/>
                <a:gd name="connsiteY287" fmla="*/ 6357 h 10000"/>
                <a:gd name="connsiteX288" fmla="*/ 8252 w 9741"/>
                <a:gd name="connsiteY288" fmla="*/ 6414 h 10000"/>
                <a:gd name="connsiteX289" fmla="*/ 8281 w 9741"/>
                <a:gd name="connsiteY289" fmla="*/ 6414 h 10000"/>
                <a:gd name="connsiteX290" fmla="*/ 8310 w 9741"/>
                <a:gd name="connsiteY290" fmla="*/ 6331 h 10000"/>
                <a:gd name="connsiteX291" fmla="*/ 8339 w 9741"/>
                <a:gd name="connsiteY291" fmla="*/ 6414 h 10000"/>
                <a:gd name="connsiteX292" fmla="*/ 8364 w 9741"/>
                <a:gd name="connsiteY292" fmla="*/ 6414 h 10000"/>
                <a:gd name="connsiteX293" fmla="*/ 8393 w 9741"/>
                <a:gd name="connsiteY293" fmla="*/ 6471 h 10000"/>
                <a:gd name="connsiteX294" fmla="*/ 8421 w 9741"/>
                <a:gd name="connsiteY294" fmla="*/ 6389 h 10000"/>
                <a:gd name="connsiteX295" fmla="*/ 8450 w 9741"/>
                <a:gd name="connsiteY295" fmla="*/ 6357 h 10000"/>
                <a:gd name="connsiteX296" fmla="*/ 8479 w 9741"/>
                <a:gd name="connsiteY296" fmla="*/ 6414 h 10000"/>
                <a:gd name="connsiteX297" fmla="*/ 8508 w 9741"/>
                <a:gd name="connsiteY297" fmla="*/ 6471 h 10000"/>
                <a:gd name="connsiteX298" fmla="*/ 8536 w 9741"/>
                <a:gd name="connsiteY298" fmla="*/ 6414 h 10000"/>
                <a:gd name="connsiteX299" fmla="*/ 8565 w 9741"/>
                <a:gd name="connsiteY299" fmla="*/ 6357 h 10000"/>
                <a:gd name="connsiteX300" fmla="*/ 8594 w 9741"/>
                <a:gd name="connsiteY300" fmla="*/ 6414 h 10000"/>
                <a:gd name="connsiteX301" fmla="*/ 8623 w 9741"/>
                <a:gd name="connsiteY301" fmla="*/ 6497 h 10000"/>
                <a:gd name="connsiteX302" fmla="*/ 8651 w 9741"/>
                <a:gd name="connsiteY302" fmla="*/ 6414 h 10000"/>
                <a:gd name="connsiteX303" fmla="*/ 8680 w 9741"/>
                <a:gd name="connsiteY303" fmla="*/ 6357 h 10000"/>
                <a:gd name="connsiteX304" fmla="*/ 8709 w 9741"/>
                <a:gd name="connsiteY304" fmla="*/ 6389 h 10000"/>
                <a:gd name="connsiteX305" fmla="*/ 8738 w 9741"/>
                <a:gd name="connsiteY305" fmla="*/ 6414 h 10000"/>
                <a:gd name="connsiteX306" fmla="*/ 8767 w 9741"/>
                <a:gd name="connsiteY306" fmla="*/ 6357 h 10000"/>
                <a:gd name="connsiteX307" fmla="*/ 8795 w 9741"/>
                <a:gd name="connsiteY307" fmla="*/ 6331 h 10000"/>
                <a:gd name="connsiteX308" fmla="*/ 8824 w 9741"/>
                <a:gd name="connsiteY308" fmla="*/ 6299 h 10000"/>
                <a:gd name="connsiteX309" fmla="*/ 8853 w 9741"/>
                <a:gd name="connsiteY309" fmla="*/ 6357 h 10000"/>
                <a:gd name="connsiteX310" fmla="*/ 8882 w 9741"/>
                <a:gd name="connsiteY310" fmla="*/ 6357 h 10000"/>
                <a:gd name="connsiteX311" fmla="*/ 8910 w 9741"/>
                <a:gd name="connsiteY311" fmla="*/ 6357 h 10000"/>
                <a:gd name="connsiteX312" fmla="*/ 8939 w 9741"/>
                <a:gd name="connsiteY312" fmla="*/ 6299 h 10000"/>
                <a:gd name="connsiteX313" fmla="*/ 8968 w 9741"/>
                <a:gd name="connsiteY313" fmla="*/ 6331 h 10000"/>
                <a:gd name="connsiteX314" fmla="*/ 8997 w 9741"/>
                <a:gd name="connsiteY314" fmla="*/ 6331 h 10000"/>
                <a:gd name="connsiteX315" fmla="*/ 9025 w 9741"/>
                <a:gd name="connsiteY315" fmla="*/ 6248 h 10000"/>
                <a:gd name="connsiteX316" fmla="*/ 9054 w 9741"/>
                <a:gd name="connsiteY316" fmla="*/ 6217 h 10000"/>
                <a:gd name="connsiteX317" fmla="*/ 9083 w 9741"/>
                <a:gd name="connsiteY317" fmla="*/ 6248 h 10000"/>
                <a:gd name="connsiteX318" fmla="*/ 9112 w 9741"/>
                <a:gd name="connsiteY318" fmla="*/ 6299 h 10000"/>
                <a:gd name="connsiteX319" fmla="*/ 9140 w 9741"/>
                <a:gd name="connsiteY319" fmla="*/ 6217 h 10000"/>
                <a:gd name="connsiteX320" fmla="*/ 9169 w 9741"/>
                <a:gd name="connsiteY320" fmla="*/ 6159 h 10000"/>
                <a:gd name="connsiteX321" fmla="*/ 9194 w 9741"/>
                <a:gd name="connsiteY321" fmla="*/ 6191 h 10000"/>
                <a:gd name="connsiteX322" fmla="*/ 9223 w 9741"/>
                <a:gd name="connsiteY322" fmla="*/ 6217 h 10000"/>
                <a:gd name="connsiteX323" fmla="*/ 9252 w 9741"/>
                <a:gd name="connsiteY323" fmla="*/ 6191 h 10000"/>
                <a:gd name="connsiteX324" fmla="*/ 9281 w 9741"/>
                <a:gd name="connsiteY324" fmla="*/ 6102 h 10000"/>
                <a:gd name="connsiteX325" fmla="*/ 9310 w 9741"/>
                <a:gd name="connsiteY325" fmla="*/ 6159 h 10000"/>
                <a:gd name="connsiteX326" fmla="*/ 9338 w 9741"/>
                <a:gd name="connsiteY326" fmla="*/ 6191 h 10000"/>
                <a:gd name="connsiteX327" fmla="*/ 9367 w 9741"/>
                <a:gd name="connsiteY327" fmla="*/ 6102 h 10000"/>
                <a:gd name="connsiteX328" fmla="*/ 9396 w 9741"/>
                <a:gd name="connsiteY328" fmla="*/ 6019 h 10000"/>
                <a:gd name="connsiteX329" fmla="*/ 9425 w 9741"/>
                <a:gd name="connsiteY329" fmla="*/ 5962 h 10000"/>
                <a:gd name="connsiteX330" fmla="*/ 9453 w 9741"/>
                <a:gd name="connsiteY330" fmla="*/ 5879 h 10000"/>
                <a:gd name="connsiteX331" fmla="*/ 9482 w 9741"/>
                <a:gd name="connsiteY331" fmla="*/ 5567 h 10000"/>
                <a:gd name="connsiteX332" fmla="*/ 9511 w 9741"/>
                <a:gd name="connsiteY332" fmla="*/ 5000 h 10000"/>
                <a:gd name="connsiteX333" fmla="*/ 9540 w 9741"/>
                <a:gd name="connsiteY333" fmla="*/ 3420 h 10000"/>
                <a:gd name="connsiteX334" fmla="*/ 9568 w 9741"/>
                <a:gd name="connsiteY334" fmla="*/ 567 h 10000"/>
                <a:gd name="connsiteX335" fmla="*/ 9597 w 9741"/>
                <a:gd name="connsiteY335" fmla="*/ 0 h 10000"/>
                <a:gd name="connsiteX336" fmla="*/ 9626 w 9741"/>
                <a:gd name="connsiteY336" fmla="*/ 427 h 10000"/>
                <a:gd name="connsiteX337" fmla="*/ 9655 w 9741"/>
                <a:gd name="connsiteY337" fmla="*/ 3618 h 10000"/>
                <a:gd name="connsiteX338" fmla="*/ 9683 w 9741"/>
                <a:gd name="connsiteY338" fmla="*/ 3650 h 10000"/>
                <a:gd name="connsiteX339" fmla="*/ 9712 w 9741"/>
                <a:gd name="connsiteY339" fmla="*/ 3510 h 10000"/>
                <a:gd name="connsiteX340" fmla="*/ 9741 w 9741"/>
                <a:gd name="connsiteY340" fmla="*/ 3363 h 10000"/>
                <a:gd name="connsiteX0" fmla="*/ 0 w 9974"/>
                <a:gd name="connsiteY0" fmla="*/ 3955 h 10000"/>
                <a:gd name="connsiteX1" fmla="*/ 29 w 9974"/>
                <a:gd name="connsiteY1" fmla="*/ 4548 h 10000"/>
                <a:gd name="connsiteX2" fmla="*/ 59 w 9974"/>
                <a:gd name="connsiteY2" fmla="*/ 5057 h 10000"/>
                <a:gd name="connsiteX3" fmla="*/ 88 w 9974"/>
                <a:gd name="connsiteY3" fmla="*/ 5510 h 10000"/>
                <a:gd name="connsiteX4" fmla="*/ 122 w 9974"/>
                <a:gd name="connsiteY4" fmla="*/ 6274 h 10000"/>
                <a:gd name="connsiteX5" fmla="*/ 151 w 9974"/>
                <a:gd name="connsiteY5" fmla="*/ 7006 h 10000"/>
                <a:gd name="connsiteX6" fmla="*/ 180 w 9974"/>
                <a:gd name="connsiteY6" fmla="*/ 7178 h 10000"/>
                <a:gd name="connsiteX7" fmla="*/ 210 w 9974"/>
                <a:gd name="connsiteY7" fmla="*/ 6892 h 10000"/>
                <a:gd name="connsiteX8" fmla="*/ 240 w 9974"/>
                <a:gd name="connsiteY8" fmla="*/ 6726 h 10000"/>
                <a:gd name="connsiteX9" fmla="*/ 270 w 9974"/>
                <a:gd name="connsiteY9" fmla="*/ 6783 h 10000"/>
                <a:gd name="connsiteX10" fmla="*/ 295 w 9974"/>
                <a:gd name="connsiteY10" fmla="*/ 6809 h 10000"/>
                <a:gd name="connsiteX11" fmla="*/ 325 w 9974"/>
                <a:gd name="connsiteY11" fmla="*/ 7038 h 10000"/>
                <a:gd name="connsiteX12" fmla="*/ 354 w 9974"/>
                <a:gd name="connsiteY12" fmla="*/ 7178 h 10000"/>
                <a:gd name="connsiteX13" fmla="*/ 384 w 9974"/>
                <a:gd name="connsiteY13" fmla="*/ 7121 h 10000"/>
                <a:gd name="connsiteX14" fmla="*/ 413 w 9974"/>
                <a:gd name="connsiteY14" fmla="*/ 6949 h 10000"/>
                <a:gd name="connsiteX15" fmla="*/ 443 w 9974"/>
                <a:gd name="connsiteY15" fmla="*/ 6866 h 10000"/>
                <a:gd name="connsiteX16" fmla="*/ 472 w 9974"/>
                <a:gd name="connsiteY16" fmla="*/ 6694 h 10000"/>
                <a:gd name="connsiteX17" fmla="*/ 502 w 9974"/>
                <a:gd name="connsiteY17" fmla="*/ 6611 h 10000"/>
                <a:gd name="connsiteX18" fmla="*/ 531 w 9974"/>
                <a:gd name="connsiteY18" fmla="*/ 6529 h 10000"/>
                <a:gd name="connsiteX19" fmla="*/ 561 w 9974"/>
                <a:gd name="connsiteY19" fmla="*/ 6497 h 10000"/>
                <a:gd name="connsiteX20" fmla="*/ 590 w 9974"/>
                <a:gd name="connsiteY20" fmla="*/ 6554 h 10000"/>
                <a:gd name="connsiteX21" fmla="*/ 620 w 9974"/>
                <a:gd name="connsiteY21" fmla="*/ 6752 h 10000"/>
                <a:gd name="connsiteX22" fmla="*/ 649 w 9974"/>
                <a:gd name="connsiteY22" fmla="*/ 6783 h 10000"/>
                <a:gd name="connsiteX23" fmla="*/ 679 w 9974"/>
                <a:gd name="connsiteY23" fmla="*/ 6834 h 10000"/>
                <a:gd name="connsiteX24" fmla="*/ 708 w 9974"/>
                <a:gd name="connsiteY24" fmla="*/ 6694 h 10000"/>
                <a:gd name="connsiteX25" fmla="*/ 738 w 9974"/>
                <a:gd name="connsiteY25" fmla="*/ 6643 h 10000"/>
                <a:gd name="connsiteX26" fmla="*/ 768 w 9974"/>
                <a:gd name="connsiteY26" fmla="*/ 6586 h 10000"/>
                <a:gd name="connsiteX27" fmla="*/ 797 w 9974"/>
                <a:gd name="connsiteY27" fmla="*/ 6643 h 10000"/>
                <a:gd name="connsiteX28" fmla="*/ 827 w 9974"/>
                <a:gd name="connsiteY28" fmla="*/ 6892 h 10000"/>
                <a:gd name="connsiteX29" fmla="*/ 856 w 9974"/>
                <a:gd name="connsiteY29" fmla="*/ 6981 h 10000"/>
                <a:gd name="connsiteX30" fmla="*/ 886 w 9974"/>
                <a:gd name="connsiteY30" fmla="*/ 6892 h 10000"/>
                <a:gd name="connsiteX31" fmla="*/ 915 w 9974"/>
                <a:gd name="connsiteY31" fmla="*/ 6752 h 10000"/>
                <a:gd name="connsiteX32" fmla="*/ 945 w 9974"/>
                <a:gd name="connsiteY32" fmla="*/ 6669 h 10000"/>
                <a:gd name="connsiteX33" fmla="*/ 974 w 9974"/>
                <a:gd name="connsiteY33" fmla="*/ 6726 h 10000"/>
                <a:gd name="connsiteX34" fmla="*/ 1004 w 9974"/>
                <a:gd name="connsiteY34" fmla="*/ 6694 h 10000"/>
                <a:gd name="connsiteX35" fmla="*/ 1033 w 9974"/>
                <a:gd name="connsiteY35" fmla="*/ 6669 h 10000"/>
                <a:gd name="connsiteX36" fmla="*/ 1063 w 9974"/>
                <a:gd name="connsiteY36" fmla="*/ 6643 h 10000"/>
                <a:gd name="connsiteX37" fmla="*/ 1092 w 9974"/>
                <a:gd name="connsiteY37" fmla="*/ 6866 h 10000"/>
                <a:gd name="connsiteX38" fmla="*/ 1122 w 9974"/>
                <a:gd name="connsiteY38" fmla="*/ 6924 h 10000"/>
                <a:gd name="connsiteX39" fmla="*/ 1147 w 9974"/>
                <a:gd name="connsiteY39" fmla="*/ 6834 h 10000"/>
                <a:gd name="connsiteX40" fmla="*/ 1177 w 9974"/>
                <a:gd name="connsiteY40" fmla="*/ 6924 h 10000"/>
                <a:gd name="connsiteX41" fmla="*/ 1207 w 9974"/>
                <a:gd name="connsiteY41" fmla="*/ 6949 h 10000"/>
                <a:gd name="connsiteX42" fmla="*/ 1237 w 9974"/>
                <a:gd name="connsiteY42" fmla="*/ 7064 h 10000"/>
                <a:gd name="connsiteX43" fmla="*/ 1265 w 9974"/>
                <a:gd name="connsiteY43" fmla="*/ 7006 h 10000"/>
                <a:gd name="connsiteX44" fmla="*/ 1295 w 9974"/>
                <a:gd name="connsiteY44" fmla="*/ 7038 h 10000"/>
                <a:gd name="connsiteX45" fmla="*/ 1325 w 9974"/>
                <a:gd name="connsiteY45" fmla="*/ 7121 h 10000"/>
                <a:gd name="connsiteX46" fmla="*/ 1355 w 9974"/>
                <a:gd name="connsiteY46" fmla="*/ 7089 h 10000"/>
                <a:gd name="connsiteX47" fmla="*/ 1385 w 9974"/>
                <a:gd name="connsiteY47" fmla="*/ 6834 h 10000"/>
                <a:gd name="connsiteX48" fmla="*/ 1413 w 9974"/>
                <a:gd name="connsiteY48" fmla="*/ 6726 h 10000"/>
                <a:gd name="connsiteX49" fmla="*/ 1443 w 9974"/>
                <a:gd name="connsiteY49" fmla="*/ 6752 h 10000"/>
                <a:gd name="connsiteX50" fmla="*/ 1473 w 9974"/>
                <a:gd name="connsiteY50" fmla="*/ 6783 h 10000"/>
                <a:gd name="connsiteX51" fmla="*/ 1503 w 9974"/>
                <a:gd name="connsiteY51" fmla="*/ 6834 h 10000"/>
                <a:gd name="connsiteX52" fmla="*/ 1531 w 9974"/>
                <a:gd name="connsiteY52" fmla="*/ 6694 h 10000"/>
                <a:gd name="connsiteX53" fmla="*/ 1561 w 9974"/>
                <a:gd name="connsiteY53" fmla="*/ 6643 h 10000"/>
                <a:gd name="connsiteX54" fmla="*/ 1591 w 9974"/>
                <a:gd name="connsiteY54" fmla="*/ 6669 h 10000"/>
                <a:gd name="connsiteX55" fmla="*/ 1621 w 9974"/>
                <a:gd name="connsiteY55" fmla="*/ 6694 h 10000"/>
                <a:gd name="connsiteX56" fmla="*/ 1649 w 9974"/>
                <a:gd name="connsiteY56" fmla="*/ 6586 h 10000"/>
                <a:gd name="connsiteX57" fmla="*/ 1679 w 9974"/>
                <a:gd name="connsiteY57" fmla="*/ 6497 h 10000"/>
                <a:gd name="connsiteX58" fmla="*/ 1709 w 9974"/>
                <a:gd name="connsiteY58" fmla="*/ 6357 h 10000"/>
                <a:gd name="connsiteX59" fmla="*/ 1739 w 9974"/>
                <a:gd name="connsiteY59" fmla="*/ 6248 h 10000"/>
                <a:gd name="connsiteX60" fmla="*/ 1767 w 9974"/>
                <a:gd name="connsiteY60" fmla="*/ 6191 h 10000"/>
                <a:gd name="connsiteX61" fmla="*/ 1797 w 9974"/>
                <a:gd name="connsiteY61" fmla="*/ 6102 h 10000"/>
                <a:gd name="connsiteX62" fmla="*/ 1827 w 9974"/>
                <a:gd name="connsiteY62" fmla="*/ 6045 h 10000"/>
                <a:gd name="connsiteX63" fmla="*/ 1857 w 9974"/>
                <a:gd name="connsiteY63" fmla="*/ 5847 h 10000"/>
                <a:gd name="connsiteX64" fmla="*/ 1887 w 9974"/>
                <a:gd name="connsiteY64" fmla="*/ 5624 h 10000"/>
                <a:gd name="connsiteX65" fmla="*/ 1915 w 9974"/>
                <a:gd name="connsiteY65" fmla="*/ 5541 h 10000"/>
                <a:gd name="connsiteX66" fmla="*/ 1945 w 9974"/>
                <a:gd name="connsiteY66" fmla="*/ 5567 h 10000"/>
                <a:gd name="connsiteX67" fmla="*/ 1975 w 9974"/>
                <a:gd name="connsiteY67" fmla="*/ 5395 h 10000"/>
                <a:gd name="connsiteX68" fmla="*/ 2000 w 9974"/>
                <a:gd name="connsiteY68" fmla="*/ 5229 h 10000"/>
                <a:gd name="connsiteX69" fmla="*/ 2030 w 9974"/>
                <a:gd name="connsiteY69" fmla="*/ 5197 h 10000"/>
                <a:gd name="connsiteX70" fmla="*/ 2060 w 9974"/>
                <a:gd name="connsiteY70" fmla="*/ 5255 h 10000"/>
                <a:gd name="connsiteX71" fmla="*/ 2089 w 9974"/>
                <a:gd name="connsiteY71" fmla="*/ 5255 h 10000"/>
                <a:gd name="connsiteX72" fmla="*/ 2119 w 9974"/>
                <a:gd name="connsiteY72" fmla="*/ 5197 h 10000"/>
                <a:gd name="connsiteX73" fmla="*/ 2148 w 9974"/>
                <a:gd name="connsiteY73" fmla="*/ 5146 h 10000"/>
                <a:gd name="connsiteX74" fmla="*/ 2178 w 9974"/>
                <a:gd name="connsiteY74" fmla="*/ 5172 h 10000"/>
                <a:gd name="connsiteX75" fmla="*/ 2207 w 9974"/>
                <a:gd name="connsiteY75" fmla="*/ 5197 h 10000"/>
                <a:gd name="connsiteX76" fmla="*/ 2237 w 9974"/>
                <a:gd name="connsiteY76" fmla="*/ 5197 h 10000"/>
                <a:gd name="connsiteX77" fmla="*/ 2266 w 9974"/>
                <a:gd name="connsiteY77" fmla="*/ 5197 h 10000"/>
                <a:gd name="connsiteX78" fmla="*/ 2296 w 9974"/>
                <a:gd name="connsiteY78" fmla="*/ 5312 h 10000"/>
                <a:gd name="connsiteX79" fmla="*/ 2325 w 9974"/>
                <a:gd name="connsiteY79" fmla="*/ 5395 h 10000"/>
                <a:gd name="connsiteX80" fmla="*/ 2355 w 9974"/>
                <a:gd name="connsiteY80" fmla="*/ 5312 h 10000"/>
                <a:gd name="connsiteX81" fmla="*/ 2384 w 9974"/>
                <a:gd name="connsiteY81" fmla="*/ 5338 h 10000"/>
                <a:gd name="connsiteX82" fmla="*/ 2414 w 9974"/>
                <a:gd name="connsiteY82" fmla="*/ 5484 h 10000"/>
                <a:gd name="connsiteX83" fmla="*/ 2444 w 9974"/>
                <a:gd name="connsiteY83" fmla="*/ 5624 h 10000"/>
                <a:gd name="connsiteX84" fmla="*/ 2473 w 9974"/>
                <a:gd name="connsiteY84" fmla="*/ 5541 h 10000"/>
                <a:gd name="connsiteX85" fmla="*/ 2502 w 9974"/>
                <a:gd name="connsiteY85" fmla="*/ 5510 h 10000"/>
                <a:gd name="connsiteX86" fmla="*/ 2532 w 9974"/>
                <a:gd name="connsiteY86" fmla="*/ 5592 h 10000"/>
                <a:gd name="connsiteX87" fmla="*/ 2562 w 9974"/>
                <a:gd name="connsiteY87" fmla="*/ 5764 h 10000"/>
                <a:gd name="connsiteX88" fmla="*/ 2591 w 9974"/>
                <a:gd name="connsiteY88" fmla="*/ 5822 h 10000"/>
                <a:gd name="connsiteX89" fmla="*/ 2621 w 9974"/>
                <a:gd name="connsiteY89" fmla="*/ 5764 h 10000"/>
                <a:gd name="connsiteX90" fmla="*/ 2650 w 9974"/>
                <a:gd name="connsiteY90" fmla="*/ 5732 h 10000"/>
                <a:gd name="connsiteX91" fmla="*/ 2680 w 9974"/>
                <a:gd name="connsiteY91" fmla="*/ 5796 h 10000"/>
                <a:gd name="connsiteX92" fmla="*/ 2709 w 9974"/>
                <a:gd name="connsiteY92" fmla="*/ 5822 h 10000"/>
                <a:gd name="connsiteX93" fmla="*/ 2739 w 9974"/>
                <a:gd name="connsiteY93" fmla="*/ 5732 h 10000"/>
                <a:gd name="connsiteX94" fmla="*/ 2768 w 9974"/>
                <a:gd name="connsiteY94" fmla="*/ 5732 h 10000"/>
                <a:gd name="connsiteX95" fmla="*/ 2798 w 9974"/>
                <a:gd name="connsiteY95" fmla="*/ 5847 h 10000"/>
                <a:gd name="connsiteX96" fmla="*/ 2827 w 9974"/>
                <a:gd name="connsiteY96" fmla="*/ 5962 h 10000"/>
                <a:gd name="connsiteX97" fmla="*/ 2854 w 9974"/>
                <a:gd name="connsiteY97" fmla="*/ 6019 h 10000"/>
                <a:gd name="connsiteX98" fmla="*/ 2882 w 9974"/>
                <a:gd name="connsiteY98" fmla="*/ 5962 h 10000"/>
                <a:gd name="connsiteX99" fmla="*/ 2912 w 9974"/>
                <a:gd name="connsiteY99" fmla="*/ 5936 h 10000"/>
                <a:gd name="connsiteX100" fmla="*/ 2942 w 9974"/>
                <a:gd name="connsiteY100" fmla="*/ 5936 h 10000"/>
                <a:gd name="connsiteX101" fmla="*/ 2972 w 9974"/>
                <a:gd name="connsiteY101" fmla="*/ 5879 h 10000"/>
                <a:gd name="connsiteX102" fmla="*/ 3000 w 9974"/>
                <a:gd name="connsiteY102" fmla="*/ 5879 h 10000"/>
                <a:gd name="connsiteX103" fmla="*/ 3030 w 9974"/>
                <a:gd name="connsiteY103" fmla="*/ 5904 h 10000"/>
                <a:gd name="connsiteX104" fmla="*/ 3060 w 9974"/>
                <a:gd name="connsiteY104" fmla="*/ 6045 h 10000"/>
                <a:gd name="connsiteX105" fmla="*/ 3090 w 9974"/>
                <a:gd name="connsiteY105" fmla="*/ 6159 h 10000"/>
                <a:gd name="connsiteX106" fmla="*/ 3119 w 9974"/>
                <a:gd name="connsiteY106" fmla="*/ 6299 h 10000"/>
                <a:gd name="connsiteX107" fmla="*/ 3148 w 9974"/>
                <a:gd name="connsiteY107" fmla="*/ 6497 h 10000"/>
                <a:gd name="connsiteX108" fmla="*/ 3178 w 9974"/>
                <a:gd name="connsiteY108" fmla="*/ 6669 h 10000"/>
                <a:gd name="connsiteX109" fmla="*/ 3208 w 9974"/>
                <a:gd name="connsiteY109" fmla="*/ 6783 h 10000"/>
                <a:gd name="connsiteX110" fmla="*/ 3238 w 9974"/>
                <a:gd name="connsiteY110" fmla="*/ 6809 h 10000"/>
                <a:gd name="connsiteX111" fmla="*/ 3266 w 9974"/>
                <a:gd name="connsiteY111" fmla="*/ 7038 h 10000"/>
                <a:gd name="connsiteX112" fmla="*/ 3296 w 9974"/>
                <a:gd name="connsiteY112" fmla="*/ 7287 h 10000"/>
                <a:gd name="connsiteX113" fmla="*/ 3326 w 9974"/>
                <a:gd name="connsiteY113" fmla="*/ 7459 h 10000"/>
                <a:gd name="connsiteX114" fmla="*/ 3356 w 9974"/>
                <a:gd name="connsiteY114" fmla="*/ 7376 h 10000"/>
                <a:gd name="connsiteX115" fmla="*/ 3384 w 9974"/>
                <a:gd name="connsiteY115" fmla="*/ 7261 h 10000"/>
                <a:gd name="connsiteX116" fmla="*/ 3414 w 9974"/>
                <a:gd name="connsiteY116" fmla="*/ 7121 h 10000"/>
                <a:gd name="connsiteX117" fmla="*/ 3444 w 9974"/>
                <a:gd name="connsiteY117" fmla="*/ 6809 h 10000"/>
                <a:gd name="connsiteX118" fmla="*/ 3474 w 9974"/>
                <a:gd name="connsiteY118" fmla="*/ 6529 h 10000"/>
                <a:gd name="connsiteX119" fmla="*/ 3503 w 9974"/>
                <a:gd name="connsiteY119" fmla="*/ 6414 h 10000"/>
                <a:gd name="connsiteX120" fmla="*/ 3532 w 9974"/>
                <a:gd name="connsiteY120" fmla="*/ 6159 h 10000"/>
                <a:gd name="connsiteX121" fmla="*/ 3562 w 9974"/>
                <a:gd name="connsiteY121" fmla="*/ 5592 h 10000"/>
                <a:gd name="connsiteX122" fmla="*/ 3592 w 9974"/>
                <a:gd name="connsiteY122" fmla="*/ 4694 h 10000"/>
                <a:gd name="connsiteX123" fmla="*/ 3621 w 9974"/>
                <a:gd name="connsiteY123" fmla="*/ 3930 h 10000"/>
                <a:gd name="connsiteX124" fmla="*/ 3650 w 9974"/>
                <a:gd name="connsiteY124" fmla="*/ 3510 h 10000"/>
                <a:gd name="connsiteX125" fmla="*/ 3680 w 9974"/>
                <a:gd name="connsiteY125" fmla="*/ 3223 h 10000"/>
                <a:gd name="connsiteX126" fmla="*/ 3706 w 9974"/>
                <a:gd name="connsiteY126" fmla="*/ 2994 h 10000"/>
                <a:gd name="connsiteX127" fmla="*/ 3735 w 9974"/>
                <a:gd name="connsiteY127" fmla="*/ 3338 h 10000"/>
                <a:gd name="connsiteX128" fmla="*/ 3768 w 9974"/>
                <a:gd name="connsiteY128" fmla="*/ 4236 h 10000"/>
                <a:gd name="connsiteX129" fmla="*/ 3798 w 9974"/>
                <a:gd name="connsiteY129" fmla="*/ 5936 h 10000"/>
                <a:gd name="connsiteX130" fmla="*/ 3828 w 9974"/>
                <a:gd name="connsiteY130" fmla="*/ 7771 h 10000"/>
                <a:gd name="connsiteX131" fmla="*/ 3858 w 9974"/>
                <a:gd name="connsiteY131" fmla="*/ 9013 h 10000"/>
                <a:gd name="connsiteX132" fmla="*/ 3886 w 9974"/>
                <a:gd name="connsiteY132" fmla="*/ 9548 h 10000"/>
                <a:gd name="connsiteX133" fmla="*/ 3916 w 9974"/>
                <a:gd name="connsiteY133" fmla="*/ 9720 h 10000"/>
                <a:gd name="connsiteX134" fmla="*/ 3946 w 9974"/>
                <a:gd name="connsiteY134" fmla="*/ 9968 h 10000"/>
                <a:gd name="connsiteX135" fmla="*/ 3976 w 9974"/>
                <a:gd name="connsiteY135" fmla="*/ 10000 h 10000"/>
                <a:gd name="connsiteX136" fmla="*/ 4001 w 9974"/>
                <a:gd name="connsiteY136" fmla="*/ 9293 h 10000"/>
                <a:gd name="connsiteX137" fmla="*/ 4031 w 9974"/>
                <a:gd name="connsiteY137" fmla="*/ 8815 h 10000"/>
                <a:gd name="connsiteX138" fmla="*/ 4060 w 9974"/>
                <a:gd name="connsiteY138" fmla="*/ 8280 h 10000"/>
                <a:gd name="connsiteX139" fmla="*/ 4090 w 9974"/>
                <a:gd name="connsiteY139" fmla="*/ 7745 h 10000"/>
                <a:gd name="connsiteX140" fmla="*/ 4119 w 9974"/>
                <a:gd name="connsiteY140" fmla="*/ 7459 h 10000"/>
                <a:gd name="connsiteX141" fmla="*/ 4149 w 9974"/>
                <a:gd name="connsiteY141" fmla="*/ 7318 h 10000"/>
                <a:gd name="connsiteX142" fmla="*/ 4179 w 9974"/>
                <a:gd name="connsiteY142" fmla="*/ 7089 h 10000"/>
                <a:gd name="connsiteX143" fmla="*/ 4208 w 9974"/>
                <a:gd name="connsiteY143" fmla="*/ 6834 h 10000"/>
                <a:gd name="connsiteX144" fmla="*/ 4237 w 9974"/>
                <a:gd name="connsiteY144" fmla="*/ 6783 h 10000"/>
                <a:gd name="connsiteX145" fmla="*/ 4267 w 9974"/>
                <a:gd name="connsiteY145" fmla="*/ 6809 h 10000"/>
                <a:gd name="connsiteX146" fmla="*/ 4297 w 9974"/>
                <a:gd name="connsiteY146" fmla="*/ 6783 h 10000"/>
                <a:gd name="connsiteX147" fmla="*/ 4326 w 9974"/>
                <a:gd name="connsiteY147" fmla="*/ 6726 h 10000"/>
                <a:gd name="connsiteX148" fmla="*/ 4355 w 9974"/>
                <a:gd name="connsiteY148" fmla="*/ 6643 h 10000"/>
                <a:gd name="connsiteX149" fmla="*/ 4385 w 9974"/>
                <a:gd name="connsiteY149" fmla="*/ 6643 h 10000"/>
                <a:gd name="connsiteX150" fmla="*/ 4415 w 9974"/>
                <a:gd name="connsiteY150" fmla="*/ 6669 h 10000"/>
                <a:gd name="connsiteX151" fmla="*/ 4444 w 9974"/>
                <a:gd name="connsiteY151" fmla="*/ 6643 h 10000"/>
                <a:gd name="connsiteX152" fmla="*/ 4474 w 9974"/>
                <a:gd name="connsiteY152" fmla="*/ 6611 h 10000"/>
                <a:gd name="connsiteX153" fmla="*/ 4503 w 9974"/>
                <a:gd name="connsiteY153" fmla="*/ 6611 h 10000"/>
                <a:gd name="connsiteX154" fmla="*/ 4533 w 9974"/>
                <a:gd name="connsiteY154" fmla="*/ 6643 h 10000"/>
                <a:gd name="connsiteX155" fmla="*/ 4563 w 9974"/>
                <a:gd name="connsiteY155" fmla="*/ 6586 h 10000"/>
                <a:gd name="connsiteX156" fmla="*/ 4592 w 9974"/>
                <a:gd name="connsiteY156" fmla="*/ 6497 h 10000"/>
                <a:gd name="connsiteX157" fmla="*/ 4621 w 9974"/>
                <a:gd name="connsiteY157" fmla="*/ 6439 h 10000"/>
                <a:gd name="connsiteX158" fmla="*/ 4651 w 9974"/>
                <a:gd name="connsiteY158" fmla="*/ 6497 h 10000"/>
                <a:gd name="connsiteX159" fmla="*/ 4681 w 9974"/>
                <a:gd name="connsiteY159" fmla="*/ 6414 h 10000"/>
                <a:gd name="connsiteX160" fmla="*/ 4710 w 9974"/>
                <a:gd name="connsiteY160" fmla="*/ 6389 h 10000"/>
                <a:gd name="connsiteX161" fmla="*/ 4739 w 9974"/>
                <a:gd name="connsiteY161" fmla="*/ 6299 h 10000"/>
                <a:gd name="connsiteX162" fmla="*/ 4769 w 9974"/>
                <a:gd name="connsiteY162" fmla="*/ 6299 h 10000"/>
                <a:gd name="connsiteX163" fmla="*/ 4799 w 9974"/>
                <a:gd name="connsiteY163" fmla="*/ 6299 h 10000"/>
                <a:gd name="connsiteX164" fmla="*/ 4828 w 9974"/>
                <a:gd name="connsiteY164" fmla="*/ 6159 h 10000"/>
                <a:gd name="connsiteX165" fmla="*/ 4854 w 9974"/>
                <a:gd name="connsiteY165" fmla="*/ 6191 h 10000"/>
                <a:gd name="connsiteX166" fmla="*/ 4883 w 9974"/>
                <a:gd name="connsiteY166" fmla="*/ 6127 h 10000"/>
                <a:gd name="connsiteX167" fmla="*/ 4913 w 9974"/>
                <a:gd name="connsiteY167" fmla="*/ 6191 h 10000"/>
                <a:gd name="connsiteX168" fmla="*/ 4943 w 9974"/>
                <a:gd name="connsiteY168" fmla="*/ 6076 h 10000"/>
                <a:gd name="connsiteX169" fmla="*/ 4972 w 9974"/>
                <a:gd name="connsiteY169" fmla="*/ 6045 h 10000"/>
                <a:gd name="connsiteX170" fmla="*/ 5001 w 9974"/>
                <a:gd name="connsiteY170" fmla="*/ 6045 h 10000"/>
                <a:gd name="connsiteX171" fmla="*/ 5031 w 9974"/>
                <a:gd name="connsiteY171" fmla="*/ 6076 h 10000"/>
                <a:gd name="connsiteX172" fmla="*/ 5061 w 9974"/>
                <a:gd name="connsiteY172" fmla="*/ 5987 h 10000"/>
                <a:gd name="connsiteX173" fmla="*/ 5091 w 9974"/>
                <a:gd name="connsiteY173" fmla="*/ 5987 h 10000"/>
                <a:gd name="connsiteX174" fmla="*/ 5119 w 9974"/>
                <a:gd name="connsiteY174" fmla="*/ 5987 h 10000"/>
                <a:gd name="connsiteX175" fmla="*/ 5149 w 9974"/>
                <a:gd name="connsiteY175" fmla="*/ 6076 h 10000"/>
                <a:gd name="connsiteX176" fmla="*/ 5179 w 9974"/>
                <a:gd name="connsiteY176" fmla="*/ 6045 h 10000"/>
                <a:gd name="connsiteX177" fmla="*/ 5209 w 9974"/>
                <a:gd name="connsiteY177" fmla="*/ 5987 h 10000"/>
                <a:gd name="connsiteX178" fmla="*/ 5238 w 9974"/>
                <a:gd name="connsiteY178" fmla="*/ 6045 h 10000"/>
                <a:gd name="connsiteX179" fmla="*/ 5267 w 9974"/>
                <a:gd name="connsiteY179" fmla="*/ 6191 h 10000"/>
                <a:gd name="connsiteX180" fmla="*/ 5297 w 9974"/>
                <a:gd name="connsiteY180" fmla="*/ 6159 h 10000"/>
                <a:gd name="connsiteX181" fmla="*/ 5327 w 9974"/>
                <a:gd name="connsiteY181" fmla="*/ 6102 h 10000"/>
                <a:gd name="connsiteX182" fmla="*/ 5356 w 9974"/>
                <a:gd name="connsiteY182" fmla="*/ 6127 h 10000"/>
                <a:gd name="connsiteX183" fmla="*/ 5385 w 9974"/>
                <a:gd name="connsiteY183" fmla="*/ 6159 h 10000"/>
                <a:gd name="connsiteX184" fmla="*/ 5415 w 9974"/>
                <a:gd name="connsiteY184" fmla="*/ 6191 h 10000"/>
                <a:gd name="connsiteX185" fmla="*/ 5445 w 9974"/>
                <a:gd name="connsiteY185" fmla="*/ 6102 h 10000"/>
                <a:gd name="connsiteX186" fmla="*/ 5474 w 9974"/>
                <a:gd name="connsiteY186" fmla="*/ 6102 h 10000"/>
                <a:gd name="connsiteX187" fmla="*/ 5503 w 9974"/>
                <a:gd name="connsiteY187" fmla="*/ 6127 h 10000"/>
                <a:gd name="connsiteX188" fmla="*/ 5533 w 9974"/>
                <a:gd name="connsiteY188" fmla="*/ 6127 h 10000"/>
                <a:gd name="connsiteX189" fmla="*/ 5563 w 9974"/>
                <a:gd name="connsiteY189" fmla="*/ 6019 h 10000"/>
                <a:gd name="connsiteX190" fmla="*/ 5593 w 9974"/>
                <a:gd name="connsiteY190" fmla="*/ 5962 h 10000"/>
                <a:gd name="connsiteX191" fmla="*/ 5622 w 9974"/>
                <a:gd name="connsiteY191" fmla="*/ 5987 h 10000"/>
                <a:gd name="connsiteX192" fmla="*/ 5651 w 9974"/>
                <a:gd name="connsiteY192" fmla="*/ 5987 h 10000"/>
                <a:gd name="connsiteX193" fmla="*/ 5681 w 9974"/>
                <a:gd name="connsiteY193" fmla="*/ 5936 h 10000"/>
                <a:gd name="connsiteX194" fmla="*/ 5706 w 9974"/>
                <a:gd name="connsiteY194" fmla="*/ 5879 h 10000"/>
                <a:gd name="connsiteX195" fmla="*/ 5736 w 9974"/>
                <a:gd name="connsiteY195" fmla="*/ 5904 h 10000"/>
                <a:gd name="connsiteX196" fmla="*/ 5766 w 9974"/>
                <a:gd name="connsiteY196" fmla="*/ 5962 h 10000"/>
                <a:gd name="connsiteX197" fmla="*/ 5796 w 9974"/>
                <a:gd name="connsiteY197" fmla="*/ 5936 h 10000"/>
                <a:gd name="connsiteX198" fmla="*/ 5825 w 9974"/>
                <a:gd name="connsiteY198" fmla="*/ 5987 h 10000"/>
                <a:gd name="connsiteX199" fmla="*/ 5854 w 9974"/>
                <a:gd name="connsiteY199" fmla="*/ 5987 h 10000"/>
                <a:gd name="connsiteX200" fmla="*/ 5884 w 9974"/>
                <a:gd name="connsiteY200" fmla="*/ 6076 h 10000"/>
                <a:gd name="connsiteX201" fmla="*/ 5914 w 9974"/>
                <a:gd name="connsiteY201" fmla="*/ 6076 h 10000"/>
                <a:gd name="connsiteX202" fmla="*/ 5943 w 9974"/>
                <a:gd name="connsiteY202" fmla="*/ 6045 h 10000"/>
                <a:gd name="connsiteX203" fmla="*/ 5972 w 9974"/>
                <a:gd name="connsiteY203" fmla="*/ 6045 h 10000"/>
                <a:gd name="connsiteX204" fmla="*/ 6002 w 9974"/>
                <a:gd name="connsiteY204" fmla="*/ 6127 h 10000"/>
                <a:gd name="connsiteX205" fmla="*/ 6032 w 9974"/>
                <a:gd name="connsiteY205" fmla="*/ 6102 h 10000"/>
                <a:gd name="connsiteX206" fmla="*/ 6061 w 9974"/>
                <a:gd name="connsiteY206" fmla="*/ 6102 h 10000"/>
                <a:gd name="connsiteX207" fmla="*/ 6090 w 9974"/>
                <a:gd name="connsiteY207" fmla="*/ 6102 h 10000"/>
                <a:gd name="connsiteX208" fmla="*/ 6120 w 9974"/>
                <a:gd name="connsiteY208" fmla="*/ 6127 h 10000"/>
                <a:gd name="connsiteX209" fmla="*/ 6150 w 9974"/>
                <a:gd name="connsiteY209" fmla="*/ 6127 h 10000"/>
                <a:gd name="connsiteX210" fmla="*/ 6179 w 9974"/>
                <a:gd name="connsiteY210" fmla="*/ 6102 h 10000"/>
                <a:gd name="connsiteX211" fmla="*/ 6208 w 9974"/>
                <a:gd name="connsiteY211" fmla="*/ 6159 h 10000"/>
                <a:gd name="connsiteX212" fmla="*/ 6238 w 9974"/>
                <a:gd name="connsiteY212" fmla="*/ 6191 h 10000"/>
                <a:gd name="connsiteX213" fmla="*/ 6268 w 9974"/>
                <a:gd name="connsiteY213" fmla="*/ 6191 h 10000"/>
                <a:gd name="connsiteX214" fmla="*/ 6298 w 9974"/>
                <a:gd name="connsiteY214" fmla="*/ 6159 h 10000"/>
                <a:gd name="connsiteX215" fmla="*/ 6327 w 9974"/>
                <a:gd name="connsiteY215" fmla="*/ 6191 h 10000"/>
                <a:gd name="connsiteX216" fmla="*/ 6356 w 9974"/>
                <a:gd name="connsiteY216" fmla="*/ 6274 h 10000"/>
                <a:gd name="connsiteX217" fmla="*/ 6386 w 9974"/>
                <a:gd name="connsiteY217" fmla="*/ 6299 h 10000"/>
                <a:gd name="connsiteX218" fmla="*/ 6416 w 9974"/>
                <a:gd name="connsiteY218" fmla="*/ 6274 h 10000"/>
                <a:gd name="connsiteX219" fmla="*/ 6445 w 9974"/>
                <a:gd name="connsiteY219" fmla="*/ 6248 h 10000"/>
                <a:gd name="connsiteX220" fmla="*/ 6474 w 9974"/>
                <a:gd name="connsiteY220" fmla="*/ 6299 h 10000"/>
                <a:gd name="connsiteX221" fmla="*/ 6504 w 9974"/>
                <a:gd name="connsiteY221" fmla="*/ 6274 h 10000"/>
                <a:gd name="connsiteX222" fmla="*/ 6534 w 9974"/>
                <a:gd name="connsiteY222" fmla="*/ 6274 h 10000"/>
                <a:gd name="connsiteX223" fmla="*/ 6560 w 9974"/>
                <a:gd name="connsiteY223" fmla="*/ 6248 h 10000"/>
                <a:gd name="connsiteX224" fmla="*/ 6589 w 9974"/>
                <a:gd name="connsiteY224" fmla="*/ 6248 h 10000"/>
                <a:gd name="connsiteX225" fmla="*/ 6618 w 9974"/>
                <a:gd name="connsiteY225" fmla="*/ 6331 h 10000"/>
                <a:gd name="connsiteX226" fmla="*/ 6648 w 9974"/>
                <a:gd name="connsiteY226" fmla="*/ 6357 h 10000"/>
                <a:gd name="connsiteX227" fmla="*/ 6678 w 9974"/>
                <a:gd name="connsiteY227" fmla="*/ 6274 h 10000"/>
                <a:gd name="connsiteX228" fmla="*/ 6707 w 9974"/>
                <a:gd name="connsiteY228" fmla="*/ 6414 h 10000"/>
                <a:gd name="connsiteX229" fmla="*/ 6736 w 9974"/>
                <a:gd name="connsiteY229" fmla="*/ 6414 h 10000"/>
                <a:gd name="connsiteX230" fmla="*/ 6766 w 9974"/>
                <a:gd name="connsiteY230" fmla="*/ 6274 h 10000"/>
                <a:gd name="connsiteX231" fmla="*/ 6800 w 9974"/>
                <a:gd name="connsiteY231" fmla="*/ 6191 h 10000"/>
                <a:gd name="connsiteX232" fmla="*/ 6829 w 9974"/>
                <a:gd name="connsiteY232" fmla="*/ 6191 h 10000"/>
                <a:gd name="connsiteX233" fmla="*/ 6855 w 9974"/>
                <a:gd name="connsiteY233" fmla="*/ 6248 h 10000"/>
                <a:gd name="connsiteX234" fmla="*/ 6884 w 9974"/>
                <a:gd name="connsiteY234" fmla="*/ 6248 h 10000"/>
                <a:gd name="connsiteX235" fmla="*/ 6914 w 9974"/>
                <a:gd name="connsiteY235" fmla="*/ 6217 h 10000"/>
                <a:gd name="connsiteX236" fmla="*/ 6944 w 9974"/>
                <a:gd name="connsiteY236" fmla="*/ 6127 h 10000"/>
                <a:gd name="connsiteX237" fmla="*/ 6973 w 9974"/>
                <a:gd name="connsiteY237" fmla="*/ 6127 h 10000"/>
                <a:gd name="connsiteX238" fmla="*/ 7002 w 9974"/>
                <a:gd name="connsiteY238" fmla="*/ 6102 h 10000"/>
                <a:gd name="connsiteX239" fmla="*/ 7032 w 9974"/>
                <a:gd name="connsiteY239" fmla="*/ 6045 h 10000"/>
                <a:gd name="connsiteX240" fmla="*/ 7062 w 9974"/>
                <a:gd name="connsiteY240" fmla="*/ 6045 h 10000"/>
                <a:gd name="connsiteX241" fmla="*/ 7091 w 9974"/>
                <a:gd name="connsiteY241" fmla="*/ 6127 h 10000"/>
                <a:gd name="connsiteX242" fmla="*/ 7120 w 9974"/>
                <a:gd name="connsiteY242" fmla="*/ 6102 h 10000"/>
                <a:gd name="connsiteX243" fmla="*/ 7150 w 9974"/>
                <a:gd name="connsiteY243" fmla="*/ 6076 h 10000"/>
                <a:gd name="connsiteX244" fmla="*/ 7180 w 9974"/>
                <a:gd name="connsiteY244" fmla="*/ 6045 h 10000"/>
                <a:gd name="connsiteX245" fmla="*/ 7209 w 9974"/>
                <a:gd name="connsiteY245" fmla="*/ 6127 h 10000"/>
                <a:gd name="connsiteX246" fmla="*/ 7238 w 9974"/>
                <a:gd name="connsiteY246" fmla="*/ 6248 h 10000"/>
                <a:gd name="connsiteX247" fmla="*/ 7268 w 9974"/>
                <a:gd name="connsiteY247" fmla="*/ 6248 h 10000"/>
                <a:gd name="connsiteX248" fmla="*/ 7298 w 9974"/>
                <a:gd name="connsiteY248" fmla="*/ 6274 h 10000"/>
                <a:gd name="connsiteX249" fmla="*/ 7327 w 9974"/>
                <a:gd name="connsiteY249" fmla="*/ 6357 h 10000"/>
                <a:gd name="connsiteX250" fmla="*/ 7357 w 9974"/>
                <a:gd name="connsiteY250" fmla="*/ 6389 h 10000"/>
                <a:gd name="connsiteX251" fmla="*/ 7386 w 9974"/>
                <a:gd name="connsiteY251" fmla="*/ 6274 h 10000"/>
                <a:gd name="connsiteX252" fmla="*/ 7416 w 9974"/>
                <a:gd name="connsiteY252" fmla="*/ 6299 h 10000"/>
                <a:gd name="connsiteX253" fmla="*/ 7446 w 9974"/>
                <a:gd name="connsiteY253" fmla="*/ 6299 h 10000"/>
                <a:gd name="connsiteX254" fmla="*/ 7475 w 9974"/>
                <a:gd name="connsiteY254" fmla="*/ 6389 h 10000"/>
                <a:gd name="connsiteX255" fmla="*/ 7504 w 9974"/>
                <a:gd name="connsiteY255" fmla="*/ 6357 h 10000"/>
                <a:gd name="connsiteX256" fmla="*/ 7534 w 9974"/>
                <a:gd name="connsiteY256" fmla="*/ 6331 h 10000"/>
                <a:gd name="connsiteX257" fmla="*/ 7564 w 9974"/>
                <a:gd name="connsiteY257" fmla="*/ 6357 h 10000"/>
                <a:gd name="connsiteX258" fmla="*/ 7593 w 9974"/>
                <a:gd name="connsiteY258" fmla="*/ 6439 h 10000"/>
                <a:gd name="connsiteX259" fmla="*/ 7622 w 9974"/>
                <a:gd name="connsiteY259" fmla="*/ 6389 h 10000"/>
                <a:gd name="connsiteX260" fmla="*/ 7652 w 9974"/>
                <a:gd name="connsiteY260" fmla="*/ 6414 h 10000"/>
                <a:gd name="connsiteX261" fmla="*/ 7682 w 9974"/>
                <a:gd name="connsiteY261" fmla="*/ 6299 h 10000"/>
                <a:gd name="connsiteX262" fmla="*/ 7707 w 9974"/>
                <a:gd name="connsiteY262" fmla="*/ 6331 h 10000"/>
                <a:gd name="connsiteX263" fmla="*/ 7737 w 9974"/>
                <a:gd name="connsiteY263" fmla="*/ 6389 h 10000"/>
                <a:gd name="connsiteX264" fmla="*/ 7767 w 9974"/>
                <a:gd name="connsiteY264" fmla="*/ 6331 h 10000"/>
                <a:gd name="connsiteX265" fmla="*/ 7796 w 9974"/>
                <a:gd name="connsiteY265" fmla="*/ 6299 h 10000"/>
                <a:gd name="connsiteX266" fmla="*/ 7825 w 9974"/>
                <a:gd name="connsiteY266" fmla="*/ 6414 h 10000"/>
                <a:gd name="connsiteX267" fmla="*/ 7855 w 9974"/>
                <a:gd name="connsiteY267" fmla="*/ 6389 h 10000"/>
                <a:gd name="connsiteX268" fmla="*/ 7885 w 9974"/>
                <a:gd name="connsiteY268" fmla="*/ 6331 h 10000"/>
                <a:gd name="connsiteX269" fmla="*/ 7915 w 9974"/>
                <a:gd name="connsiteY269" fmla="*/ 6331 h 10000"/>
                <a:gd name="connsiteX270" fmla="*/ 7943 w 9974"/>
                <a:gd name="connsiteY270" fmla="*/ 6389 h 10000"/>
                <a:gd name="connsiteX271" fmla="*/ 7973 w 9974"/>
                <a:gd name="connsiteY271" fmla="*/ 6357 h 10000"/>
                <a:gd name="connsiteX272" fmla="*/ 8003 w 9974"/>
                <a:gd name="connsiteY272" fmla="*/ 6357 h 10000"/>
                <a:gd name="connsiteX273" fmla="*/ 8033 w 9974"/>
                <a:gd name="connsiteY273" fmla="*/ 6299 h 10000"/>
                <a:gd name="connsiteX274" fmla="*/ 8061 w 9974"/>
                <a:gd name="connsiteY274" fmla="*/ 6389 h 10000"/>
                <a:gd name="connsiteX275" fmla="*/ 8091 w 9974"/>
                <a:gd name="connsiteY275" fmla="*/ 6414 h 10000"/>
                <a:gd name="connsiteX276" fmla="*/ 8121 w 9974"/>
                <a:gd name="connsiteY276" fmla="*/ 6331 h 10000"/>
                <a:gd name="connsiteX277" fmla="*/ 8151 w 9974"/>
                <a:gd name="connsiteY277" fmla="*/ 6274 h 10000"/>
                <a:gd name="connsiteX278" fmla="*/ 8180 w 9974"/>
                <a:gd name="connsiteY278" fmla="*/ 6389 h 10000"/>
                <a:gd name="connsiteX279" fmla="*/ 8209 w 9974"/>
                <a:gd name="connsiteY279" fmla="*/ 6497 h 10000"/>
                <a:gd name="connsiteX280" fmla="*/ 8239 w 9974"/>
                <a:gd name="connsiteY280" fmla="*/ 6471 h 10000"/>
                <a:gd name="connsiteX281" fmla="*/ 8269 w 9974"/>
                <a:gd name="connsiteY281" fmla="*/ 6357 h 10000"/>
                <a:gd name="connsiteX282" fmla="*/ 8298 w 9974"/>
                <a:gd name="connsiteY282" fmla="*/ 6389 h 10000"/>
                <a:gd name="connsiteX283" fmla="*/ 8327 w 9974"/>
                <a:gd name="connsiteY283" fmla="*/ 6439 h 10000"/>
                <a:gd name="connsiteX284" fmla="*/ 8357 w 9974"/>
                <a:gd name="connsiteY284" fmla="*/ 6414 h 10000"/>
                <a:gd name="connsiteX285" fmla="*/ 8387 w 9974"/>
                <a:gd name="connsiteY285" fmla="*/ 6357 h 10000"/>
                <a:gd name="connsiteX286" fmla="*/ 8417 w 9974"/>
                <a:gd name="connsiteY286" fmla="*/ 6357 h 10000"/>
                <a:gd name="connsiteX287" fmla="*/ 8445 w 9974"/>
                <a:gd name="connsiteY287" fmla="*/ 6414 h 10000"/>
                <a:gd name="connsiteX288" fmla="*/ 8475 w 9974"/>
                <a:gd name="connsiteY288" fmla="*/ 6414 h 10000"/>
                <a:gd name="connsiteX289" fmla="*/ 8505 w 9974"/>
                <a:gd name="connsiteY289" fmla="*/ 6331 h 10000"/>
                <a:gd name="connsiteX290" fmla="*/ 8535 w 9974"/>
                <a:gd name="connsiteY290" fmla="*/ 6414 h 10000"/>
                <a:gd name="connsiteX291" fmla="*/ 8560 w 9974"/>
                <a:gd name="connsiteY291" fmla="*/ 6414 h 10000"/>
                <a:gd name="connsiteX292" fmla="*/ 8590 w 9974"/>
                <a:gd name="connsiteY292" fmla="*/ 6471 h 10000"/>
                <a:gd name="connsiteX293" fmla="*/ 8619 w 9974"/>
                <a:gd name="connsiteY293" fmla="*/ 6389 h 10000"/>
                <a:gd name="connsiteX294" fmla="*/ 8649 w 9974"/>
                <a:gd name="connsiteY294" fmla="*/ 6357 h 10000"/>
                <a:gd name="connsiteX295" fmla="*/ 8678 w 9974"/>
                <a:gd name="connsiteY295" fmla="*/ 6414 h 10000"/>
                <a:gd name="connsiteX296" fmla="*/ 8708 w 9974"/>
                <a:gd name="connsiteY296" fmla="*/ 6471 h 10000"/>
                <a:gd name="connsiteX297" fmla="*/ 8737 w 9974"/>
                <a:gd name="connsiteY297" fmla="*/ 6414 h 10000"/>
                <a:gd name="connsiteX298" fmla="*/ 8767 w 9974"/>
                <a:gd name="connsiteY298" fmla="*/ 6357 h 10000"/>
                <a:gd name="connsiteX299" fmla="*/ 8797 w 9974"/>
                <a:gd name="connsiteY299" fmla="*/ 6414 h 10000"/>
                <a:gd name="connsiteX300" fmla="*/ 8826 w 9974"/>
                <a:gd name="connsiteY300" fmla="*/ 6497 h 10000"/>
                <a:gd name="connsiteX301" fmla="*/ 8855 w 9974"/>
                <a:gd name="connsiteY301" fmla="*/ 6414 h 10000"/>
                <a:gd name="connsiteX302" fmla="*/ 8885 w 9974"/>
                <a:gd name="connsiteY302" fmla="*/ 6357 h 10000"/>
                <a:gd name="connsiteX303" fmla="*/ 8915 w 9974"/>
                <a:gd name="connsiteY303" fmla="*/ 6389 h 10000"/>
                <a:gd name="connsiteX304" fmla="*/ 8944 w 9974"/>
                <a:gd name="connsiteY304" fmla="*/ 6414 h 10000"/>
                <a:gd name="connsiteX305" fmla="*/ 8974 w 9974"/>
                <a:gd name="connsiteY305" fmla="*/ 6357 h 10000"/>
                <a:gd name="connsiteX306" fmla="*/ 9003 w 9974"/>
                <a:gd name="connsiteY306" fmla="*/ 6331 h 10000"/>
                <a:gd name="connsiteX307" fmla="*/ 9033 w 9974"/>
                <a:gd name="connsiteY307" fmla="*/ 6299 h 10000"/>
                <a:gd name="connsiteX308" fmla="*/ 9062 w 9974"/>
                <a:gd name="connsiteY308" fmla="*/ 6357 h 10000"/>
                <a:gd name="connsiteX309" fmla="*/ 9092 w 9974"/>
                <a:gd name="connsiteY309" fmla="*/ 6357 h 10000"/>
                <a:gd name="connsiteX310" fmla="*/ 9121 w 9974"/>
                <a:gd name="connsiteY310" fmla="*/ 6357 h 10000"/>
                <a:gd name="connsiteX311" fmla="*/ 9151 w 9974"/>
                <a:gd name="connsiteY311" fmla="*/ 6299 h 10000"/>
                <a:gd name="connsiteX312" fmla="*/ 9180 w 9974"/>
                <a:gd name="connsiteY312" fmla="*/ 6331 h 10000"/>
                <a:gd name="connsiteX313" fmla="*/ 9210 w 9974"/>
                <a:gd name="connsiteY313" fmla="*/ 6331 h 10000"/>
                <a:gd name="connsiteX314" fmla="*/ 9239 w 9974"/>
                <a:gd name="connsiteY314" fmla="*/ 6248 h 10000"/>
                <a:gd name="connsiteX315" fmla="*/ 9269 w 9974"/>
                <a:gd name="connsiteY315" fmla="*/ 6217 h 10000"/>
                <a:gd name="connsiteX316" fmla="*/ 9299 w 9974"/>
                <a:gd name="connsiteY316" fmla="*/ 6248 h 10000"/>
                <a:gd name="connsiteX317" fmla="*/ 9328 w 9974"/>
                <a:gd name="connsiteY317" fmla="*/ 6299 h 10000"/>
                <a:gd name="connsiteX318" fmla="*/ 9357 w 9974"/>
                <a:gd name="connsiteY318" fmla="*/ 6217 h 10000"/>
                <a:gd name="connsiteX319" fmla="*/ 9387 w 9974"/>
                <a:gd name="connsiteY319" fmla="*/ 6159 h 10000"/>
                <a:gd name="connsiteX320" fmla="*/ 9412 w 9974"/>
                <a:gd name="connsiteY320" fmla="*/ 6191 h 10000"/>
                <a:gd name="connsiteX321" fmla="*/ 9442 w 9974"/>
                <a:gd name="connsiteY321" fmla="*/ 6217 h 10000"/>
                <a:gd name="connsiteX322" fmla="*/ 9472 w 9974"/>
                <a:gd name="connsiteY322" fmla="*/ 6191 h 10000"/>
                <a:gd name="connsiteX323" fmla="*/ 9502 w 9974"/>
                <a:gd name="connsiteY323" fmla="*/ 6102 h 10000"/>
                <a:gd name="connsiteX324" fmla="*/ 9532 w 9974"/>
                <a:gd name="connsiteY324" fmla="*/ 6159 h 10000"/>
                <a:gd name="connsiteX325" fmla="*/ 9560 w 9974"/>
                <a:gd name="connsiteY325" fmla="*/ 6191 h 10000"/>
                <a:gd name="connsiteX326" fmla="*/ 9590 w 9974"/>
                <a:gd name="connsiteY326" fmla="*/ 6102 h 10000"/>
                <a:gd name="connsiteX327" fmla="*/ 9620 w 9974"/>
                <a:gd name="connsiteY327" fmla="*/ 6019 h 10000"/>
                <a:gd name="connsiteX328" fmla="*/ 9650 w 9974"/>
                <a:gd name="connsiteY328" fmla="*/ 5962 h 10000"/>
                <a:gd name="connsiteX329" fmla="*/ 9678 w 9974"/>
                <a:gd name="connsiteY329" fmla="*/ 5879 h 10000"/>
                <a:gd name="connsiteX330" fmla="*/ 9708 w 9974"/>
                <a:gd name="connsiteY330" fmla="*/ 5567 h 10000"/>
                <a:gd name="connsiteX331" fmla="*/ 9738 w 9974"/>
                <a:gd name="connsiteY331" fmla="*/ 5000 h 10000"/>
                <a:gd name="connsiteX332" fmla="*/ 9768 w 9974"/>
                <a:gd name="connsiteY332" fmla="*/ 3420 h 10000"/>
                <a:gd name="connsiteX333" fmla="*/ 9796 w 9974"/>
                <a:gd name="connsiteY333" fmla="*/ 567 h 10000"/>
                <a:gd name="connsiteX334" fmla="*/ 9826 w 9974"/>
                <a:gd name="connsiteY334" fmla="*/ 0 h 10000"/>
                <a:gd name="connsiteX335" fmla="*/ 9856 w 9974"/>
                <a:gd name="connsiteY335" fmla="*/ 427 h 10000"/>
                <a:gd name="connsiteX336" fmla="*/ 9886 w 9974"/>
                <a:gd name="connsiteY336" fmla="*/ 3618 h 10000"/>
                <a:gd name="connsiteX337" fmla="*/ 9914 w 9974"/>
                <a:gd name="connsiteY337" fmla="*/ 3650 h 10000"/>
                <a:gd name="connsiteX338" fmla="*/ 9944 w 9974"/>
                <a:gd name="connsiteY338" fmla="*/ 3510 h 10000"/>
                <a:gd name="connsiteX339" fmla="*/ 9974 w 9974"/>
                <a:gd name="connsiteY339" fmla="*/ 3363 h 10000"/>
                <a:gd name="connsiteX0" fmla="*/ 0 w 9971"/>
                <a:gd name="connsiteY0" fmla="*/ 4548 h 10000"/>
                <a:gd name="connsiteX1" fmla="*/ 30 w 9971"/>
                <a:gd name="connsiteY1" fmla="*/ 5057 h 10000"/>
                <a:gd name="connsiteX2" fmla="*/ 59 w 9971"/>
                <a:gd name="connsiteY2" fmla="*/ 5510 h 10000"/>
                <a:gd name="connsiteX3" fmla="*/ 93 w 9971"/>
                <a:gd name="connsiteY3" fmla="*/ 6274 h 10000"/>
                <a:gd name="connsiteX4" fmla="*/ 122 w 9971"/>
                <a:gd name="connsiteY4" fmla="*/ 7006 h 10000"/>
                <a:gd name="connsiteX5" fmla="*/ 151 w 9971"/>
                <a:gd name="connsiteY5" fmla="*/ 7178 h 10000"/>
                <a:gd name="connsiteX6" fmla="*/ 182 w 9971"/>
                <a:gd name="connsiteY6" fmla="*/ 6892 h 10000"/>
                <a:gd name="connsiteX7" fmla="*/ 212 w 9971"/>
                <a:gd name="connsiteY7" fmla="*/ 6726 h 10000"/>
                <a:gd name="connsiteX8" fmla="*/ 242 w 9971"/>
                <a:gd name="connsiteY8" fmla="*/ 6783 h 10000"/>
                <a:gd name="connsiteX9" fmla="*/ 267 w 9971"/>
                <a:gd name="connsiteY9" fmla="*/ 6809 h 10000"/>
                <a:gd name="connsiteX10" fmla="*/ 297 w 9971"/>
                <a:gd name="connsiteY10" fmla="*/ 7038 h 10000"/>
                <a:gd name="connsiteX11" fmla="*/ 326 w 9971"/>
                <a:gd name="connsiteY11" fmla="*/ 7178 h 10000"/>
                <a:gd name="connsiteX12" fmla="*/ 356 w 9971"/>
                <a:gd name="connsiteY12" fmla="*/ 7121 h 10000"/>
                <a:gd name="connsiteX13" fmla="*/ 385 w 9971"/>
                <a:gd name="connsiteY13" fmla="*/ 6949 h 10000"/>
                <a:gd name="connsiteX14" fmla="*/ 415 w 9971"/>
                <a:gd name="connsiteY14" fmla="*/ 6866 h 10000"/>
                <a:gd name="connsiteX15" fmla="*/ 444 w 9971"/>
                <a:gd name="connsiteY15" fmla="*/ 6694 h 10000"/>
                <a:gd name="connsiteX16" fmla="*/ 474 w 9971"/>
                <a:gd name="connsiteY16" fmla="*/ 6611 h 10000"/>
                <a:gd name="connsiteX17" fmla="*/ 503 w 9971"/>
                <a:gd name="connsiteY17" fmla="*/ 6529 h 10000"/>
                <a:gd name="connsiteX18" fmla="*/ 533 w 9971"/>
                <a:gd name="connsiteY18" fmla="*/ 6497 h 10000"/>
                <a:gd name="connsiteX19" fmla="*/ 563 w 9971"/>
                <a:gd name="connsiteY19" fmla="*/ 6554 h 10000"/>
                <a:gd name="connsiteX20" fmla="*/ 593 w 9971"/>
                <a:gd name="connsiteY20" fmla="*/ 6752 h 10000"/>
                <a:gd name="connsiteX21" fmla="*/ 622 w 9971"/>
                <a:gd name="connsiteY21" fmla="*/ 6783 h 10000"/>
                <a:gd name="connsiteX22" fmla="*/ 652 w 9971"/>
                <a:gd name="connsiteY22" fmla="*/ 6834 h 10000"/>
                <a:gd name="connsiteX23" fmla="*/ 681 w 9971"/>
                <a:gd name="connsiteY23" fmla="*/ 6694 h 10000"/>
                <a:gd name="connsiteX24" fmla="*/ 711 w 9971"/>
                <a:gd name="connsiteY24" fmla="*/ 6643 h 10000"/>
                <a:gd name="connsiteX25" fmla="*/ 741 w 9971"/>
                <a:gd name="connsiteY25" fmla="*/ 6586 h 10000"/>
                <a:gd name="connsiteX26" fmla="*/ 770 w 9971"/>
                <a:gd name="connsiteY26" fmla="*/ 6643 h 10000"/>
                <a:gd name="connsiteX27" fmla="*/ 800 w 9971"/>
                <a:gd name="connsiteY27" fmla="*/ 6892 h 10000"/>
                <a:gd name="connsiteX28" fmla="*/ 829 w 9971"/>
                <a:gd name="connsiteY28" fmla="*/ 6981 h 10000"/>
                <a:gd name="connsiteX29" fmla="*/ 859 w 9971"/>
                <a:gd name="connsiteY29" fmla="*/ 6892 h 10000"/>
                <a:gd name="connsiteX30" fmla="*/ 888 w 9971"/>
                <a:gd name="connsiteY30" fmla="*/ 6752 h 10000"/>
                <a:gd name="connsiteX31" fmla="*/ 918 w 9971"/>
                <a:gd name="connsiteY31" fmla="*/ 6669 h 10000"/>
                <a:gd name="connsiteX32" fmla="*/ 948 w 9971"/>
                <a:gd name="connsiteY32" fmla="*/ 6726 h 10000"/>
                <a:gd name="connsiteX33" fmla="*/ 978 w 9971"/>
                <a:gd name="connsiteY33" fmla="*/ 6694 h 10000"/>
                <a:gd name="connsiteX34" fmla="*/ 1007 w 9971"/>
                <a:gd name="connsiteY34" fmla="*/ 6669 h 10000"/>
                <a:gd name="connsiteX35" fmla="*/ 1037 w 9971"/>
                <a:gd name="connsiteY35" fmla="*/ 6643 h 10000"/>
                <a:gd name="connsiteX36" fmla="*/ 1066 w 9971"/>
                <a:gd name="connsiteY36" fmla="*/ 6866 h 10000"/>
                <a:gd name="connsiteX37" fmla="*/ 1096 w 9971"/>
                <a:gd name="connsiteY37" fmla="*/ 6924 h 10000"/>
                <a:gd name="connsiteX38" fmla="*/ 1121 w 9971"/>
                <a:gd name="connsiteY38" fmla="*/ 6834 h 10000"/>
                <a:gd name="connsiteX39" fmla="*/ 1151 w 9971"/>
                <a:gd name="connsiteY39" fmla="*/ 6924 h 10000"/>
                <a:gd name="connsiteX40" fmla="*/ 1181 w 9971"/>
                <a:gd name="connsiteY40" fmla="*/ 6949 h 10000"/>
                <a:gd name="connsiteX41" fmla="*/ 1211 w 9971"/>
                <a:gd name="connsiteY41" fmla="*/ 7064 h 10000"/>
                <a:gd name="connsiteX42" fmla="*/ 1239 w 9971"/>
                <a:gd name="connsiteY42" fmla="*/ 7006 h 10000"/>
                <a:gd name="connsiteX43" fmla="*/ 1269 w 9971"/>
                <a:gd name="connsiteY43" fmla="*/ 7038 h 10000"/>
                <a:gd name="connsiteX44" fmla="*/ 1299 w 9971"/>
                <a:gd name="connsiteY44" fmla="*/ 7121 h 10000"/>
                <a:gd name="connsiteX45" fmla="*/ 1330 w 9971"/>
                <a:gd name="connsiteY45" fmla="*/ 7089 h 10000"/>
                <a:gd name="connsiteX46" fmla="*/ 1360 w 9971"/>
                <a:gd name="connsiteY46" fmla="*/ 6834 h 10000"/>
                <a:gd name="connsiteX47" fmla="*/ 1388 w 9971"/>
                <a:gd name="connsiteY47" fmla="*/ 6726 h 10000"/>
                <a:gd name="connsiteX48" fmla="*/ 1418 w 9971"/>
                <a:gd name="connsiteY48" fmla="*/ 6752 h 10000"/>
                <a:gd name="connsiteX49" fmla="*/ 1448 w 9971"/>
                <a:gd name="connsiteY49" fmla="*/ 6783 h 10000"/>
                <a:gd name="connsiteX50" fmla="*/ 1478 w 9971"/>
                <a:gd name="connsiteY50" fmla="*/ 6834 h 10000"/>
                <a:gd name="connsiteX51" fmla="*/ 1506 w 9971"/>
                <a:gd name="connsiteY51" fmla="*/ 6694 h 10000"/>
                <a:gd name="connsiteX52" fmla="*/ 1536 w 9971"/>
                <a:gd name="connsiteY52" fmla="*/ 6643 h 10000"/>
                <a:gd name="connsiteX53" fmla="*/ 1566 w 9971"/>
                <a:gd name="connsiteY53" fmla="*/ 6669 h 10000"/>
                <a:gd name="connsiteX54" fmla="*/ 1596 w 9971"/>
                <a:gd name="connsiteY54" fmla="*/ 6694 h 10000"/>
                <a:gd name="connsiteX55" fmla="*/ 1624 w 9971"/>
                <a:gd name="connsiteY55" fmla="*/ 6586 h 10000"/>
                <a:gd name="connsiteX56" fmla="*/ 1654 w 9971"/>
                <a:gd name="connsiteY56" fmla="*/ 6497 h 10000"/>
                <a:gd name="connsiteX57" fmla="*/ 1684 w 9971"/>
                <a:gd name="connsiteY57" fmla="*/ 6357 h 10000"/>
                <a:gd name="connsiteX58" fmla="*/ 1715 w 9971"/>
                <a:gd name="connsiteY58" fmla="*/ 6248 h 10000"/>
                <a:gd name="connsiteX59" fmla="*/ 1743 w 9971"/>
                <a:gd name="connsiteY59" fmla="*/ 6191 h 10000"/>
                <a:gd name="connsiteX60" fmla="*/ 1773 w 9971"/>
                <a:gd name="connsiteY60" fmla="*/ 6102 h 10000"/>
                <a:gd name="connsiteX61" fmla="*/ 1803 w 9971"/>
                <a:gd name="connsiteY61" fmla="*/ 6045 h 10000"/>
                <a:gd name="connsiteX62" fmla="*/ 1833 w 9971"/>
                <a:gd name="connsiteY62" fmla="*/ 5847 h 10000"/>
                <a:gd name="connsiteX63" fmla="*/ 1863 w 9971"/>
                <a:gd name="connsiteY63" fmla="*/ 5624 h 10000"/>
                <a:gd name="connsiteX64" fmla="*/ 1891 w 9971"/>
                <a:gd name="connsiteY64" fmla="*/ 5541 h 10000"/>
                <a:gd name="connsiteX65" fmla="*/ 1921 w 9971"/>
                <a:gd name="connsiteY65" fmla="*/ 5567 h 10000"/>
                <a:gd name="connsiteX66" fmla="*/ 1951 w 9971"/>
                <a:gd name="connsiteY66" fmla="*/ 5395 h 10000"/>
                <a:gd name="connsiteX67" fmla="*/ 1976 w 9971"/>
                <a:gd name="connsiteY67" fmla="*/ 5229 h 10000"/>
                <a:gd name="connsiteX68" fmla="*/ 2006 w 9971"/>
                <a:gd name="connsiteY68" fmla="*/ 5197 h 10000"/>
                <a:gd name="connsiteX69" fmla="*/ 2036 w 9971"/>
                <a:gd name="connsiteY69" fmla="*/ 5255 h 10000"/>
                <a:gd name="connsiteX70" fmla="*/ 2065 w 9971"/>
                <a:gd name="connsiteY70" fmla="*/ 5255 h 10000"/>
                <a:gd name="connsiteX71" fmla="*/ 2096 w 9971"/>
                <a:gd name="connsiteY71" fmla="*/ 5197 h 10000"/>
                <a:gd name="connsiteX72" fmla="*/ 2125 w 9971"/>
                <a:gd name="connsiteY72" fmla="*/ 5146 h 10000"/>
                <a:gd name="connsiteX73" fmla="*/ 2155 w 9971"/>
                <a:gd name="connsiteY73" fmla="*/ 5172 h 10000"/>
                <a:gd name="connsiteX74" fmla="*/ 2184 w 9971"/>
                <a:gd name="connsiteY74" fmla="*/ 5197 h 10000"/>
                <a:gd name="connsiteX75" fmla="*/ 2214 w 9971"/>
                <a:gd name="connsiteY75" fmla="*/ 5197 h 10000"/>
                <a:gd name="connsiteX76" fmla="*/ 2243 w 9971"/>
                <a:gd name="connsiteY76" fmla="*/ 5197 h 10000"/>
                <a:gd name="connsiteX77" fmla="*/ 2273 w 9971"/>
                <a:gd name="connsiteY77" fmla="*/ 5312 h 10000"/>
                <a:gd name="connsiteX78" fmla="*/ 2302 w 9971"/>
                <a:gd name="connsiteY78" fmla="*/ 5395 h 10000"/>
                <a:gd name="connsiteX79" fmla="*/ 2332 w 9971"/>
                <a:gd name="connsiteY79" fmla="*/ 5312 h 10000"/>
                <a:gd name="connsiteX80" fmla="*/ 2361 w 9971"/>
                <a:gd name="connsiteY80" fmla="*/ 5338 h 10000"/>
                <a:gd name="connsiteX81" fmla="*/ 2391 w 9971"/>
                <a:gd name="connsiteY81" fmla="*/ 5484 h 10000"/>
                <a:gd name="connsiteX82" fmla="*/ 2421 w 9971"/>
                <a:gd name="connsiteY82" fmla="*/ 5624 h 10000"/>
                <a:gd name="connsiteX83" fmla="*/ 2450 w 9971"/>
                <a:gd name="connsiteY83" fmla="*/ 5541 h 10000"/>
                <a:gd name="connsiteX84" fmla="*/ 2480 w 9971"/>
                <a:gd name="connsiteY84" fmla="*/ 5510 h 10000"/>
                <a:gd name="connsiteX85" fmla="*/ 2510 w 9971"/>
                <a:gd name="connsiteY85" fmla="*/ 5592 h 10000"/>
                <a:gd name="connsiteX86" fmla="*/ 2540 w 9971"/>
                <a:gd name="connsiteY86" fmla="*/ 5764 h 10000"/>
                <a:gd name="connsiteX87" fmla="*/ 2569 w 9971"/>
                <a:gd name="connsiteY87" fmla="*/ 5822 h 10000"/>
                <a:gd name="connsiteX88" fmla="*/ 2599 w 9971"/>
                <a:gd name="connsiteY88" fmla="*/ 5764 h 10000"/>
                <a:gd name="connsiteX89" fmla="*/ 2628 w 9971"/>
                <a:gd name="connsiteY89" fmla="*/ 5732 h 10000"/>
                <a:gd name="connsiteX90" fmla="*/ 2658 w 9971"/>
                <a:gd name="connsiteY90" fmla="*/ 5796 h 10000"/>
                <a:gd name="connsiteX91" fmla="*/ 2687 w 9971"/>
                <a:gd name="connsiteY91" fmla="*/ 5822 h 10000"/>
                <a:gd name="connsiteX92" fmla="*/ 2717 w 9971"/>
                <a:gd name="connsiteY92" fmla="*/ 5732 h 10000"/>
                <a:gd name="connsiteX93" fmla="*/ 2746 w 9971"/>
                <a:gd name="connsiteY93" fmla="*/ 5732 h 10000"/>
                <a:gd name="connsiteX94" fmla="*/ 2776 w 9971"/>
                <a:gd name="connsiteY94" fmla="*/ 5847 h 10000"/>
                <a:gd name="connsiteX95" fmla="*/ 2805 w 9971"/>
                <a:gd name="connsiteY95" fmla="*/ 5962 h 10000"/>
                <a:gd name="connsiteX96" fmla="*/ 2832 w 9971"/>
                <a:gd name="connsiteY96" fmla="*/ 6019 h 10000"/>
                <a:gd name="connsiteX97" fmla="*/ 2861 w 9971"/>
                <a:gd name="connsiteY97" fmla="*/ 5962 h 10000"/>
                <a:gd name="connsiteX98" fmla="*/ 2891 w 9971"/>
                <a:gd name="connsiteY98" fmla="*/ 5936 h 10000"/>
                <a:gd name="connsiteX99" fmla="*/ 2921 w 9971"/>
                <a:gd name="connsiteY99" fmla="*/ 5936 h 10000"/>
                <a:gd name="connsiteX100" fmla="*/ 2951 w 9971"/>
                <a:gd name="connsiteY100" fmla="*/ 5879 h 10000"/>
                <a:gd name="connsiteX101" fmla="*/ 2979 w 9971"/>
                <a:gd name="connsiteY101" fmla="*/ 5879 h 10000"/>
                <a:gd name="connsiteX102" fmla="*/ 3009 w 9971"/>
                <a:gd name="connsiteY102" fmla="*/ 5904 h 10000"/>
                <a:gd name="connsiteX103" fmla="*/ 3039 w 9971"/>
                <a:gd name="connsiteY103" fmla="*/ 6045 h 10000"/>
                <a:gd name="connsiteX104" fmla="*/ 3069 w 9971"/>
                <a:gd name="connsiteY104" fmla="*/ 6159 h 10000"/>
                <a:gd name="connsiteX105" fmla="*/ 3098 w 9971"/>
                <a:gd name="connsiteY105" fmla="*/ 6299 h 10000"/>
                <a:gd name="connsiteX106" fmla="*/ 3127 w 9971"/>
                <a:gd name="connsiteY106" fmla="*/ 6497 h 10000"/>
                <a:gd name="connsiteX107" fmla="*/ 3157 w 9971"/>
                <a:gd name="connsiteY107" fmla="*/ 6669 h 10000"/>
                <a:gd name="connsiteX108" fmla="*/ 3187 w 9971"/>
                <a:gd name="connsiteY108" fmla="*/ 6783 h 10000"/>
                <a:gd name="connsiteX109" fmla="*/ 3217 w 9971"/>
                <a:gd name="connsiteY109" fmla="*/ 6809 h 10000"/>
                <a:gd name="connsiteX110" fmla="*/ 3246 w 9971"/>
                <a:gd name="connsiteY110" fmla="*/ 7038 h 10000"/>
                <a:gd name="connsiteX111" fmla="*/ 3276 w 9971"/>
                <a:gd name="connsiteY111" fmla="*/ 7287 h 10000"/>
                <a:gd name="connsiteX112" fmla="*/ 3306 w 9971"/>
                <a:gd name="connsiteY112" fmla="*/ 7459 h 10000"/>
                <a:gd name="connsiteX113" fmla="*/ 3336 w 9971"/>
                <a:gd name="connsiteY113" fmla="*/ 7376 h 10000"/>
                <a:gd name="connsiteX114" fmla="*/ 3364 w 9971"/>
                <a:gd name="connsiteY114" fmla="*/ 7261 h 10000"/>
                <a:gd name="connsiteX115" fmla="*/ 3394 w 9971"/>
                <a:gd name="connsiteY115" fmla="*/ 7121 h 10000"/>
                <a:gd name="connsiteX116" fmla="*/ 3424 w 9971"/>
                <a:gd name="connsiteY116" fmla="*/ 6809 h 10000"/>
                <a:gd name="connsiteX117" fmla="*/ 3454 w 9971"/>
                <a:gd name="connsiteY117" fmla="*/ 6529 h 10000"/>
                <a:gd name="connsiteX118" fmla="*/ 3483 w 9971"/>
                <a:gd name="connsiteY118" fmla="*/ 6414 h 10000"/>
                <a:gd name="connsiteX119" fmla="*/ 3512 w 9971"/>
                <a:gd name="connsiteY119" fmla="*/ 6159 h 10000"/>
                <a:gd name="connsiteX120" fmla="*/ 3542 w 9971"/>
                <a:gd name="connsiteY120" fmla="*/ 5592 h 10000"/>
                <a:gd name="connsiteX121" fmla="*/ 3572 w 9971"/>
                <a:gd name="connsiteY121" fmla="*/ 4694 h 10000"/>
                <a:gd name="connsiteX122" fmla="*/ 3601 w 9971"/>
                <a:gd name="connsiteY122" fmla="*/ 3930 h 10000"/>
                <a:gd name="connsiteX123" fmla="*/ 3631 w 9971"/>
                <a:gd name="connsiteY123" fmla="*/ 3510 h 10000"/>
                <a:gd name="connsiteX124" fmla="*/ 3661 w 9971"/>
                <a:gd name="connsiteY124" fmla="*/ 3223 h 10000"/>
                <a:gd name="connsiteX125" fmla="*/ 3687 w 9971"/>
                <a:gd name="connsiteY125" fmla="*/ 2994 h 10000"/>
                <a:gd name="connsiteX126" fmla="*/ 3716 w 9971"/>
                <a:gd name="connsiteY126" fmla="*/ 3338 h 10000"/>
                <a:gd name="connsiteX127" fmla="*/ 3749 w 9971"/>
                <a:gd name="connsiteY127" fmla="*/ 4236 h 10000"/>
                <a:gd name="connsiteX128" fmla="*/ 3779 w 9971"/>
                <a:gd name="connsiteY128" fmla="*/ 5936 h 10000"/>
                <a:gd name="connsiteX129" fmla="*/ 3809 w 9971"/>
                <a:gd name="connsiteY129" fmla="*/ 7771 h 10000"/>
                <a:gd name="connsiteX130" fmla="*/ 3839 w 9971"/>
                <a:gd name="connsiteY130" fmla="*/ 9013 h 10000"/>
                <a:gd name="connsiteX131" fmla="*/ 3867 w 9971"/>
                <a:gd name="connsiteY131" fmla="*/ 9548 h 10000"/>
                <a:gd name="connsiteX132" fmla="*/ 3897 w 9971"/>
                <a:gd name="connsiteY132" fmla="*/ 9720 h 10000"/>
                <a:gd name="connsiteX133" fmla="*/ 3927 w 9971"/>
                <a:gd name="connsiteY133" fmla="*/ 9968 h 10000"/>
                <a:gd name="connsiteX134" fmla="*/ 3957 w 9971"/>
                <a:gd name="connsiteY134" fmla="*/ 10000 h 10000"/>
                <a:gd name="connsiteX135" fmla="*/ 3982 w 9971"/>
                <a:gd name="connsiteY135" fmla="*/ 9293 h 10000"/>
                <a:gd name="connsiteX136" fmla="*/ 4013 w 9971"/>
                <a:gd name="connsiteY136" fmla="*/ 8815 h 10000"/>
                <a:gd name="connsiteX137" fmla="*/ 4042 w 9971"/>
                <a:gd name="connsiteY137" fmla="*/ 8280 h 10000"/>
                <a:gd name="connsiteX138" fmla="*/ 4072 w 9971"/>
                <a:gd name="connsiteY138" fmla="*/ 7745 h 10000"/>
                <a:gd name="connsiteX139" fmla="*/ 4101 w 9971"/>
                <a:gd name="connsiteY139" fmla="*/ 7459 h 10000"/>
                <a:gd name="connsiteX140" fmla="*/ 4131 w 9971"/>
                <a:gd name="connsiteY140" fmla="*/ 7318 h 10000"/>
                <a:gd name="connsiteX141" fmla="*/ 4161 w 9971"/>
                <a:gd name="connsiteY141" fmla="*/ 7089 h 10000"/>
                <a:gd name="connsiteX142" fmla="*/ 4190 w 9971"/>
                <a:gd name="connsiteY142" fmla="*/ 6834 h 10000"/>
                <a:gd name="connsiteX143" fmla="*/ 4219 w 9971"/>
                <a:gd name="connsiteY143" fmla="*/ 6783 h 10000"/>
                <a:gd name="connsiteX144" fmla="*/ 4249 w 9971"/>
                <a:gd name="connsiteY144" fmla="*/ 6809 h 10000"/>
                <a:gd name="connsiteX145" fmla="*/ 4279 w 9971"/>
                <a:gd name="connsiteY145" fmla="*/ 6783 h 10000"/>
                <a:gd name="connsiteX146" fmla="*/ 4308 w 9971"/>
                <a:gd name="connsiteY146" fmla="*/ 6726 h 10000"/>
                <a:gd name="connsiteX147" fmla="*/ 4337 w 9971"/>
                <a:gd name="connsiteY147" fmla="*/ 6643 h 10000"/>
                <a:gd name="connsiteX148" fmla="*/ 4367 w 9971"/>
                <a:gd name="connsiteY148" fmla="*/ 6643 h 10000"/>
                <a:gd name="connsiteX149" fmla="*/ 4398 w 9971"/>
                <a:gd name="connsiteY149" fmla="*/ 6669 h 10000"/>
                <a:gd name="connsiteX150" fmla="*/ 4427 w 9971"/>
                <a:gd name="connsiteY150" fmla="*/ 6643 h 10000"/>
                <a:gd name="connsiteX151" fmla="*/ 4457 w 9971"/>
                <a:gd name="connsiteY151" fmla="*/ 6611 h 10000"/>
                <a:gd name="connsiteX152" fmla="*/ 4486 w 9971"/>
                <a:gd name="connsiteY152" fmla="*/ 6611 h 10000"/>
                <a:gd name="connsiteX153" fmla="*/ 4516 w 9971"/>
                <a:gd name="connsiteY153" fmla="*/ 6643 h 10000"/>
                <a:gd name="connsiteX154" fmla="*/ 4546 w 9971"/>
                <a:gd name="connsiteY154" fmla="*/ 6586 h 10000"/>
                <a:gd name="connsiteX155" fmla="*/ 4575 w 9971"/>
                <a:gd name="connsiteY155" fmla="*/ 6497 h 10000"/>
                <a:gd name="connsiteX156" fmla="*/ 4604 w 9971"/>
                <a:gd name="connsiteY156" fmla="*/ 6439 h 10000"/>
                <a:gd name="connsiteX157" fmla="*/ 4634 w 9971"/>
                <a:gd name="connsiteY157" fmla="*/ 6497 h 10000"/>
                <a:gd name="connsiteX158" fmla="*/ 4664 w 9971"/>
                <a:gd name="connsiteY158" fmla="*/ 6414 h 10000"/>
                <a:gd name="connsiteX159" fmla="*/ 4693 w 9971"/>
                <a:gd name="connsiteY159" fmla="*/ 6389 h 10000"/>
                <a:gd name="connsiteX160" fmla="*/ 4722 w 9971"/>
                <a:gd name="connsiteY160" fmla="*/ 6299 h 10000"/>
                <a:gd name="connsiteX161" fmla="*/ 4752 w 9971"/>
                <a:gd name="connsiteY161" fmla="*/ 6299 h 10000"/>
                <a:gd name="connsiteX162" fmla="*/ 4783 w 9971"/>
                <a:gd name="connsiteY162" fmla="*/ 6299 h 10000"/>
                <a:gd name="connsiteX163" fmla="*/ 4812 w 9971"/>
                <a:gd name="connsiteY163" fmla="*/ 6159 h 10000"/>
                <a:gd name="connsiteX164" fmla="*/ 4838 w 9971"/>
                <a:gd name="connsiteY164" fmla="*/ 6191 h 10000"/>
                <a:gd name="connsiteX165" fmla="*/ 4867 w 9971"/>
                <a:gd name="connsiteY165" fmla="*/ 6127 h 10000"/>
                <a:gd name="connsiteX166" fmla="*/ 4897 w 9971"/>
                <a:gd name="connsiteY166" fmla="*/ 6191 h 10000"/>
                <a:gd name="connsiteX167" fmla="*/ 4927 w 9971"/>
                <a:gd name="connsiteY167" fmla="*/ 6076 h 10000"/>
                <a:gd name="connsiteX168" fmla="*/ 4956 w 9971"/>
                <a:gd name="connsiteY168" fmla="*/ 6045 h 10000"/>
                <a:gd name="connsiteX169" fmla="*/ 4985 w 9971"/>
                <a:gd name="connsiteY169" fmla="*/ 6045 h 10000"/>
                <a:gd name="connsiteX170" fmla="*/ 5015 w 9971"/>
                <a:gd name="connsiteY170" fmla="*/ 6076 h 10000"/>
                <a:gd name="connsiteX171" fmla="*/ 5045 w 9971"/>
                <a:gd name="connsiteY171" fmla="*/ 5987 h 10000"/>
                <a:gd name="connsiteX172" fmla="*/ 5075 w 9971"/>
                <a:gd name="connsiteY172" fmla="*/ 5987 h 10000"/>
                <a:gd name="connsiteX173" fmla="*/ 5103 w 9971"/>
                <a:gd name="connsiteY173" fmla="*/ 5987 h 10000"/>
                <a:gd name="connsiteX174" fmla="*/ 5133 w 9971"/>
                <a:gd name="connsiteY174" fmla="*/ 6076 h 10000"/>
                <a:gd name="connsiteX175" fmla="*/ 5164 w 9971"/>
                <a:gd name="connsiteY175" fmla="*/ 6045 h 10000"/>
                <a:gd name="connsiteX176" fmla="*/ 5194 w 9971"/>
                <a:gd name="connsiteY176" fmla="*/ 5987 h 10000"/>
                <a:gd name="connsiteX177" fmla="*/ 5223 w 9971"/>
                <a:gd name="connsiteY177" fmla="*/ 6045 h 10000"/>
                <a:gd name="connsiteX178" fmla="*/ 5252 w 9971"/>
                <a:gd name="connsiteY178" fmla="*/ 6191 h 10000"/>
                <a:gd name="connsiteX179" fmla="*/ 5282 w 9971"/>
                <a:gd name="connsiteY179" fmla="*/ 6159 h 10000"/>
                <a:gd name="connsiteX180" fmla="*/ 5312 w 9971"/>
                <a:gd name="connsiteY180" fmla="*/ 6102 h 10000"/>
                <a:gd name="connsiteX181" fmla="*/ 5341 w 9971"/>
                <a:gd name="connsiteY181" fmla="*/ 6127 h 10000"/>
                <a:gd name="connsiteX182" fmla="*/ 5370 w 9971"/>
                <a:gd name="connsiteY182" fmla="*/ 6159 h 10000"/>
                <a:gd name="connsiteX183" fmla="*/ 5400 w 9971"/>
                <a:gd name="connsiteY183" fmla="*/ 6191 h 10000"/>
                <a:gd name="connsiteX184" fmla="*/ 5430 w 9971"/>
                <a:gd name="connsiteY184" fmla="*/ 6102 h 10000"/>
                <a:gd name="connsiteX185" fmla="*/ 5459 w 9971"/>
                <a:gd name="connsiteY185" fmla="*/ 6102 h 10000"/>
                <a:gd name="connsiteX186" fmla="*/ 5488 w 9971"/>
                <a:gd name="connsiteY186" fmla="*/ 6127 h 10000"/>
                <a:gd name="connsiteX187" fmla="*/ 5518 w 9971"/>
                <a:gd name="connsiteY187" fmla="*/ 6127 h 10000"/>
                <a:gd name="connsiteX188" fmla="*/ 5549 w 9971"/>
                <a:gd name="connsiteY188" fmla="*/ 6019 h 10000"/>
                <a:gd name="connsiteX189" fmla="*/ 5579 w 9971"/>
                <a:gd name="connsiteY189" fmla="*/ 5962 h 10000"/>
                <a:gd name="connsiteX190" fmla="*/ 5608 w 9971"/>
                <a:gd name="connsiteY190" fmla="*/ 5987 h 10000"/>
                <a:gd name="connsiteX191" fmla="*/ 5637 w 9971"/>
                <a:gd name="connsiteY191" fmla="*/ 5987 h 10000"/>
                <a:gd name="connsiteX192" fmla="*/ 5667 w 9971"/>
                <a:gd name="connsiteY192" fmla="*/ 5936 h 10000"/>
                <a:gd name="connsiteX193" fmla="*/ 5692 w 9971"/>
                <a:gd name="connsiteY193" fmla="*/ 5879 h 10000"/>
                <a:gd name="connsiteX194" fmla="*/ 5722 w 9971"/>
                <a:gd name="connsiteY194" fmla="*/ 5904 h 10000"/>
                <a:gd name="connsiteX195" fmla="*/ 5752 w 9971"/>
                <a:gd name="connsiteY195" fmla="*/ 5962 h 10000"/>
                <a:gd name="connsiteX196" fmla="*/ 5782 w 9971"/>
                <a:gd name="connsiteY196" fmla="*/ 5936 h 10000"/>
                <a:gd name="connsiteX197" fmla="*/ 5811 w 9971"/>
                <a:gd name="connsiteY197" fmla="*/ 5987 h 10000"/>
                <a:gd name="connsiteX198" fmla="*/ 5840 w 9971"/>
                <a:gd name="connsiteY198" fmla="*/ 5987 h 10000"/>
                <a:gd name="connsiteX199" fmla="*/ 5870 w 9971"/>
                <a:gd name="connsiteY199" fmla="*/ 6076 h 10000"/>
                <a:gd name="connsiteX200" fmla="*/ 5900 w 9971"/>
                <a:gd name="connsiteY200" fmla="*/ 6076 h 10000"/>
                <a:gd name="connsiteX201" fmla="*/ 5929 w 9971"/>
                <a:gd name="connsiteY201" fmla="*/ 6045 h 10000"/>
                <a:gd name="connsiteX202" fmla="*/ 5959 w 9971"/>
                <a:gd name="connsiteY202" fmla="*/ 6045 h 10000"/>
                <a:gd name="connsiteX203" fmla="*/ 5989 w 9971"/>
                <a:gd name="connsiteY203" fmla="*/ 6127 h 10000"/>
                <a:gd name="connsiteX204" fmla="*/ 6019 w 9971"/>
                <a:gd name="connsiteY204" fmla="*/ 6102 h 10000"/>
                <a:gd name="connsiteX205" fmla="*/ 6048 w 9971"/>
                <a:gd name="connsiteY205" fmla="*/ 6102 h 10000"/>
                <a:gd name="connsiteX206" fmla="*/ 6077 w 9971"/>
                <a:gd name="connsiteY206" fmla="*/ 6102 h 10000"/>
                <a:gd name="connsiteX207" fmla="*/ 6107 w 9971"/>
                <a:gd name="connsiteY207" fmla="*/ 6127 h 10000"/>
                <a:gd name="connsiteX208" fmla="*/ 6137 w 9971"/>
                <a:gd name="connsiteY208" fmla="*/ 6127 h 10000"/>
                <a:gd name="connsiteX209" fmla="*/ 6166 w 9971"/>
                <a:gd name="connsiteY209" fmla="*/ 6102 h 10000"/>
                <a:gd name="connsiteX210" fmla="*/ 6195 w 9971"/>
                <a:gd name="connsiteY210" fmla="*/ 6159 h 10000"/>
                <a:gd name="connsiteX211" fmla="*/ 6225 w 9971"/>
                <a:gd name="connsiteY211" fmla="*/ 6191 h 10000"/>
                <a:gd name="connsiteX212" fmla="*/ 6255 w 9971"/>
                <a:gd name="connsiteY212" fmla="*/ 6191 h 10000"/>
                <a:gd name="connsiteX213" fmla="*/ 6285 w 9971"/>
                <a:gd name="connsiteY213" fmla="*/ 6159 h 10000"/>
                <a:gd name="connsiteX214" fmla="*/ 6314 w 9971"/>
                <a:gd name="connsiteY214" fmla="*/ 6191 h 10000"/>
                <a:gd name="connsiteX215" fmla="*/ 6344 w 9971"/>
                <a:gd name="connsiteY215" fmla="*/ 6274 h 10000"/>
                <a:gd name="connsiteX216" fmla="*/ 6374 w 9971"/>
                <a:gd name="connsiteY216" fmla="*/ 6299 h 10000"/>
                <a:gd name="connsiteX217" fmla="*/ 6404 w 9971"/>
                <a:gd name="connsiteY217" fmla="*/ 6274 h 10000"/>
                <a:gd name="connsiteX218" fmla="*/ 6433 w 9971"/>
                <a:gd name="connsiteY218" fmla="*/ 6248 h 10000"/>
                <a:gd name="connsiteX219" fmla="*/ 6462 w 9971"/>
                <a:gd name="connsiteY219" fmla="*/ 6299 h 10000"/>
                <a:gd name="connsiteX220" fmla="*/ 6492 w 9971"/>
                <a:gd name="connsiteY220" fmla="*/ 6274 h 10000"/>
                <a:gd name="connsiteX221" fmla="*/ 6522 w 9971"/>
                <a:gd name="connsiteY221" fmla="*/ 6274 h 10000"/>
                <a:gd name="connsiteX222" fmla="*/ 6548 w 9971"/>
                <a:gd name="connsiteY222" fmla="*/ 6248 h 10000"/>
                <a:gd name="connsiteX223" fmla="*/ 6577 w 9971"/>
                <a:gd name="connsiteY223" fmla="*/ 6248 h 10000"/>
                <a:gd name="connsiteX224" fmla="*/ 6606 w 9971"/>
                <a:gd name="connsiteY224" fmla="*/ 6331 h 10000"/>
                <a:gd name="connsiteX225" fmla="*/ 6636 w 9971"/>
                <a:gd name="connsiteY225" fmla="*/ 6357 h 10000"/>
                <a:gd name="connsiteX226" fmla="*/ 6666 w 9971"/>
                <a:gd name="connsiteY226" fmla="*/ 6274 h 10000"/>
                <a:gd name="connsiteX227" fmla="*/ 6695 w 9971"/>
                <a:gd name="connsiteY227" fmla="*/ 6414 h 10000"/>
                <a:gd name="connsiteX228" fmla="*/ 6725 w 9971"/>
                <a:gd name="connsiteY228" fmla="*/ 6414 h 10000"/>
                <a:gd name="connsiteX229" fmla="*/ 6755 w 9971"/>
                <a:gd name="connsiteY229" fmla="*/ 6274 h 10000"/>
                <a:gd name="connsiteX230" fmla="*/ 6789 w 9971"/>
                <a:gd name="connsiteY230" fmla="*/ 6191 h 10000"/>
                <a:gd name="connsiteX231" fmla="*/ 6818 w 9971"/>
                <a:gd name="connsiteY231" fmla="*/ 6191 h 10000"/>
                <a:gd name="connsiteX232" fmla="*/ 6844 w 9971"/>
                <a:gd name="connsiteY232" fmla="*/ 6248 h 10000"/>
                <a:gd name="connsiteX233" fmla="*/ 6873 w 9971"/>
                <a:gd name="connsiteY233" fmla="*/ 6248 h 10000"/>
                <a:gd name="connsiteX234" fmla="*/ 6903 w 9971"/>
                <a:gd name="connsiteY234" fmla="*/ 6217 h 10000"/>
                <a:gd name="connsiteX235" fmla="*/ 6933 w 9971"/>
                <a:gd name="connsiteY235" fmla="*/ 6127 h 10000"/>
                <a:gd name="connsiteX236" fmla="*/ 6962 w 9971"/>
                <a:gd name="connsiteY236" fmla="*/ 6127 h 10000"/>
                <a:gd name="connsiteX237" fmla="*/ 6991 w 9971"/>
                <a:gd name="connsiteY237" fmla="*/ 6102 h 10000"/>
                <a:gd name="connsiteX238" fmla="*/ 7021 w 9971"/>
                <a:gd name="connsiteY238" fmla="*/ 6045 h 10000"/>
                <a:gd name="connsiteX239" fmla="*/ 7051 w 9971"/>
                <a:gd name="connsiteY239" fmla="*/ 6045 h 10000"/>
                <a:gd name="connsiteX240" fmla="*/ 7080 w 9971"/>
                <a:gd name="connsiteY240" fmla="*/ 6127 h 10000"/>
                <a:gd name="connsiteX241" fmla="*/ 7110 w 9971"/>
                <a:gd name="connsiteY241" fmla="*/ 6102 h 10000"/>
                <a:gd name="connsiteX242" fmla="*/ 7140 w 9971"/>
                <a:gd name="connsiteY242" fmla="*/ 6076 h 10000"/>
                <a:gd name="connsiteX243" fmla="*/ 7170 w 9971"/>
                <a:gd name="connsiteY243" fmla="*/ 6045 h 10000"/>
                <a:gd name="connsiteX244" fmla="*/ 7199 w 9971"/>
                <a:gd name="connsiteY244" fmla="*/ 6127 h 10000"/>
                <a:gd name="connsiteX245" fmla="*/ 7228 w 9971"/>
                <a:gd name="connsiteY245" fmla="*/ 6248 h 10000"/>
                <a:gd name="connsiteX246" fmla="*/ 7258 w 9971"/>
                <a:gd name="connsiteY246" fmla="*/ 6248 h 10000"/>
                <a:gd name="connsiteX247" fmla="*/ 7288 w 9971"/>
                <a:gd name="connsiteY247" fmla="*/ 6274 h 10000"/>
                <a:gd name="connsiteX248" fmla="*/ 7317 w 9971"/>
                <a:gd name="connsiteY248" fmla="*/ 6357 h 10000"/>
                <a:gd name="connsiteX249" fmla="*/ 7347 w 9971"/>
                <a:gd name="connsiteY249" fmla="*/ 6389 h 10000"/>
                <a:gd name="connsiteX250" fmla="*/ 7376 w 9971"/>
                <a:gd name="connsiteY250" fmla="*/ 6274 h 10000"/>
                <a:gd name="connsiteX251" fmla="*/ 7406 w 9971"/>
                <a:gd name="connsiteY251" fmla="*/ 6299 h 10000"/>
                <a:gd name="connsiteX252" fmla="*/ 7436 w 9971"/>
                <a:gd name="connsiteY252" fmla="*/ 6299 h 10000"/>
                <a:gd name="connsiteX253" fmla="*/ 7465 w 9971"/>
                <a:gd name="connsiteY253" fmla="*/ 6389 h 10000"/>
                <a:gd name="connsiteX254" fmla="*/ 7495 w 9971"/>
                <a:gd name="connsiteY254" fmla="*/ 6357 h 10000"/>
                <a:gd name="connsiteX255" fmla="*/ 7525 w 9971"/>
                <a:gd name="connsiteY255" fmla="*/ 6331 h 10000"/>
                <a:gd name="connsiteX256" fmla="*/ 7555 w 9971"/>
                <a:gd name="connsiteY256" fmla="*/ 6357 h 10000"/>
                <a:gd name="connsiteX257" fmla="*/ 7584 w 9971"/>
                <a:gd name="connsiteY257" fmla="*/ 6439 h 10000"/>
                <a:gd name="connsiteX258" fmla="*/ 7613 w 9971"/>
                <a:gd name="connsiteY258" fmla="*/ 6389 h 10000"/>
                <a:gd name="connsiteX259" fmla="*/ 7643 w 9971"/>
                <a:gd name="connsiteY259" fmla="*/ 6414 h 10000"/>
                <a:gd name="connsiteX260" fmla="*/ 7673 w 9971"/>
                <a:gd name="connsiteY260" fmla="*/ 6299 h 10000"/>
                <a:gd name="connsiteX261" fmla="*/ 7698 w 9971"/>
                <a:gd name="connsiteY261" fmla="*/ 6331 h 10000"/>
                <a:gd name="connsiteX262" fmla="*/ 7728 w 9971"/>
                <a:gd name="connsiteY262" fmla="*/ 6389 h 10000"/>
                <a:gd name="connsiteX263" fmla="*/ 7758 w 9971"/>
                <a:gd name="connsiteY263" fmla="*/ 6331 h 10000"/>
                <a:gd name="connsiteX264" fmla="*/ 7787 w 9971"/>
                <a:gd name="connsiteY264" fmla="*/ 6299 h 10000"/>
                <a:gd name="connsiteX265" fmla="*/ 7816 w 9971"/>
                <a:gd name="connsiteY265" fmla="*/ 6414 h 10000"/>
                <a:gd name="connsiteX266" fmla="*/ 7846 w 9971"/>
                <a:gd name="connsiteY266" fmla="*/ 6389 h 10000"/>
                <a:gd name="connsiteX267" fmla="*/ 7877 w 9971"/>
                <a:gd name="connsiteY267" fmla="*/ 6331 h 10000"/>
                <a:gd name="connsiteX268" fmla="*/ 7907 w 9971"/>
                <a:gd name="connsiteY268" fmla="*/ 6331 h 10000"/>
                <a:gd name="connsiteX269" fmla="*/ 7935 w 9971"/>
                <a:gd name="connsiteY269" fmla="*/ 6389 h 10000"/>
                <a:gd name="connsiteX270" fmla="*/ 7965 w 9971"/>
                <a:gd name="connsiteY270" fmla="*/ 6357 h 10000"/>
                <a:gd name="connsiteX271" fmla="*/ 7995 w 9971"/>
                <a:gd name="connsiteY271" fmla="*/ 6357 h 10000"/>
                <a:gd name="connsiteX272" fmla="*/ 8025 w 9971"/>
                <a:gd name="connsiteY272" fmla="*/ 6299 h 10000"/>
                <a:gd name="connsiteX273" fmla="*/ 8053 w 9971"/>
                <a:gd name="connsiteY273" fmla="*/ 6389 h 10000"/>
                <a:gd name="connsiteX274" fmla="*/ 8083 w 9971"/>
                <a:gd name="connsiteY274" fmla="*/ 6414 h 10000"/>
                <a:gd name="connsiteX275" fmla="*/ 8113 w 9971"/>
                <a:gd name="connsiteY275" fmla="*/ 6331 h 10000"/>
                <a:gd name="connsiteX276" fmla="*/ 8143 w 9971"/>
                <a:gd name="connsiteY276" fmla="*/ 6274 h 10000"/>
                <a:gd name="connsiteX277" fmla="*/ 8172 w 9971"/>
                <a:gd name="connsiteY277" fmla="*/ 6389 h 10000"/>
                <a:gd name="connsiteX278" fmla="*/ 8201 w 9971"/>
                <a:gd name="connsiteY278" fmla="*/ 6497 h 10000"/>
                <a:gd name="connsiteX279" fmla="*/ 8231 w 9971"/>
                <a:gd name="connsiteY279" fmla="*/ 6471 h 10000"/>
                <a:gd name="connsiteX280" fmla="*/ 8262 w 9971"/>
                <a:gd name="connsiteY280" fmla="*/ 6357 h 10000"/>
                <a:gd name="connsiteX281" fmla="*/ 8291 w 9971"/>
                <a:gd name="connsiteY281" fmla="*/ 6389 h 10000"/>
                <a:gd name="connsiteX282" fmla="*/ 8320 w 9971"/>
                <a:gd name="connsiteY282" fmla="*/ 6439 h 10000"/>
                <a:gd name="connsiteX283" fmla="*/ 8350 w 9971"/>
                <a:gd name="connsiteY283" fmla="*/ 6414 h 10000"/>
                <a:gd name="connsiteX284" fmla="*/ 8380 w 9971"/>
                <a:gd name="connsiteY284" fmla="*/ 6357 h 10000"/>
                <a:gd name="connsiteX285" fmla="*/ 8410 w 9971"/>
                <a:gd name="connsiteY285" fmla="*/ 6357 h 10000"/>
                <a:gd name="connsiteX286" fmla="*/ 8438 w 9971"/>
                <a:gd name="connsiteY286" fmla="*/ 6414 h 10000"/>
                <a:gd name="connsiteX287" fmla="*/ 8468 w 9971"/>
                <a:gd name="connsiteY287" fmla="*/ 6414 h 10000"/>
                <a:gd name="connsiteX288" fmla="*/ 8498 w 9971"/>
                <a:gd name="connsiteY288" fmla="*/ 6331 h 10000"/>
                <a:gd name="connsiteX289" fmla="*/ 8528 w 9971"/>
                <a:gd name="connsiteY289" fmla="*/ 6414 h 10000"/>
                <a:gd name="connsiteX290" fmla="*/ 8553 w 9971"/>
                <a:gd name="connsiteY290" fmla="*/ 6414 h 10000"/>
                <a:gd name="connsiteX291" fmla="*/ 8583 w 9971"/>
                <a:gd name="connsiteY291" fmla="*/ 6471 h 10000"/>
                <a:gd name="connsiteX292" fmla="*/ 8612 w 9971"/>
                <a:gd name="connsiteY292" fmla="*/ 6389 h 10000"/>
                <a:gd name="connsiteX293" fmla="*/ 8643 w 9971"/>
                <a:gd name="connsiteY293" fmla="*/ 6357 h 10000"/>
                <a:gd name="connsiteX294" fmla="*/ 8672 w 9971"/>
                <a:gd name="connsiteY294" fmla="*/ 6414 h 10000"/>
                <a:gd name="connsiteX295" fmla="*/ 8702 w 9971"/>
                <a:gd name="connsiteY295" fmla="*/ 6471 h 10000"/>
                <a:gd name="connsiteX296" fmla="*/ 8731 w 9971"/>
                <a:gd name="connsiteY296" fmla="*/ 6414 h 10000"/>
                <a:gd name="connsiteX297" fmla="*/ 8761 w 9971"/>
                <a:gd name="connsiteY297" fmla="*/ 6357 h 10000"/>
                <a:gd name="connsiteX298" fmla="*/ 8791 w 9971"/>
                <a:gd name="connsiteY298" fmla="*/ 6414 h 10000"/>
                <a:gd name="connsiteX299" fmla="*/ 8820 w 9971"/>
                <a:gd name="connsiteY299" fmla="*/ 6497 h 10000"/>
                <a:gd name="connsiteX300" fmla="*/ 8849 w 9971"/>
                <a:gd name="connsiteY300" fmla="*/ 6414 h 10000"/>
                <a:gd name="connsiteX301" fmla="*/ 8879 w 9971"/>
                <a:gd name="connsiteY301" fmla="*/ 6357 h 10000"/>
                <a:gd name="connsiteX302" fmla="*/ 8909 w 9971"/>
                <a:gd name="connsiteY302" fmla="*/ 6389 h 10000"/>
                <a:gd name="connsiteX303" fmla="*/ 8938 w 9971"/>
                <a:gd name="connsiteY303" fmla="*/ 6414 h 10000"/>
                <a:gd name="connsiteX304" fmla="*/ 8968 w 9971"/>
                <a:gd name="connsiteY304" fmla="*/ 6357 h 10000"/>
                <a:gd name="connsiteX305" fmla="*/ 8997 w 9971"/>
                <a:gd name="connsiteY305" fmla="*/ 6331 h 10000"/>
                <a:gd name="connsiteX306" fmla="*/ 9028 w 9971"/>
                <a:gd name="connsiteY306" fmla="*/ 6299 h 10000"/>
                <a:gd name="connsiteX307" fmla="*/ 9057 w 9971"/>
                <a:gd name="connsiteY307" fmla="*/ 6357 h 10000"/>
                <a:gd name="connsiteX308" fmla="*/ 9087 w 9971"/>
                <a:gd name="connsiteY308" fmla="*/ 6357 h 10000"/>
                <a:gd name="connsiteX309" fmla="*/ 9116 w 9971"/>
                <a:gd name="connsiteY309" fmla="*/ 6357 h 10000"/>
                <a:gd name="connsiteX310" fmla="*/ 9146 w 9971"/>
                <a:gd name="connsiteY310" fmla="*/ 6299 h 10000"/>
                <a:gd name="connsiteX311" fmla="*/ 9175 w 9971"/>
                <a:gd name="connsiteY311" fmla="*/ 6331 h 10000"/>
                <a:gd name="connsiteX312" fmla="*/ 9205 w 9971"/>
                <a:gd name="connsiteY312" fmla="*/ 6331 h 10000"/>
                <a:gd name="connsiteX313" fmla="*/ 9234 w 9971"/>
                <a:gd name="connsiteY313" fmla="*/ 6248 h 10000"/>
                <a:gd name="connsiteX314" fmla="*/ 9264 w 9971"/>
                <a:gd name="connsiteY314" fmla="*/ 6217 h 10000"/>
                <a:gd name="connsiteX315" fmla="*/ 9294 w 9971"/>
                <a:gd name="connsiteY315" fmla="*/ 6248 h 10000"/>
                <a:gd name="connsiteX316" fmla="*/ 9323 w 9971"/>
                <a:gd name="connsiteY316" fmla="*/ 6299 h 10000"/>
                <a:gd name="connsiteX317" fmla="*/ 9352 w 9971"/>
                <a:gd name="connsiteY317" fmla="*/ 6217 h 10000"/>
                <a:gd name="connsiteX318" fmla="*/ 9382 w 9971"/>
                <a:gd name="connsiteY318" fmla="*/ 6159 h 10000"/>
                <a:gd name="connsiteX319" fmla="*/ 9408 w 9971"/>
                <a:gd name="connsiteY319" fmla="*/ 6191 h 10000"/>
                <a:gd name="connsiteX320" fmla="*/ 9438 w 9971"/>
                <a:gd name="connsiteY320" fmla="*/ 6217 h 10000"/>
                <a:gd name="connsiteX321" fmla="*/ 9468 w 9971"/>
                <a:gd name="connsiteY321" fmla="*/ 6191 h 10000"/>
                <a:gd name="connsiteX322" fmla="*/ 9498 w 9971"/>
                <a:gd name="connsiteY322" fmla="*/ 6102 h 10000"/>
                <a:gd name="connsiteX323" fmla="*/ 9528 w 9971"/>
                <a:gd name="connsiteY323" fmla="*/ 6159 h 10000"/>
                <a:gd name="connsiteX324" fmla="*/ 9556 w 9971"/>
                <a:gd name="connsiteY324" fmla="*/ 6191 h 10000"/>
                <a:gd name="connsiteX325" fmla="*/ 9586 w 9971"/>
                <a:gd name="connsiteY325" fmla="*/ 6102 h 10000"/>
                <a:gd name="connsiteX326" fmla="*/ 9616 w 9971"/>
                <a:gd name="connsiteY326" fmla="*/ 6019 h 10000"/>
                <a:gd name="connsiteX327" fmla="*/ 9646 w 9971"/>
                <a:gd name="connsiteY327" fmla="*/ 5962 h 10000"/>
                <a:gd name="connsiteX328" fmla="*/ 9674 w 9971"/>
                <a:gd name="connsiteY328" fmla="*/ 5879 h 10000"/>
                <a:gd name="connsiteX329" fmla="*/ 9704 w 9971"/>
                <a:gd name="connsiteY329" fmla="*/ 5567 h 10000"/>
                <a:gd name="connsiteX330" fmla="*/ 9734 w 9971"/>
                <a:gd name="connsiteY330" fmla="*/ 5000 h 10000"/>
                <a:gd name="connsiteX331" fmla="*/ 9764 w 9971"/>
                <a:gd name="connsiteY331" fmla="*/ 3420 h 10000"/>
                <a:gd name="connsiteX332" fmla="*/ 9793 w 9971"/>
                <a:gd name="connsiteY332" fmla="*/ 567 h 10000"/>
                <a:gd name="connsiteX333" fmla="*/ 9823 w 9971"/>
                <a:gd name="connsiteY333" fmla="*/ 0 h 10000"/>
                <a:gd name="connsiteX334" fmla="*/ 9853 w 9971"/>
                <a:gd name="connsiteY334" fmla="*/ 427 h 10000"/>
                <a:gd name="connsiteX335" fmla="*/ 9883 w 9971"/>
                <a:gd name="connsiteY335" fmla="*/ 3618 h 10000"/>
                <a:gd name="connsiteX336" fmla="*/ 9911 w 9971"/>
                <a:gd name="connsiteY336" fmla="*/ 3650 h 10000"/>
                <a:gd name="connsiteX337" fmla="*/ 9941 w 9971"/>
                <a:gd name="connsiteY337" fmla="*/ 3510 h 10000"/>
                <a:gd name="connsiteX338" fmla="*/ 9971 w 9971"/>
                <a:gd name="connsiteY338" fmla="*/ 3363 h 10000"/>
                <a:gd name="connsiteX0" fmla="*/ 0 w 9970"/>
                <a:gd name="connsiteY0" fmla="*/ 5057 h 10000"/>
                <a:gd name="connsiteX1" fmla="*/ 29 w 9970"/>
                <a:gd name="connsiteY1" fmla="*/ 5510 h 10000"/>
                <a:gd name="connsiteX2" fmla="*/ 63 w 9970"/>
                <a:gd name="connsiteY2" fmla="*/ 6274 h 10000"/>
                <a:gd name="connsiteX3" fmla="*/ 92 w 9970"/>
                <a:gd name="connsiteY3" fmla="*/ 7006 h 10000"/>
                <a:gd name="connsiteX4" fmla="*/ 121 w 9970"/>
                <a:gd name="connsiteY4" fmla="*/ 7178 h 10000"/>
                <a:gd name="connsiteX5" fmla="*/ 153 w 9970"/>
                <a:gd name="connsiteY5" fmla="*/ 6892 h 10000"/>
                <a:gd name="connsiteX6" fmla="*/ 183 w 9970"/>
                <a:gd name="connsiteY6" fmla="*/ 6726 h 10000"/>
                <a:gd name="connsiteX7" fmla="*/ 213 w 9970"/>
                <a:gd name="connsiteY7" fmla="*/ 6783 h 10000"/>
                <a:gd name="connsiteX8" fmla="*/ 238 w 9970"/>
                <a:gd name="connsiteY8" fmla="*/ 6809 h 10000"/>
                <a:gd name="connsiteX9" fmla="*/ 268 w 9970"/>
                <a:gd name="connsiteY9" fmla="*/ 7038 h 10000"/>
                <a:gd name="connsiteX10" fmla="*/ 297 w 9970"/>
                <a:gd name="connsiteY10" fmla="*/ 7178 h 10000"/>
                <a:gd name="connsiteX11" fmla="*/ 327 w 9970"/>
                <a:gd name="connsiteY11" fmla="*/ 7121 h 10000"/>
                <a:gd name="connsiteX12" fmla="*/ 356 w 9970"/>
                <a:gd name="connsiteY12" fmla="*/ 6949 h 10000"/>
                <a:gd name="connsiteX13" fmla="*/ 386 w 9970"/>
                <a:gd name="connsiteY13" fmla="*/ 6866 h 10000"/>
                <a:gd name="connsiteX14" fmla="*/ 415 w 9970"/>
                <a:gd name="connsiteY14" fmla="*/ 6694 h 10000"/>
                <a:gd name="connsiteX15" fmla="*/ 445 w 9970"/>
                <a:gd name="connsiteY15" fmla="*/ 6611 h 10000"/>
                <a:gd name="connsiteX16" fmla="*/ 474 w 9970"/>
                <a:gd name="connsiteY16" fmla="*/ 6529 h 10000"/>
                <a:gd name="connsiteX17" fmla="*/ 505 w 9970"/>
                <a:gd name="connsiteY17" fmla="*/ 6497 h 10000"/>
                <a:gd name="connsiteX18" fmla="*/ 535 w 9970"/>
                <a:gd name="connsiteY18" fmla="*/ 6554 h 10000"/>
                <a:gd name="connsiteX19" fmla="*/ 565 w 9970"/>
                <a:gd name="connsiteY19" fmla="*/ 6752 h 10000"/>
                <a:gd name="connsiteX20" fmla="*/ 594 w 9970"/>
                <a:gd name="connsiteY20" fmla="*/ 6783 h 10000"/>
                <a:gd name="connsiteX21" fmla="*/ 624 w 9970"/>
                <a:gd name="connsiteY21" fmla="*/ 6834 h 10000"/>
                <a:gd name="connsiteX22" fmla="*/ 653 w 9970"/>
                <a:gd name="connsiteY22" fmla="*/ 6694 h 10000"/>
                <a:gd name="connsiteX23" fmla="*/ 683 w 9970"/>
                <a:gd name="connsiteY23" fmla="*/ 6643 h 10000"/>
                <a:gd name="connsiteX24" fmla="*/ 713 w 9970"/>
                <a:gd name="connsiteY24" fmla="*/ 6586 h 10000"/>
                <a:gd name="connsiteX25" fmla="*/ 742 w 9970"/>
                <a:gd name="connsiteY25" fmla="*/ 6643 h 10000"/>
                <a:gd name="connsiteX26" fmla="*/ 772 w 9970"/>
                <a:gd name="connsiteY26" fmla="*/ 6892 h 10000"/>
                <a:gd name="connsiteX27" fmla="*/ 801 w 9970"/>
                <a:gd name="connsiteY27" fmla="*/ 6981 h 10000"/>
                <a:gd name="connsiteX28" fmla="*/ 831 w 9970"/>
                <a:gd name="connsiteY28" fmla="*/ 6892 h 10000"/>
                <a:gd name="connsiteX29" fmla="*/ 861 w 9970"/>
                <a:gd name="connsiteY29" fmla="*/ 6752 h 10000"/>
                <a:gd name="connsiteX30" fmla="*/ 891 w 9970"/>
                <a:gd name="connsiteY30" fmla="*/ 6669 h 10000"/>
                <a:gd name="connsiteX31" fmla="*/ 921 w 9970"/>
                <a:gd name="connsiteY31" fmla="*/ 6726 h 10000"/>
                <a:gd name="connsiteX32" fmla="*/ 951 w 9970"/>
                <a:gd name="connsiteY32" fmla="*/ 6694 h 10000"/>
                <a:gd name="connsiteX33" fmla="*/ 980 w 9970"/>
                <a:gd name="connsiteY33" fmla="*/ 6669 h 10000"/>
                <a:gd name="connsiteX34" fmla="*/ 1010 w 9970"/>
                <a:gd name="connsiteY34" fmla="*/ 6643 h 10000"/>
                <a:gd name="connsiteX35" fmla="*/ 1039 w 9970"/>
                <a:gd name="connsiteY35" fmla="*/ 6866 h 10000"/>
                <a:gd name="connsiteX36" fmla="*/ 1069 w 9970"/>
                <a:gd name="connsiteY36" fmla="*/ 6924 h 10000"/>
                <a:gd name="connsiteX37" fmla="*/ 1094 w 9970"/>
                <a:gd name="connsiteY37" fmla="*/ 6834 h 10000"/>
                <a:gd name="connsiteX38" fmla="*/ 1124 w 9970"/>
                <a:gd name="connsiteY38" fmla="*/ 6924 h 10000"/>
                <a:gd name="connsiteX39" fmla="*/ 1154 w 9970"/>
                <a:gd name="connsiteY39" fmla="*/ 6949 h 10000"/>
                <a:gd name="connsiteX40" fmla="*/ 1185 w 9970"/>
                <a:gd name="connsiteY40" fmla="*/ 7064 h 10000"/>
                <a:gd name="connsiteX41" fmla="*/ 1213 w 9970"/>
                <a:gd name="connsiteY41" fmla="*/ 7006 h 10000"/>
                <a:gd name="connsiteX42" fmla="*/ 1243 w 9970"/>
                <a:gd name="connsiteY42" fmla="*/ 7038 h 10000"/>
                <a:gd name="connsiteX43" fmla="*/ 1273 w 9970"/>
                <a:gd name="connsiteY43" fmla="*/ 7121 h 10000"/>
                <a:gd name="connsiteX44" fmla="*/ 1304 w 9970"/>
                <a:gd name="connsiteY44" fmla="*/ 7089 h 10000"/>
                <a:gd name="connsiteX45" fmla="*/ 1334 w 9970"/>
                <a:gd name="connsiteY45" fmla="*/ 6834 h 10000"/>
                <a:gd name="connsiteX46" fmla="*/ 1362 w 9970"/>
                <a:gd name="connsiteY46" fmla="*/ 6726 h 10000"/>
                <a:gd name="connsiteX47" fmla="*/ 1392 w 9970"/>
                <a:gd name="connsiteY47" fmla="*/ 6752 h 10000"/>
                <a:gd name="connsiteX48" fmla="*/ 1422 w 9970"/>
                <a:gd name="connsiteY48" fmla="*/ 6783 h 10000"/>
                <a:gd name="connsiteX49" fmla="*/ 1452 w 9970"/>
                <a:gd name="connsiteY49" fmla="*/ 6834 h 10000"/>
                <a:gd name="connsiteX50" fmla="*/ 1480 w 9970"/>
                <a:gd name="connsiteY50" fmla="*/ 6694 h 10000"/>
                <a:gd name="connsiteX51" fmla="*/ 1510 w 9970"/>
                <a:gd name="connsiteY51" fmla="*/ 6643 h 10000"/>
                <a:gd name="connsiteX52" fmla="*/ 1541 w 9970"/>
                <a:gd name="connsiteY52" fmla="*/ 6669 h 10000"/>
                <a:gd name="connsiteX53" fmla="*/ 1571 w 9970"/>
                <a:gd name="connsiteY53" fmla="*/ 6694 h 10000"/>
                <a:gd name="connsiteX54" fmla="*/ 1599 w 9970"/>
                <a:gd name="connsiteY54" fmla="*/ 6586 h 10000"/>
                <a:gd name="connsiteX55" fmla="*/ 1629 w 9970"/>
                <a:gd name="connsiteY55" fmla="*/ 6497 h 10000"/>
                <a:gd name="connsiteX56" fmla="*/ 1659 w 9970"/>
                <a:gd name="connsiteY56" fmla="*/ 6357 h 10000"/>
                <a:gd name="connsiteX57" fmla="*/ 1690 w 9970"/>
                <a:gd name="connsiteY57" fmla="*/ 6248 h 10000"/>
                <a:gd name="connsiteX58" fmla="*/ 1718 w 9970"/>
                <a:gd name="connsiteY58" fmla="*/ 6191 h 10000"/>
                <a:gd name="connsiteX59" fmla="*/ 1748 w 9970"/>
                <a:gd name="connsiteY59" fmla="*/ 6102 h 10000"/>
                <a:gd name="connsiteX60" fmla="*/ 1778 w 9970"/>
                <a:gd name="connsiteY60" fmla="*/ 6045 h 10000"/>
                <a:gd name="connsiteX61" fmla="*/ 1808 w 9970"/>
                <a:gd name="connsiteY61" fmla="*/ 5847 h 10000"/>
                <a:gd name="connsiteX62" fmla="*/ 1838 w 9970"/>
                <a:gd name="connsiteY62" fmla="*/ 5624 h 10000"/>
                <a:gd name="connsiteX63" fmla="*/ 1866 w 9970"/>
                <a:gd name="connsiteY63" fmla="*/ 5541 h 10000"/>
                <a:gd name="connsiteX64" fmla="*/ 1897 w 9970"/>
                <a:gd name="connsiteY64" fmla="*/ 5567 h 10000"/>
                <a:gd name="connsiteX65" fmla="*/ 1927 w 9970"/>
                <a:gd name="connsiteY65" fmla="*/ 5395 h 10000"/>
                <a:gd name="connsiteX66" fmla="*/ 1952 w 9970"/>
                <a:gd name="connsiteY66" fmla="*/ 5229 h 10000"/>
                <a:gd name="connsiteX67" fmla="*/ 1982 w 9970"/>
                <a:gd name="connsiteY67" fmla="*/ 5197 h 10000"/>
                <a:gd name="connsiteX68" fmla="*/ 2012 w 9970"/>
                <a:gd name="connsiteY68" fmla="*/ 5255 h 10000"/>
                <a:gd name="connsiteX69" fmla="*/ 2041 w 9970"/>
                <a:gd name="connsiteY69" fmla="*/ 5255 h 10000"/>
                <a:gd name="connsiteX70" fmla="*/ 2072 w 9970"/>
                <a:gd name="connsiteY70" fmla="*/ 5197 h 10000"/>
                <a:gd name="connsiteX71" fmla="*/ 2101 w 9970"/>
                <a:gd name="connsiteY71" fmla="*/ 5146 h 10000"/>
                <a:gd name="connsiteX72" fmla="*/ 2131 w 9970"/>
                <a:gd name="connsiteY72" fmla="*/ 5172 h 10000"/>
                <a:gd name="connsiteX73" fmla="*/ 2160 w 9970"/>
                <a:gd name="connsiteY73" fmla="*/ 5197 h 10000"/>
                <a:gd name="connsiteX74" fmla="*/ 2190 w 9970"/>
                <a:gd name="connsiteY74" fmla="*/ 5197 h 10000"/>
                <a:gd name="connsiteX75" fmla="*/ 2220 w 9970"/>
                <a:gd name="connsiteY75" fmla="*/ 5197 h 10000"/>
                <a:gd name="connsiteX76" fmla="*/ 2250 w 9970"/>
                <a:gd name="connsiteY76" fmla="*/ 5312 h 10000"/>
                <a:gd name="connsiteX77" fmla="*/ 2279 w 9970"/>
                <a:gd name="connsiteY77" fmla="*/ 5395 h 10000"/>
                <a:gd name="connsiteX78" fmla="*/ 2309 w 9970"/>
                <a:gd name="connsiteY78" fmla="*/ 5312 h 10000"/>
                <a:gd name="connsiteX79" fmla="*/ 2338 w 9970"/>
                <a:gd name="connsiteY79" fmla="*/ 5338 h 10000"/>
                <a:gd name="connsiteX80" fmla="*/ 2368 w 9970"/>
                <a:gd name="connsiteY80" fmla="*/ 5484 h 10000"/>
                <a:gd name="connsiteX81" fmla="*/ 2398 w 9970"/>
                <a:gd name="connsiteY81" fmla="*/ 5624 h 10000"/>
                <a:gd name="connsiteX82" fmla="*/ 2427 w 9970"/>
                <a:gd name="connsiteY82" fmla="*/ 5541 h 10000"/>
                <a:gd name="connsiteX83" fmla="*/ 2457 w 9970"/>
                <a:gd name="connsiteY83" fmla="*/ 5510 h 10000"/>
                <a:gd name="connsiteX84" fmla="*/ 2487 w 9970"/>
                <a:gd name="connsiteY84" fmla="*/ 5592 h 10000"/>
                <a:gd name="connsiteX85" fmla="*/ 2517 w 9970"/>
                <a:gd name="connsiteY85" fmla="*/ 5764 h 10000"/>
                <a:gd name="connsiteX86" fmla="*/ 2546 w 9970"/>
                <a:gd name="connsiteY86" fmla="*/ 5822 h 10000"/>
                <a:gd name="connsiteX87" fmla="*/ 2577 w 9970"/>
                <a:gd name="connsiteY87" fmla="*/ 5764 h 10000"/>
                <a:gd name="connsiteX88" fmla="*/ 2606 w 9970"/>
                <a:gd name="connsiteY88" fmla="*/ 5732 h 10000"/>
                <a:gd name="connsiteX89" fmla="*/ 2636 w 9970"/>
                <a:gd name="connsiteY89" fmla="*/ 5796 h 10000"/>
                <a:gd name="connsiteX90" fmla="*/ 2665 w 9970"/>
                <a:gd name="connsiteY90" fmla="*/ 5822 h 10000"/>
                <a:gd name="connsiteX91" fmla="*/ 2695 w 9970"/>
                <a:gd name="connsiteY91" fmla="*/ 5732 h 10000"/>
                <a:gd name="connsiteX92" fmla="*/ 2724 w 9970"/>
                <a:gd name="connsiteY92" fmla="*/ 5732 h 10000"/>
                <a:gd name="connsiteX93" fmla="*/ 2754 w 9970"/>
                <a:gd name="connsiteY93" fmla="*/ 5847 h 10000"/>
                <a:gd name="connsiteX94" fmla="*/ 2783 w 9970"/>
                <a:gd name="connsiteY94" fmla="*/ 5962 h 10000"/>
                <a:gd name="connsiteX95" fmla="*/ 2810 w 9970"/>
                <a:gd name="connsiteY95" fmla="*/ 6019 h 10000"/>
                <a:gd name="connsiteX96" fmla="*/ 2839 w 9970"/>
                <a:gd name="connsiteY96" fmla="*/ 5962 h 10000"/>
                <a:gd name="connsiteX97" fmla="*/ 2869 w 9970"/>
                <a:gd name="connsiteY97" fmla="*/ 5936 h 10000"/>
                <a:gd name="connsiteX98" fmla="*/ 2899 w 9970"/>
                <a:gd name="connsiteY98" fmla="*/ 5936 h 10000"/>
                <a:gd name="connsiteX99" fmla="*/ 2930 w 9970"/>
                <a:gd name="connsiteY99" fmla="*/ 5879 h 10000"/>
                <a:gd name="connsiteX100" fmla="*/ 2958 w 9970"/>
                <a:gd name="connsiteY100" fmla="*/ 5879 h 10000"/>
                <a:gd name="connsiteX101" fmla="*/ 2988 w 9970"/>
                <a:gd name="connsiteY101" fmla="*/ 5904 h 10000"/>
                <a:gd name="connsiteX102" fmla="*/ 3018 w 9970"/>
                <a:gd name="connsiteY102" fmla="*/ 6045 h 10000"/>
                <a:gd name="connsiteX103" fmla="*/ 3048 w 9970"/>
                <a:gd name="connsiteY103" fmla="*/ 6159 h 10000"/>
                <a:gd name="connsiteX104" fmla="*/ 3077 w 9970"/>
                <a:gd name="connsiteY104" fmla="*/ 6299 h 10000"/>
                <a:gd name="connsiteX105" fmla="*/ 3106 w 9970"/>
                <a:gd name="connsiteY105" fmla="*/ 6497 h 10000"/>
                <a:gd name="connsiteX106" fmla="*/ 3136 w 9970"/>
                <a:gd name="connsiteY106" fmla="*/ 6669 h 10000"/>
                <a:gd name="connsiteX107" fmla="*/ 3166 w 9970"/>
                <a:gd name="connsiteY107" fmla="*/ 6783 h 10000"/>
                <a:gd name="connsiteX108" fmla="*/ 3196 w 9970"/>
                <a:gd name="connsiteY108" fmla="*/ 6809 h 10000"/>
                <a:gd name="connsiteX109" fmla="*/ 3225 w 9970"/>
                <a:gd name="connsiteY109" fmla="*/ 7038 h 10000"/>
                <a:gd name="connsiteX110" fmla="*/ 3256 w 9970"/>
                <a:gd name="connsiteY110" fmla="*/ 7287 h 10000"/>
                <a:gd name="connsiteX111" fmla="*/ 3286 w 9970"/>
                <a:gd name="connsiteY111" fmla="*/ 7459 h 10000"/>
                <a:gd name="connsiteX112" fmla="*/ 3316 w 9970"/>
                <a:gd name="connsiteY112" fmla="*/ 7376 h 10000"/>
                <a:gd name="connsiteX113" fmla="*/ 3344 w 9970"/>
                <a:gd name="connsiteY113" fmla="*/ 7261 h 10000"/>
                <a:gd name="connsiteX114" fmla="*/ 3374 w 9970"/>
                <a:gd name="connsiteY114" fmla="*/ 7121 h 10000"/>
                <a:gd name="connsiteX115" fmla="*/ 3404 w 9970"/>
                <a:gd name="connsiteY115" fmla="*/ 6809 h 10000"/>
                <a:gd name="connsiteX116" fmla="*/ 3434 w 9970"/>
                <a:gd name="connsiteY116" fmla="*/ 6529 h 10000"/>
                <a:gd name="connsiteX117" fmla="*/ 3463 w 9970"/>
                <a:gd name="connsiteY117" fmla="*/ 6414 h 10000"/>
                <a:gd name="connsiteX118" fmla="*/ 3492 w 9970"/>
                <a:gd name="connsiteY118" fmla="*/ 6159 h 10000"/>
                <a:gd name="connsiteX119" fmla="*/ 3522 w 9970"/>
                <a:gd name="connsiteY119" fmla="*/ 5592 h 10000"/>
                <a:gd name="connsiteX120" fmla="*/ 3552 w 9970"/>
                <a:gd name="connsiteY120" fmla="*/ 4694 h 10000"/>
                <a:gd name="connsiteX121" fmla="*/ 3581 w 9970"/>
                <a:gd name="connsiteY121" fmla="*/ 3930 h 10000"/>
                <a:gd name="connsiteX122" fmla="*/ 3612 w 9970"/>
                <a:gd name="connsiteY122" fmla="*/ 3510 h 10000"/>
                <a:gd name="connsiteX123" fmla="*/ 3642 w 9970"/>
                <a:gd name="connsiteY123" fmla="*/ 3223 h 10000"/>
                <a:gd name="connsiteX124" fmla="*/ 3668 w 9970"/>
                <a:gd name="connsiteY124" fmla="*/ 2994 h 10000"/>
                <a:gd name="connsiteX125" fmla="*/ 3697 w 9970"/>
                <a:gd name="connsiteY125" fmla="*/ 3338 h 10000"/>
                <a:gd name="connsiteX126" fmla="*/ 3730 w 9970"/>
                <a:gd name="connsiteY126" fmla="*/ 4236 h 10000"/>
                <a:gd name="connsiteX127" fmla="*/ 3760 w 9970"/>
                <a:gd name="connsiteY127" fmla="*/ 5936 h 10000"/>
                <a:gd name="connsiteX128" fmla="*/ 3790 w 9970"/>
                <a:gd name="connsiteY128" fmla="*/ 7771 h 10000"/>
                <a:gd name="connsiteX129" fmla="*/ 3820 w 9970"/>
                <a:gd name="connsiteY129" fmla="*/ 9013 h 10000"/>
                <a:gd name="connsiteX130" fmla="*/ 3848 w 9970"/>
                <a:gd name="connsiteY130" fmla="*/ 9548 h 10000"/>
                <a:gd name="connsiteX131" fmla="*/ 3878 w 9970"/>
                <a:gd name="connsiteY131" fmla="*/ 9720 h 10000"/>
                <a:gd name="connsiteX132" fmla="*/ 3908 w 9970"/>
                <a:gd name="connsiteY132" fmla="*/ 9968 h 10000"/>
                <a:gd name="connsiteX133" fmla="*/ 3939 w 9970"/>
                <a:gd name="connsiteY133" fmla="*/ 10000 h 10000"/>
                <a:gd name="connsiteX134" fmla="*/ 3964 w 9970"/>
                <a:gd name="connsiteY134" fmla="*/ 9293 h 10000"/>
                <a:gd name="connsiteX135" fmla="*/ 3995 w 9970"/>
                <a:gd name="connsiteY135" fmla="*/ 8815 h 10000"/>
                <a:gd name="connsiteX136" fmla="*/ 4024 w 9970"/>
                <a:gd name="connsiteY136" fmla="*/ 8280 h 10000"/>
                <a:gd name="connsiteX137" fmla="*/ 4054 w 9970"/>
                <a:gd name="connsiteY137" fmla="*/ 7745 h 10000"/>
                <a:gd name="connsiteX138" fmla="*/ 4083 w 9970"/>
                <a:gd name="connsiteY138" fmla="*/ 7459 h 10000"/>
                <a:gd name="connsiteX139" fmla="*/ 4113 w 9970"/>
                <a:gd name="connsiteY139" fmla="*/ 7318 h 10000"/>
                <a:gd name="connsiteX140" fmla="*/ 4143 w 9970"/>
                <a:gd name="connsiteY140" fmla="*/ 7089 h 10000"/>
                <a:gd name="connsiteX141" fmla="*/ 4172 w 9970"/>
                <a:gd name="connsiteY141" fmla="*/ 6834 h 10000"/>
                <a:gd name="connsiteX142" fmla="*/ 4201 w 9970"/>
                <a:gd name="connsiteY142" fmla="*/ 6783 h 10000"/>
                <a:gd name="connsiteX143" fmla="*/ 4231 w 9970"/>
                <a:gd name="connsiteY143" fmla="*/ 6809 h 10000"/>
                <a:gd name="connsiteX144" fmla="*/ 4261 w 9970"/>
                <a:gd name="connsiteY144" fmla="*/ 6783 h 10000"/>
                <a:gd name="connsiteX145" fmla="*/ 4291 w 9970"/>
                <a:gd name="connsiteY145" fmla="*/ 6726 h 10000"/>
                <a:gd name="connsiteX146" fmla="*/ 4320 w 9970"/>
                <a:gd name="connsiteY146" fmla="*/ 6643 h 10000"/>
                <a:gd name="connsiteX147" fmla="*/ 4350 w 9970"/>
                <a:gd name="connsiteY147" fmla="*/ 6643 h 10000"/>
                <a:gd name="connsiteX148" fmla="*/ 4381 w 9970"/>
                <a:gd name="connsiteY148" fmla="*/ 6669 h 10000"/>
                <a:gd name="connsiteX149" fmla="*/ 4410 w 9970"/>
                <a:gd name="connsiteY149" fmla="*/ 6643 h 10000"/>
                <a:gd name="connsiteX150" fmla="*/ 4440 w 9970"/>
                <a:gd name="connsiteY150" fmla="*/ 6611 h 10000"/>
                <a:gd name="connsiteX151" fmla="*/ 4469 w 9970"/>
                <a:gd name="connsiteY151" fmla="*/ 6611 h 10000"/>
                <a:gd name="connsiteX152" fmla="*/ 4499 w 9970"/>
                <a:gd name="connsiteY152" fmla="*/ 6643 h 10000"/>
                <a:gd name="connsiteX153" fmla="*/ 4529 w 9970"/>
                <a:gd name="connsiteY153" fmla="*/ 6586 h 10000"/>
                <a:gd name="connsiteX154" fmla="*/ 4558 w 9970"/>
                <a:gd name="connsiteY154" fmla="*/ 6497 h 10000"/>
                <a:gd name="connsiteX155" fmla="*/ 4587 w 9970"/>
                <a:gd name="connsiteY155" fmla="*/ 6439 h 10000"/>
                <a:gd name="connsiteX156" fmla="*/ 4617 w 9970"/>
                <a:gd name="connsiteY156" fmla="*/ 6497 h 10000"/>
                <a:gd name="connsiteX157" fmla="*/ 4648 w 9970"/>
                <a:gd name="connsiteY157" fmla="*/ 6414 h 10000"/>
                <a:gd name="connsiteX158" fmla="*/ 4677 w 9970"/>
                <a:gd name="connsiteY158" fmla="*/ 6389 h 10000"/>
                <a:gd name="connsiteX159" fmla="*/ 4706 w 9970"/>
                <a:gd name="connsiteY159" fmla="*/ 6299 h 10000"/>
                <a:gd name="connsiteX160" fmla="*/ 4736 w 9970"/>
                <a:gd name="connsiteY160" fmla="*/ 6299 h 10000"/>
                <a:gd name="connsiteX161" fmla="*/ 4767 w 9970"/>
                <a:gd name="connsiteY161" fmla="*/ 6299 h 10000"/>
                <a:gd name="connsiteX162" fmla="*/ 4796 w 9970"/>
                <a:gd name="connsiteY162" fmla="*/ 6159 h 10000"/>
                <a:gd name="connsiteX163" fmla="*/ 4822 w 9970"/>
                <a:gd name="connsiteY163" fmla="*/ 6191 h 10000"/>
                <a:gd name="connsiteX164" fmla="*/ 4851 w 9970"/>
                <a:gd name="connsiteY164" fmla="*/ 6127 h 10000"/>
                <a:gd name="connsiteX165" fmla="*/ 4881 w 9970"/>
                <a:gd name="connsiteY165" fmla="*/ 6191 h 10000"/>
                <a:gd name="connsiteX166" fmla="*/ 4911 w 9970"/>
                <a:gd name="connsiteY166" fmla="*/ 6076 h 10000"/>
                <a:gd name="connsiteX167" fmla="*/ 4940 w 9970"/>
                <a:gd name="connsiteY167" fmla="*/ 6045 h 10000"/>
                <a:gd name="connsiteX168" fmla="*/ 4969 w 9970"/>
                <a:gd name="connsiteY168" fmla="*/ 6045 h 10000"/>
                <a:gd name="connsiteX169" fmla="*/ 5000 w 9970"/>
                <a:gd name="connsiteY169" fmla="*/ 6076 h 10000"/>
                <a:gd name="connsiteX170" fmla="*/ 5030 w 9970"/>
                <a:gd name="connsiteY170" fmla="*/ 5987 h 10000"/>
                <a:gd name="connsiteX171" fmla="*/ 5060 w 9970"/>
                <a:gd name="connsiteY171" fmla="*/ 5987 h 10000"/>
                <a:gd name="connsiteX172" fmla="*/ 5088 w 9970"/>
                <a:gd name="connsiteY172" fmla="*/ 5987 h 10000"/>
                <a:gd name="connsiteX173" fmla="*/ 5118 w 9970"/>
                <a:gd name="connsiteY173" fmla="*/ 6076 h 10000"/>
                <a:gd name="connsiteX174" fmla="*/ 5149 w 9970"/>
                <a:gd name="connsiteY174" fmla="*/ 6045 h 10000"/>
                <a:gd name="connsiteX175" fmla="*/ 5179 w 9970"/>
                <a:gd name="connsiteY175" fmla="*/ 5987 h 10000"/>
                <a:gd name="connsiteX176" fmla="*/ 5208 w 9970"/>
                <a:gd name="connsiteY176" fmla="*/ 6045 h 10000"/>
                <a:gd name="connsiteX177" fmla="*/ 5237 w 9970"/>
                <a:gd name="connsiteY177" fmla="*/ 6191 h 10000"/>
                <a:gd name="connsiteX178" fmla="*/ 5267 w 9970"/>
                <a:gd name="connsiteY178" fmla="*/ 6159 h 10000"/>
                <a:gd name="connsiteX179" fmla="*/ 5297 w 9970"/>
                <a:gd name="connsiteY179" fmla="*/ 6102 h 10000"/>
                <a:gd name="connsiteX180" fmla="*/ 5327 w 9970"/>
                <a:gd name="connsiteY180" fmla="*/ 6127 h 10000"/>
                <a:gd name="connsiteX181" fmla="*/ 5356 w 9970"/>
                <a:gd name="connsiteY181" fmla="*/ 6159 h 10000"/>
                <a:gd name="connsiteX182" fmla="*/ 5386 w 9970"/>
                <a:gd name="connsiteY182" fmla="*/ 6191 h 10000"/>
                <a:gd name="connsiteX183" fmla="*/ 5416 w 9970"/>
                <a:gd name="connsiteY183" fmla="*/ 6102 h 10000"/>
                <a:gd name="connsiteX184" fmla="*/ 5445 w 9970"/>
                <a:gd name="connsiteY184" fmla="*/ 6102 h 10000"/>
                <a:gd name="connsiteX185" fmla="*/ 5474 w 9970"/>
                <a:gd name="connsiteY185" fmla="*/ 6127 h 10000"/>
                <a:gd name="connsiteX186" fmla="*/ 5504 w 9970"/>
                <a:gd name="connsiteY186" fmla="*/ 6127 h 10000"/>
                <a:gd name="connsiteX187" fmla="*/ 5535 w 9970"/>
                <a:gd name="connsiteY187" fmla="*/ 6019 h 10000"/>
                <a:gd name="connsiteX188" fmla="*/ 5565 w 9970"/>
                <a:gd name="connsiteY188" fmla="*/ 5962 h 10000"/>
                <a:gd name="connsiteX189" fmla="*/ 5594 w 9970"/>
                <a:gd name="connsiteY189" fmla="*/ 5987 h 10000"/>
                <a:gd name="connsiteX190" fmla="*/ 5623 w 9970"/>
                <a:gd name="connsiteY190" fmla="*/ 5987 h 10000"/>
                <a:gd name="connsiteX191" fmla="*/ 5653 w 9970"/>
                <a:gd name="connsiteY191" fmla="*/ 5936 h 10000"/>
                <a:gd name="connsiteX192" fmla="*/ 5679 w 9970"/>
                <a:gd name="connsiteY192" fmla="*/ 5879 h 10000"/>
                <a:gd name="connsiteX193" fmla="*/ 5709 w 9970"/>
                <a:gd name="connsiteY193" fmla="*/ 5904 h 10000"/>
                <a:gd name="connsiteX194" fmla="*/ 5739 w 9970"/>
                <a:gd name="connsiteY194" fmla="*/ 5962 h 10000"/>
                <a:gd name="connsiteX195" fmla="*/ 5769 w 9970"/>
                <a:gd name="connsiteY195" fmla="*/ 5936 h 10000"/>
                <a:gd name="connsiteX196" fmla="*/ 5798 w 9970"/>
                <a:gd name="connsiteY196" fmla="*/ 5987 h 10000"/>
                <a:gd name="connsiteX197" fmla="*/ 5827 w 9970"/>
                <a:gd name="connsiteY197" fmla="*/ 5987 h 10000"/>
                <a:gd name="connsiteX198" fmla="*/ 5857 w 9970"/>
                <a:gd name="connsiteY198" fmla="*/ 6076 h 10000"/>
                <a:gd name="connsiteX199" fmla="*/ 5887 w 9970"/>
                <a:gd name="connsiteY199" fmla="*/ 6076 h 10000"/>
                <a:gd name="connsiteX200" fmla="*/ 5916 w 9970"/>
                <a:gd name="connsiteY200" fmla="*/ 6045 h 10000"/>
                <a:gd name="connsiteX201" fmla="*/ 5946 w 9970"/>
                <a:gd name="connsiteY201" fmla="*/ 6045 h 10000"/>
                <a:gd name="connsiteX202" fmla="*/ 5976 w 9970"/>
                <a:gd name="connsiteY202" fmla="*/ 6127 h 10000"/>
                <a:gd name="connsiteX203" fmla="*/ 6007 w 9970"/>
                <a:gd name="connsiteY203" fmla="*/ 6102 h 10000"/>
                <a:gd name="connsiteX204" fmla="*/ 6036 w 9970"/>
                <a:gd name="connsiteY204" fmla="*/ 6102 h 10000"/>
                <a:gd name="connsiteX205" fmla="*/ 6065 w 9970"/>
                <a:gd name="connsiteY205" fmla="*/ 6102 h 10000"/>
                <a:gd name="connsiteX206" fmla="*/ 6095 w 9970"/>
                <a:gd name="connsiteY206" fmla="*/ 6127 h 10000"/>
                <a:gd name="connsiteX207" fmla="*/ 6125 w 9970"/>
                <a:gd name="connsiteY207" fmla="*/ 6127 h 10000"/>
                <a:gd name="connsiteX208" fmla="*/ 6154 w 9970"/>
                <a:gd name="connsiteY208" fmla="*/ 6102 h 10000"/>
                <a:gd name="connsiteX209" fmla="*/ 6183 w 9970"/>
                <a:gd name="connsiteY209" fmla="*/ 6159 h 10000"/>
                <a:gd name="connsiteX210" fmla="*/ 6213 w 9970"/>
                <a:gd name="connsiteY210" fmla="*/ 6191 h 10000"/>
                <a:gd name="connsiteX211" fmla="*/ 6243 w 9970"/>
                <a:gd name="connsiteY211" fmla="*/ 6191 h 10000"/>
                <a:gd name="connsiteX212" fmla="*/ 6273 w 9970"/>
                <a:gd name="connsiteY212" fmla="*/ 6159 h 10000"/>
                <a:gd name="connsiteX213" fmla="*/ 6302 w 9970"/>
                <a:gd name="connsiteY213" fmla="*/ 6191 h 10000"/>
                <a:gd name="connsiteX214" fmla="*/ 6332 w 9970"/>
                <a:gd name="connsiteY214" fmla="*/ 6274 h 10000"/>
                <a:gd name="connsiteX215" fmla="*/ 6363 w 9970"/>
                <a:gd name="connsiteY215" fmla="*/ 6299 h 10000"/>
                <a:gd name="connsiteX216" fmla="*/ 6393 w 9970"/>
                <a:gd name="connsiteY216" fmla="*/ 6274 h 10000"/>
                <a:gd name="connsiteX217" fmla="*/ 6422 w 9970"/>
                <a:gd name="connsiteY217" fmla="*/ 6248 h 10000"/>
                <a:gd name="connsiteX218" fmla="*/ 6451 w 9970"/>
                <a:gd name="connsiteY218" fmla="*/ 6299 h 10000"/>
                <a:gd name="connsiteX219" fmla="*/ 6481 w 9970"/>
                <a:gd name="connsiteY219" fmla="*/ 6274 h 10000"/>
                <a:gd name="connsiteX220" fmla="*/ 6511 w 9970"/>
                <a:gd name="connsiteY220" fmla="*/ 6274 h 10000"/>
                <a:gd name="connsiteX221" fmla="*/ 6537 w 9970"/>
                <a:gd name="connsiteY221" fmla="*/ 6248 h 10000"/>
                <a:gd name="connsiteX222" fmla="*/ 6566 w 9970"/>
                <a:gd name="connsiteY222" fmla="*/ 6248 h 10000"/>
                <a:gd name="connsiteX223" fmla="*/ 6595 w 9970"/>
                <a:gd name="connsiteY223" fmla="*/ 6331 h 10000"/>
                <a:gd name="connsiteX224" fmla="*/ 6625 w 9970"/>
                <a:gd name="connsiteY224" fmla="*/ 6357 h 10000"/>
                <a:gd name="connsiteX225" fmla="*/ 6655 w 9970"/>
                <a:gd name="connsiteY225" fmla="*/ 6274 h 10000"/>
                <a:gd name="connsiteX226" fmla="*/ 6684 w 9970"/>
                <a:gd name="connsiteY226" fmla="*/ 6414 h 10000"/>
                <a:gd name="connsiteX227" fmla="*/ 6715 w 9970"/>
                <a:gd name="connsiteY227" fmla="*/ 6414 h 10000"/>
                <a:gd name="connsiteX228" fmla="*/ 6745 w 9970"/>
                <a:gd name="connsiteY228" fmla="*/ 6274 h 10000"/>
                <a:gd name="connsiteX229" fmla="*/ 6779 w 9970"/>
                <a:gd name="connsiteY229" fmla="*/ 6191 h 10000"/>
                <a:gd name="connsiteX230" fmla="*/ 6808 w 9970"/>
                <a:gd name="connsiteY230" fmla="*/ 6191 h 10000"/>
                <a:gd name="connsiteX231" fmla="*/ 6834 w 9970"/>
                <a:gd name="connsiteY231" fmla="*/ 6248 h 10000"/>
                <a:gd name="connsiteX232" fmla="*/ 6863 w 9970"/>
                <a:gd name="connsiteY232" fmla="*/ 6248 h 10000"/>
                <a:gd name="connsiteX233" fmla="*/ 6893 w 9970"/>
                <a:gd name="connsiteY233" fmla="*/ 6217 h 10000"/>
                <a:gd name="connsiteX234" fmla="*/ 6923 w 9970"/>
                <a:gd name="connsiteY234" fmla="*/ 6127 h 10000"/>
                <a:gd name="connsiteX235" fmla="*/ 6952 w 9970"/>
                <a:gd name="connsiteY235" fmla="*/ 6127 h 10000"/>
                <a:gd name="connsiteX236" fmla="*/ 6981 w 9970"/>
                <a:gd name="connsiteY236" fmla="*/ 6102 h 10000"/>
                <a:gd name="connsiteX237" fmla="*/ 7011 w 9970"/>
                <a:gd name="connsiteY237" fmla="*/ 6045 h 10000"/>
                <a:gd name="connsiteX238" fmla="*/ 7042 w 9970"/>
                <a:gd name="connsiteY238" fmla="*/ 6045 h 10000"/>
                <a:gd name="connsiteX239" fmla="*/ 7071 w 9970"/>
                <a:gd name="connsiteY239" fmla="*/ 6127 h 10000"/>
                <a:gd name="connsiteX240" fmla="*/ 7101 w 9970"/>
                <a:gd name="connsiteY240" fmla="*/ 6102 h 10000"/>
                <a:gd name="connsiteX241" fmla="*/ 7131 w 9970"/>
                <a:gd name="connsiteY241" fmla="*/ 6076 h 10000"/>
                <a:gd name="connsiteX242" fmla="*/ 7161 w 9970"/>
                <a:gd name="connsiteY242" fmla="*/ 6045 h 10000"/>
                <a:gd name="connsiteX243" fmla="*/ 7190 w 9970"/>
                <a:gd name="connsiteY243" fmla="*/ 6127 h 10000"/>
                <a:gd name="connsiteX244" fmla="*/ 7219 w 9970"/>
                <a:gd name="connsiteY244" fmla="*/ 6248 h 10000"/>
                <a:gd name="connsiteX245" fmla="*/ 7249 w 9970"/>
                <a:gd name="connsiteY245" fmla="*/ 6248 h 10000"/>
                <a:gd name="connsiteX246" fmla="*/ 7279 w 9970"/>
                <a:gd name="connsiteY246" fmla="*/ 6274 h 10000"/>
                <a:gd name="connsiteX247" fmla="*/ 7308 w 9970"/>
                <a:gd name="connsiteY247" fmla="*/ 6357 h 10000"/>
                <a:gd name="connsiteX248" fmla="*/ 7338 w 9970"/>
                <a:gd name="connsiteY248" fmla="*/ 6389 h 10000"/>
                <a:gd name="connsiteX249" fmla="*/ 7367 w 9970"/>
                <a:gd name="connsiteY249" fmla="*/ 6274 h 10000"/>
                <a:gd name="connsiteX250" fmla="*/ 7398 w 9970"/>
                <a:gd name="connsiteY250" fmla="*/ 6299 h 10000"/>
                <a:gd name="connsiteX251" fmla="*/ 7428 w 9970"/>
                <a:gd name="connsiteY251" fmla="*/ 6299 h 10000"/>
                <a:gd name="connsiteX252" fmla="*/ 7457 w 9970"/>
                <a:gd name="connsiteY252" fmla="*/ 6389 h 10000"/>
                <a:gd name="connsiteX253" fmla="*/ 7487 w 9970"/>
                <a:gd name="connsiteY253" fmla="*/ 6357 h 10000"/>
                <a:gd name="connsiteX254" fmla="*/ 7517 w 9970"/>
                <a:gd name="connsiteY254" fmla="*/ 6331 h 10000"/>
                <a:gd name="connsiteX255" fmla="*/ 7547 w 9970"/>
                <a:gd name="connsiteY255" fmla="*/ 6357 h 10000"/>
                <a:gd name="connsiteX256" fmla="*/ 7576 w 9970"/>
                <a:gd name="connsiteY256" fmla="*/ 6439 h 10000"/>
                <a:gd name="connsiteX257" fmla="*/ 7605 w 9970"/>
                <a:gd name="connsiteY257" fmla="*/ 6389 h 10000"/>
                <a:gd name="connsiteX258" fmla="*/ 7635 w 9970"/>
                <a:gd name="connsiteY258" fmla="*/ 6414 h 10000"/>
                <a:gd name="connsiteX259" fmla="*/ 7665 w 9970"/>
                <a:gd name="connsiteY259" fmla="*/ 6299 h 10000"/>
                <a:gd name="connsiteX260" fmla="*/ 7690 w 9970"/>
                <a:gd name="connsiteY260" fmla="*/ 6331 h 10000"/>
                <a:gd name="connsiteX261" fmla="*/ 7720 w 9970"/>
                <a:gd name="connsiteY261" fmla="*/ 6389 h 10000"/>
                <a:gd name="connsiteX262" fmla="*/ 7751 w 9970"/>
                <a:gd name="connsiteY262" fmla="*/ 6331 h 10000"/>
                <a:gd name="connsiteX263" fmla="*/ 7780 w 9970"/>
                <a:gd name="connsiteY263" fmla="*/ 6299 h 10000"/>
                <a:gd name="connsiteX264" fmla="*/ 7809 w 9970"/>
                <a:gd name="connsiteY264" fmla="*/ 6414 h 10000"/>
                <a:gd name="connsiteX265" fmla="*/ 7839 w 9970"/>
                <a:gd name="connsiteY265" fmla="*/ 6389 h 10000"/>
                <a:gd name="connsiteX266" fmla="*/ 7870 w 9970"/>
                <a:gd name="connsiteY266" fmla="*/ 6331 h 10000"/>
                <a:gd name="connsiteX267" fmla="*/ 7900 w 9970"/>
                <a:gd name="connsiteY267" fmla="*/ 6331 h 10000"/>
                <a:gd name="connsiteX268" fmla="*/ 7928 w 9970"/>
                <a:gd name="connsiteY268" fmla="*/ 6389 h 10000"/>
                <a:gd name="connsiteX269" fmla="*/ 7958 w 9970"/>
                <a:gd name="connsiteY269" fmla="*/ 6357 h 10000"/>
                <a:gd name="connsiteX270" fmla="*/ 7988 w 9970"/>
                <a:gd name="connsiteY270" fmla="*/ 6357 h 10000"/>
                <a:gd name="connsiteX271" fmla="*/ 8018 w 9970"/>
                <a:gd name="connsiteY271" fmla="*/ 6299 h 10000"/>
                <a:gd name="connsiteX272" fmla="*/ 8046 w 9970"/>
                <a:gd name="connsiteY272" fmla="*/ 6389 h 10000"/>
                <a:gd name="connsiteX273" fmla="*/ 8077 w 9970"/>
                <a:gd name="connsiteY273" fmla="*/ 6414 h 10000"/>
                <a:gd name="connsiteX274" fmla="*/ 8107 w 9970"/>
                <a:gd name="connsiteY274" fmla="*/ 6331 h 10000"/>
                <a:gd name="connsiteX275" fmla="*/ 8137 w 9970"/>
                <a:gd name="connsiteY275" fmla="*/ 6274 h 10000"/>
                <a:gd name="connsiteX276" fmla="*/ 8166 w 9970"/>
                <a:gd name="connsiteY276" fmla="*/ 6389 h 10000"/>
                <a:gd name="connsiteX277" fmla="*/ 8195 w 9970"/>
                <a:gd name="connsiteY277" fmla="*/ 6497 h 10000"/>
                <a:gd name="connsiteX278" fmla="*/ 8225 w 9970"/>
                <a:gd name="connsiteY278" fmla="*/ 6471 h 10000"/>
                <a:gd name="connsiteX279" fmla="*/ 8256 w 9970"/>
                <a:gd name="connsiteY279" fmla="*/ 6357 h 10000"/>
                <a:gd name="connsiteX280" fmla="*/ 8285 w 9970"/>
                <a:gd name="connsiteY280" fmla="*/ 6389 h 10000"/>
                <a:gd name="connsiteX281" fmla="*/ 8314 w 9970"/>
                <a:gd name="connsiteY281" fmla="*/ 6439 h 10000"/>
                <a:gd name="connsiteX282" fmla="*/ 8344 w 9970"/>
                <a:gd name="connsiteY282" fmla="*/ 6414 h 10000"/>
                <a:gd name="connsiteX283" fmla="*/ 8374 w 9970"/>
                <a:gd name="connsiteY283" fmla="*/ 6357 h 10000"/>
                <a:gd name="connsiteX284" fmla="*/ 8404 w 9970"/>
                <a:gd name="connsiteY284" fmla="*/ 6357 h 10000"/>
                <a:gd name="connsiteX285" fmla="*/ 8433 w 9970"/>
                <a:gd name="connsiteY285" fmla="*/ 6414 h 10000"/>
                <a:gd name="connsiteX286" fmla="*/ 8463 w 9970"/>
                <a:gd name="connsiteY286" fmla="*/ 6414 h 10000"/>
                <a:gd name="connsiteX287" fmla="*/ 8493 w 9970"/>
                <a:gd name="connsiteY287" fmla="*/ 6331 h 10000"/>
                <a:gd name="connsiteX288" fmla="*/ 8523 w 9970"/>
                <a:gd name="connsiteY288" fmla="*/ 6414 h 10000"/>
                <a:gd name="connsiteX289" fmla="*/ 8548 w 9970"/>
                <a:gd name="connsiteY289" fmla="*/ 6414 h 10000"/>
                <a:gd name="connsiteX290" fmla="*/ 8578 w 9970"/>
                <a:gd name="connsiteY290" fmla="*/ 6471 h 10000"/>
                <a:gd name="connsiteX291" fmla="*/ 8607 w 9970"/>
                <a:gd name="connsiteY291" fmla="*/ 6389 h 10000"/>
                <a:gd name="connsiteX292" fmla="*/ 8638 w 9970"/>
                <a:gd name="connsiteY292" fmla="*/ 6357 h 10000"/>
                <a:gd name="connsiteX293" fmla="*/ 8667 w 9970"/>
                <a:gd name="connsiteY293" fmla="*/ 6414 h 10000"/>
                <a:gd name="connsiteX294" fmla="*/ 8697 w 9970"/>
                <a:gd name="connsiteY294" fmla="*/ 6471 h 10000"/>
                <a:gd name="connsiteX295" fmla="*/ 8726 w 9970"/>
                <a:gd name="connsiteY295" fmla="*/ 6414 h 10000"/>
                <a:gd name="connsiteX296" fmla="*/ 8756 w 9970"/>
                <a:gd name="connsiteY296" fmla="*/ 6357 h 10000"/>
                <a:gd name="connsiteX297" fmla="*/ 8787 w 9970"/>
                <a:gd name="connsiteY297" fmla="*/ 6414 h 10000"/>
                <a:gd name="connsiteX298" fmla="*/ 8816 w 9970"/>
                <a:gd name="connsiteY298" fmla="*/ 6497 h 10000"/>
                <a:gd name="connsiteX299" fmla="*/ 8845 w 9970"/>
                <a:gd name="connsiteY299" fmla="*/ 6414 h 10000"/>
                <a:gd name="connsiteX300" fmla="*/ 8875 w 9970"/>
                <a:gd name="connsiteY300" fmla="*/ 6357 h 10000"/>
                <a:gd name="connsiteX301" fmla="*/ 8905 w 9970"/>
                <a:gd name="connsiteY301" fmla="*/ 6389 h 10000"/>
                <a:gd name="connsiteX302" fmla="*/ 8934 w 9970"/>
                <a:gd name="connsiteY302" fmla="*/ 6414 h 10000"/>
                <a:gd name="connsiteX303" fmla="*/ 8964 w 9970"/>
                <a:gd name="connsiteY303" fmla="*/ 6357 h 10000"/>
                <a:gd name="connsiteX304" fmla="*/ 8993 w 9970"/>
                <a:gd name="connsiteY304" fmla="*/ 6331 h 10000"/>
                <a:gd name="connsiteX305" fmla="*/ 9024 w 9970"/>
                <a:gd name="connsiteY305" fmla="*/ 6299 h 10000"/>
                <a:gd name="connsiteX306" fmla="*/ 9053 w 9970"/>
                <a:gd name="connsiteY306" fmla="*/ 6357 h 10000"/>
                <a:gd name="connsiteX307" fmla="*/ 9083 w 9970"/>
                <a:gd name="connsiteY307" fmla="*/ 6357 h 10000"/>
                <a:gd name="connsiteX308" fmla="*/ 9113 w 9970"/>
                <a:gd name="connsiteY308" fmla="*/ 6357 h 10000"/>
                <a:gd name="connsiteX309" fmla="*/ 9143 w 9970"/>
                <a:gd name="connsiteY309" fmla="*/ 6299 h 10000"/>
                <a:gd name="connsiteX310" fmla="*/ 9172 w 9970"/>
                <a:gd name="connsiteY310" fmla="*/ 6331 h 10000"/>
                <a:gd name="connsiteX311" fmla="*/ 9202 w 9970"/>
                <a:gd name="connsiteY311" fmla="*/ 6331 h 10000"/>
                <a:gd name="connsiteX312" fmla="*/ 9231 w 9970"/>
                <a:gd name="connsiteY312" fmla="*/ 6248 h 10000"/>
                <a:gd name="connsiteX313" fmla="*/ 9261 w 9970"/>
                <a:gd name="connsiteY313" fmla="*/ 6217 h 10000"/>
                <a:gd name="connsiteX314" fmla="*/ 9291 w 9970"/>
                <a:gd name="connsiteY314" fmla="*/ 6248 h 10000"/>
                <a:gd name="connsiteX315" fmla="*/ 9320 w 9970"/>
                <a:gd name="connsiteY315" fmla="*/ 6299 h 10000"/>
                <a:gd name="connsiteX316" fmla="*/ 9349 w 9970"/>
                <a:gd name="connsiteY316" fmla="*/ 6217 h 10000"/>
                <a:gd name="connsiteX317" fmla="*/ 9379 w 9970"/>
                <a:gd name="connsiteY317" fmla="*/ 6159 h 10000"/>
                <a:gd name="connsiteX318" fmla="*/ 9405 w 9970"/>
                <a:gd name="connsiteY318" fmla="*/ 6191 h 10000"/>
                <a:gd name="connsiteX319" fmla="*/ 9435 w 9970"/>
                <a:gd name="connsiteY319" fmla="*/ 6217 h 10000"/>
                <a:gd name="connsiteX320" fmla="*/ 9466 w 9970"/>
                <a:gd name="connsiteY320" fmla="*/ 6191 h 10000"/>
                <a:gd name="connsiteX321" fmla="*/ 9496 w 9970"/>
                <a:gd name="connsiteY321" fmla="*/ 6102 h 10000"/>
                <a:gd name="connsiteX322" fmla="*/ 9526 w 9970"/>
                <a:gd name="connsiteY322" fmla="*/ 6159 h 10000"/>
                <a:gd name="connsiteX323" fmla="*/ 9554 w 9970"/>
                <a:gd name="connsiteY323" fmla="*/ 6191 h 10000"/>
                <a:gd name="connsiteX324" fmla="*/ 9584 w 9970"/>
                <a:gd name="connsiteY324" fmla="*/ 6102 h 10000"/>
                <a:gd name="connsiteX325" fmla="*/ 9614 w 9970"/>
                <a:gd name="connsiteY325" fmla="*/ 6019 h 10000"/>
                <a:gd name="connsiteX326" fmla="*/ 9644 w 9970"/>
                <a:gd name="connsiteY326" fmla="*/ 5962 h 10000"/>
                <a:gd name="connsiteX327" fmla="*/ 9672 w 9970"/>
                <a:gd name="connsiteY327" fmla="*/ 5879 h 10000"/>
                <a:gd name="connsiteX328" fmla="*/ 9702 w 9970"/>
                <a:gd name="connsiteY328" fmla="*/ 5567 h 10000"/>
                <a:gd name="connsiteX329" fmla="*/ 9732 w 9970"/>
                <a:gd name="connsiteY329" fmla="*/ 5000 h 10000"/>
                <a:gd name="connsiteX330" fmla="*/ 9762 w 9970"/>
                <a:gd name="connsiteY330" fmla="*/ 3420 h 10000"/>
                <a:gd name="connsiteX331" fmla="*/ 9791 w 9970"/>
                <a:gd name="connsiteY331" fmla="*/ 567 h 10000"/>
                <a:gd name="connsiteX332" fmla="*/ 9822 w 9970"/>
                <a:gd name="connsiteY332" fmla="*/ 0 h 10000"/>
                <a:gd name="connsiteX333" fmla="*/ 9852 w 9970"/>
                <a:gd name="connsiteY333" fmla="*/ 427 h 10000"/>
                <a:gd name="connsiteX334" fmla="*/ 9882 w 9970"/>
                <a:gd name="connsiteY334" fmla="*/ 3618 h 10000"/>
                <a:gd name="connsiteX335" fmla="*/ 9910 w 9970"/>
                <a:gd name="connsiteY335" fmla="*/ 3650 h 10000"/>
                <a:gd name="connsiteX336" fmla="*/ 9940 w 9970"/>
                <a:gd name="connsiteY336" fmla="*/ 3510 h 10000"/>
                <a:gd name="connsiteX337" fmla="*/ 9970 w 9970"/>
                <a:gd name="connsiteY337" fmla="*/ 3363 h 10000"/>
                <a:gd name="connsiteX0" fmla="*/ 0 w 9971"/>
                <a:gd name="connsiteY0" fmla="*/ 5510 h 10000"/>
                <a:gd name="connsiteX1" fmla="*/ 34 w 9971"/>
                <a:gd name="connsiteY1" fmla="*/ 6274 h 10000"/>
                <a:gd name="connsiteX2" fmla="*/ 63 w 9971"/>
                <a:gd name="connsiteY2" fmla="*/ 7006 h 10000"/>
                <a:gd name="connsiteX3" fmla="*/ 92 w 9971"/>
                <a:gd name="connsiteY3" fmla="*/ 7178 h 10000"/>
                <a:gd name="connsiteX4" fmla="*/ 124 w 9971"/>
                <a:gd name="connsiteY4" fmla="*/ 6892 h 10000"/>
                <a:gd name="connsiteX5" fmla="*/ 155 w 9971"/>
                <a:gd name="connsiteY5" fmla="*/ 6726 h 10000"/>
                <a:gd name="connsiteX6" fmla="*/ 185 w 9971"/>
                <a:gd name="connsiteY6" fmla="*/ 6783 h 10000"/>
                <a:gd name="connsiteX7" fmla="*/ 210 w 9971"/>
                <a:gd name="connsiteY7" fmla="*/ 6809 h 10000"/>
                <a:gd name="connsiteX8" fmla="*/ 240 w 9971"/>
                <a:gd name="connsiteY8" fmla="*/ 7038 h 10000"/>
                <a:gd name="connsiteX9" fmla="*/ 269 w 9971"/>
                <a:gd name="connsiteY9" fmla="*/ 7178 h 10000"/>
                <a:gd name="connsiteX10" fmla="*/ 299 w 9971"/>
                <a:gd name="connsiteY10" fmla="*/ 7121 h 10000"/>
                <a:gd name="connsiteX11" fmla="*/ 328 w 9971"/>
                <a:gd name="connsiteY11" fmla="*/ 6949 h 10000"/>
                <a:gd name="connsiteX12" fmla="*/ 358 w 9971"/>
                <a:gd name="connsiteY12" fmla="*/ 6866 h 10000"/>
                <a:gd name="connsiteX13" fmla="*/ 387 w 9971"/>
                <a:gd name="connsiteY13" fmla="*/ 6694 h 10000"/>
                <a:gd name="connsiteX14" fmla="*/ 417 w 9971"/>
                <a:gd name="connsiteY14" fmla="*/ 6611 h 10000"/>
                <a:gd name="connsiteX15" fmla="*/ 446 w 9971"/>
                <a:gd name="connsiteY15" fmla="*/ 6529 h 10000"/>
                <a:gd name="connsiteX16" fmla="*/ 478 w 9971"/>
                <a:gd name="connsiteY16" fmla="*/ 6497 h 10000"/>
                <a:gd name="connsiteX17" fmla="*/ 508 w 9971"/>
                <a:gd name="connsiteY17" fmla="*/ 6554 h 10000"/>
                <a:gd name="connsiteX18" fmla="*/ 538 w 9971"/>
                <a:gd name="connsiteY18" fmla="*/ 6752 h 10000"/>
                <a:gd name="connsiteX19" fmla="*/ 567 w 9971"/>
                <a:gd name="connsiteY19" fmla="*/ 6783 h 10000"/>
                <a:gd name="connsiteX20" fmla="*/ 597 w 9971"/>
                <a:gd name="connsiteY20" fmla="*/ 6834 h 10000"/>
                <a:gd name="connsiteX21" fmla="*/ 626 w 9971"/>
                <a:gd name="connsiteY21" fmla="*/ 6694 h 10000"/>
                <a:gd name="connsiteX22" fmla="*/ 656 w 9971"/>
                <a:gd name="connsiteY22" fmla="*/ 6643 h 10000"/>
                <a:gd name="connsiteX23" fmla="*/ 686 w 9971"/>
                <a:gd name="connsiteY23" fmla="*/ 6586 h 10000"/>
                <a:gd name="connsiteX24" fmla="*/ 715 w 9971"/>
                <a:gd name="connsiteY24" fmla="*/ 6643 h 10000"/>
                <a:gd name="connsiteX25" fmla="*/ 745 w 9971"/>
                <a:gd name="connsiteY25" fmla="*/ 6892 h 10000"/>
                <a:gd name="connsiteX26" fmla="*/ 774 w 9971"/>
                <a:gd name="connsiteY26" fmla="*/ 6981 h 10000"/>
                <a:gd name="connsiteX27" fmla="*/ 805 w 9971"/>
                <a:gd name="connsiteY27" fmla="*/ 6892 h 10000"/>
                <a:gd name="connsiteX28" fmla="*/ 835 w 9971"/>
                <a:gd name="connsiteY28" fmla="*/ 6752 h 10000"/>
                <a:gd name="connsiteX29" fmla="*/ 865 w 9971"/>
                <a:gd name="connsiteY29" fmla="*/ 6669 h 10000"/>
                <a:gd name="connsiteX30" fmla="*/ 895 w 9971"/>
                <a:gd name="connsiteY30" fmla="*/ 6726 h 10000"/>
                <a:gd name="connsiteX31" fmla="*/ 925 w 9971"/>
                <a:gd name="connsiteY31" fmla="*/ 6694 h 10000"/>
                <a:gd name="connsiteX32" fmla="*/ 954 w 9971"/>
                <a:gd name="connsiteY32" fmla="*/ 6669 h 10000"/>
                <a:gd name="connsiteX33" fmla="*/ 984 w 9971"/>
                <a:gd name="connsiteY33" fmla="*/ 6643 h 10000"/>
                <a:gd name="connsiteX34" fmla="*/ 1013 w 9971"/>
                <a:gd name="connsiteY34" fmla="*/ 6866 h 10000"/>
                <a:gd name="connsiteX35" fmla="*/ 1043 w 9971"/>
                <a:gd name="connsiteY35" fmla="*/ 6924 h 10000"/>
                <a:gd name="connsiteX36" fmla="*/ 1068 w 9971"/>
                <a:gd name="connsiteY36" fmla="*/ 6834 h 10000"/>
                <a:gd name="connsiteX37" fmla="*/ 1098 w 9971"/>
                <a:gd name="connsiteY37" fmla="*/ 6924 h 10000"/>
                <a:gd name="connsiteX38" fmla="*/ 1128 w 9971"/>
                <a:gd name="connsiteY38" fmla="*/ 6949 h 10000"/>
                <a:gd name="connsiteX39" fmla="*/ 1160 w 9971"/>
                <a:gd name="connsiteY39" fmla="*/ 7064 h 10000"/>
                <a:gd name="connsiteX40" fmla="*/ 1188 w 9971"/>
                <a:gd name="connsiteY40" fmla="*/ 7006 h 10000"/>
                <a:gd name="connsiteX41" fmla="*/ 1218 w 9971"/>
                <a:gd name="connsiteY41" fmla="*/ 7038 h 10000"/>
                <a:gd name="connsiteX42" fmla="*/ 1248 w 9971"/>
                <a:gd name="connsiteY42" fmla="*/ 7121 h 10000"/>
                <a:gd name="connsiteX43" fmla="*/ 1279 w 9971"/>
                <a:gd name="connsiteY43" fmla="*/ 7089 h 10000"/>
                <a:gd name="connsiteX44" fmla="*/ 1309 w 9971"/>
                <a:gd name="connsiteY44" fmla="*/ 6834 h 10000"/>
                <a:gd name="connsiteX45" fmla="*/ 1337 w 9971"/>
                <a:gd name="connsiteY45" fmla="*/ 6726 h 10000"/>
                <a:gd name="connsiteX46" fmla="*/ 1367 w 9971"/>
                <a:gd name="connsiteY46" fmla="*/ 6752 h 10000"/>
                <a:gd name="connsiteX47" fmla="*/ 1397 w 9971"/>
                <a:gd name="connsiteY47" fmla="*/ 6783 h 10000"/>
                <a:gd name="connsiteX48" fmla="*/ 1427 w 9971"/>
                <a:gd name="connsiteY48" fmla="*/ 6834 h 10000"/>
                <a:gd name="connsiteX49" fmla="*/ 1455 w 9971"/>
                <a:gd name="connsiteY49" fmla="*/ 6694 h 10000"/>
                <a:gd name="connsiteX50" fmla="*/ 1486 w 9971"/>
                <a:gd name="connsiteY50" fmla="*/ 6643 h 10000"/>
                <a:gd name="connsiteX51" fmla="*/ 1517 w 9971"/>
                <a:gd name="connsiteY51" fmla="*/ 6669 h 10000"/>
                <a:gd name="connsiteX52" fmla="*/ 1547 w 9971"/>
                <a:gd name="connsiteY52" fmla="*/ 6694 h 10000"/>
                <a:gd name="connsiteX53" fmla="*/ 1575 w 9971"/>
                <a:gd name="connsiteY53" fmla="*/ 6586 h 10000"/>
                <a:gd name="connsiteX54" fmla="*/ 1605 w 9971"/>
                <a:gd name="connsiteY54" fmla="*/ 6497 h 10000"/>
                <a:gd name="connsiteX55" fmla="*/ 1635 w 9971"/>
                <a:gd name="connsiteY55" fmla="*/ 6357 h 10000"/>
                <a:gd name="connsiteX56" fmla="*/ 1666 w 9971"/>
                <a:gd name="connsiteY56" fmla="*/ 6248 h 10000"/>
                <a:gd name="connsiteX57" fmla="*/ 1694 w 9971"/>
                <a:gd name="connsiteY57" fmla="*/ 6191 h 10000"/>
                <a:gd name="connsiteX58" fmla="*/ 1724 w 9971"/>
                <a:gd name="connsiteY58" fmla="*/ 6102 h 10000"/>
                <a:gd name="connsiteX59" fmla="*/ 1754 w 9971"/>
                <a:gd name="connsiteY59" fmla="*/ 6045 h 10000"/>
                <a:gd name="connsiteX60" fmla="*/ 1784 w 9971"/>
                <a:gd name="connsiteY60" fmla="*/ 5847 h 10000"/>
                <a:gd name="connsiteX61" fmla="*/ 1815 w 9971"/>
                <a:gd name="connsiteY61" fmla="*/ 5624 h 10000"/>
                <a:gd name="connsiteX62" fmla="*/ 1843 w 9971"/>
                <a:gd name="connsiteY62" fmla="*/ 5541 h 10000"/>
                <a:gd name="connsiteX63" fmla="*/ 1874 w 9971"/>
                <a:gd name="connsiteY63" fmla="*/ 5567 h 10000"/>
                <a:gd name="connsiteX64" fmla="*/ 1904 w 9971"/>
                <a:gd name="connsiteY64" fmla="*/ 5395 h 10000"/>
                <a:gd name="connsiteX65" fmla="*/ 1929 w 9971"/>
                <a:gd name="connsiteY65" fmla="*/ 5229 h 10000"/>
                <a:gd name="connsiteX66" fmla="*/ 1959 w 9971"/>
                <a:gd name="connsiteY66" fmla="*/ 5197 h 10000"/>
                <a:gd name="connsiteX67" fmla="*/ 1989 w 9971"/>
                <a:gd name="connsiteY67" fmla="*/ 5255 h 10000"/>
                <a:gd name="connsiteX68" fmla="*/ 2018 w 9971"/>
                <a:gd name="connsiteY68" fmla="*/ 5255 h 10000"/>
                <a:gd name="connsiteX69" fmla="*/ 2049 w 9971"/>
                <a:gd name="connsiteY69" fmla="*/ 5197 h 10000"/>
                <a:gd name="connsiteX70" fmla="*/ 2078 w 9971"/>
                <a:gd name="connsiteY70" fmla="*/ 5146 h 10000"/>
                <a:gd name="connsiteX71" fmla="*/ 2108 w 9971"/>
                <a:gd name="connsiteY71" fmla="*/ 5172 h 10000"/>
                <a:gd name="connsiteX72" fmla="*/ 2137 w 9971"/>
                <a:gd name="connsiteY72" fmla="*/ 5197 h 10000"/>
                <a:gd name="connsiteX73" fmla="*/ 2168 w 9971"/>
                <a:gd name="connsiteY73" fmla="*/ 5197 h 10000"/>
                <a:gd name="connsiteX74" fmla="*/ 2198 w 9971"/>
                <a:gd name="connsiteY74" fmla="*/ 5197 h 10000"/>
                <a:gd name="connsiteX75" fmla="*/ 2228 w 9971"/>
                <a:gd name="connsiteY75" fmla="*/ 5312 h 10000"/>
                <a:gd name="connsiteX76" fmla="*/ 2257 w 9971"/>
                <a:gd name="connsiteY76" fmla="*/ 5395 h 10000"/>
                <a:gd name="connsiteX77" fmla="*/ 2287 w 9971"/>
                <a:gd name="connsiteY77" fmla="*/ 5312 h 10000"/>
                <a:gd name="connsiteX78" fmla="*/ 2316 w 9971"/>
                <a:gd name="connsiteY78" fmla="*/ 5338 h 10000"/>
                <a:gd name="connsiteX79" fmla="*/ 2346 w 9971"/>
                <a:gd name="connsiteY79" fmla="*/ 5484 h 10000"/>
                <a:gd name="connsiteX80" fmla="*/ 2376 w 9971"/>
                <a:gd name="connsiteY80" fmla="*/ 5624 h 10000"/>
                <a:gd name="connsiteX81" fmla="*/ 2405 w 9971"/>
                <a:gd name="connsiteY81" fmla="*/ 5541 h 10000"/>
                <a:gd name="connsiteX82" fmla="*/ 2435 w 9971"/>
                <a:gd name="connsiteY82" fmla="*/ 5510 h 10000"/>
                <a:gd name="connsiteX83" fmla="*/ 2465 w 9971"/>
                <a:gd name="connsiteY83" fmla="*/ 5592 h 10000"/>
                <a:gd name="connsiteX84" fmla="*/ 2496 w 9971"/>
                <a:gd name="connsiteY84" fmla="*/ 5764 h 10000"/>
                <a:gd name="connsiteX85" fmla="*/ 2525 w 9971"/>
                <a:gd name="connsiteY85" fmla="*/ 5822 h 10000"/>
                <a:gd name="connsiteX86" fmla="*/ 2556 w 9971"/>
                <a:gd name="connsiteY86" fmla="*/ 5764 h 10000"/>
                <a:gd name="connsiteX87" fmla="*/ 2585 w 9971"/>
                <a:gd name="connsiteY87" fmla="*/ 5732 h 10000"/>
                <a:gd name="connsiteX88" fmla="*/ 2615 w 9971"/>
                <a:gd name="connsiteY88" fmla="*/ 5796 h 10000"/>
                <a:gd name="connsiteX89" fmla="*/ 2644 w 9971"/>
                <a:gd name="connsiteY89" fmla="*/ 5822 h 10000"/>
                <a:gd name="connsiteX90" fmla="*/ 2674 w 9971"/>
                <a:gd name="connsiteY90" fmla="*/ 5732 h 10000"/>
                <a:gd name="connsiteX91" fmla="*/ 2703 w 9971"/>
                <a:gd name="connsiteY91" fmla="*/ 5732 h 10000"/>
                <a:gd name="connsiteX92" fmla="*/ 2733 w 9971"/>
                <a:gd name="connsiteY92" fmla="*/ 5847 h 10000"/>
                <a:gd name="connsiteX93" fmla="*/ 2762 w 9971"/>
                <a:gd name="connsiteY93" fmla="*/ 5962 h 10000"/>
                <a:gd name="connsiteX94" fmla="*/ 2789 w 9971"/>
                <a:gd name="connsiteY94" fmla="*/ 6019 h 10000"/>
                <a:gd name="connsiteX95" fmla="*/ 2819 w 9971"/>
                <a:gd name="connsiteY95" fmla="*/ 5962 h 10000"/>
                <a:gd name="connsiteX96" fmla="*/ 2849 w 9971"/>
                <a:gd name="connsiteY96" fmla="*/ 5936 h 10000"/>
                <a:gd name="connsiteX97" fmla="*/ 2879 w 9971"/>
                <a:gd name="connsiteY97" fmla="*/ 5936 h 10000"/>
                <a:gd name="connsiteX98" fmla="*/ 2910 w 9971"/>
                <a:gd name="connsiteY98" fmla="*/ 5879 h 10000"/>
                <a:gd name="connsiteX99" fmla="*/ 2938 w 9971"/>
                <a:gd name="connsiteY99" fmla="*/ 5879 h 10000"/>
                <a:gd name="connsiteX100" fmla="*/ 2968 w 9971"/>
                <a:gd name="connsiteY100" fmla="*/ 5904 h 10000"/>
                <a:gd name="connsiteX101" fmla="*/ 2998 w 9971"/>
                <a:gd name="connsiteY101" fmla="*/ 6045 h 10000"/>
                <a:gd name="connsiteX102" fmla="*/ 3028 w 9971"/>
                <a:gd name="connsiteY102" fmla="*/ 6159 h 10000"/>
                <a:gd name="connsiteX103" fmla="*/ 3057 w 9971"/>
                <a:gd name="connsiteY103" fmla="*/ 6299 h 10000"/>
                <a:gd name="connsiteX104" fmla="*/ 3086 w 9971"/>
                <a:gd name="connsiteY104" fmla="*/ 6497 h 10000"/>
                <a:gd name="connsiteX105" fmla="*/ 3116 w 9971"/>
                <a:gd name="connsiteY105" fmla="*/ 6669 h 10000"/>
                <a:gd name="connsiteX106" fmla="*/ 3147 w 9971"/>
                <a:gd name="connsiteY106" fmla="*/ 6783 h 10000"/>
                <a:gd name="connsiteX107" fmla="*/ 3177 w 9971"/>
                <a:gd name="connsiteY107" fmla="*/ 6809 h 10000"/>
                <a:gd name="connsiteX108" fmla="*/ 3206 w 9971"/>
                <a:gd name="connsiteY108" fmla="*/ 7038 h 10000"/>
                <a:gd name="connsiteX109" fmla="*/ 3237 w 9971"/>
                <a:gd name="connsiteY109" fmla="*/ 7287 h 10000"/>
                <a:gd name="connsiteX110" fmla="*/ 3267 w 9971"/>
                <a:gd name="connsiteY110" fmla="*/ 7459 h 10000"/>
                <a:gd name="connsiteX111" fmla="*/ 3297 w 9971"/>
                <a:gd name="connsiteY111" fmla="*/ 7376 h 10000"/>
                <a:gd name="connsiteX112" fmla="*/ 3325 w 9971"/>
                <a:gd name="connsiteY112" fmla="*/ 7261 h 10000"/>
                <a:gd name="connsiteX113" fmla="*/ 3355 w 9971"/>
                <a:gd name="connsiteY113" fmla="*/ 7121 h 10000"/>
                <a:gd name="connsiteX114" fmla="*/ 3385 w 9971"/>
                <a:gd name="connsiteY114" fmla="*/ 6809 h 10000"/>
                <a:gd name="connsiteX115" fmla="*/ 3415 w 9971"/>
                <a:gd name="connsiteY115" fmla="*/ 6529 h 10000"/>
                <a:gd name="connsiteX116" fmla="*/ 3444 w 9971"/>
                <a:gd name="connsiteY116" fmla="*/ 6414 h 10000"/>
                <a:gd name="connsiteX117" fmla="*/ 3474 w 9971"/>
                <a:gd name="connsiteY117" fmla="*/ 6159 h 10000"/>
                <a:gd name="connsiteX118" fmla="*/ 3504 w 9971"/>
                <a:gd name="connsiteY118" fmla="*/ 5592 h 10000"/>
                <a:gd name="connsiteX119" fmla="*/ 3534 w 9971"/>
                <a:gd name="connsiteY119" fmla="*/ 4694 h 10000"/>
                <a:gd name="connsiteX120" fmla="*/ 3563 w 9971"/>
                <a:gd name="connsiteY120" fmla="*/ 3930 h 10000"/>
                <a:gd name="connsiteX121" fmla="*/ 3594 w 9971"/>
                <a:gd name="connsiteY121" fmla="*/ 3510 h 10000"/>
                <a:gd name="connsiteX122" fmla="*/ 3624 w 9971"/>
                <a:gd name="connsiteY122" fmla="*/ 3223 h 10000"/>
                <a:gd name="connsiteX123" fmla="*/ 3650 w 9971"/>
                <a:gd name="connsiteY123" fmla="*/ 2994 h 10000"/>
                <a:gd name="connsiteX124" fmla="*/ 3679 w 9971"/>
                <a:gd name="connsiteY124" fmla="*/ 3338 h 10000"/>
                <a:gd name="connsiteX125" fmla="*/ 3712 w 9971"/>
                <a:gd name="connsiteY125" fmla="*/ 4236 h 10000"/>
                <a:gd name="connsiteX126" fmla="*/ 3742 w 9971"/>
                <a:gd name="connsiteY126" fmla="*/ 5936 h 10000"/>
                <a:gd name="connsiteX127" fmla="*/ 3772 w 9971"/>
                <a:gd name="connsiteY127" fmla="*/ 7771 h 10000"/>
                <a:gd name="connsiteX128" fmla="*/ 3802 w 9971"/>
                <a:gd name="connsiteY128" fmla="*/ 9013 h 10000"/>
                <a:gd name="connsiteX129" fmla="*/ 3831 w 9971"/>
                <a:gd name="connsiteY129" fmla="*/ 9548 h 10000"/>
                <a:gd name="connsiteX130" fmla="*/ 3861 w 9971"/>
                <a:gd name="connsiteY130" fmla="*/ 9720 h 10000"/>
                <a:gd name="connsiteX131" fmla="*/ 3891 w 9971"/>
                <a:gd name="connsiteY131" fmla="*/ 9968 h 10000"/>
                <a:gd name="connsiteX132" fmla="*/ 3922 w 9971"/>
                <a:gd name="connsiteY132" fmla="*/ 10000 h 10000"/>
                <a:gd name="connsiteX133" fmla="*/ 3947 w 9971"/>
                <a:gd name="connsiteY133" fmla="*/ 9293 h 10000"/>
                <a:gd name="connsiteX134" fmla="*/ 3978 w 9971"/>
                <a:gd name="connsiteY134" fmla="*/ 8815 h 10000"/>
                <a:gd name="connsiteX135" fmla="*/ 4007 w 9971"/>
                <a:gd name="connsiteY135" fmla="*/ 8280 h 10000"/>
                <a:gd name="connsiteX136" fmla="*/ 4037 w 9971"/>
                <a:gd name="connsiteY136" fmla="*/ 7745 h 10000"/>
                <a:gd name="connsiteX137" fmla="*/ 4066 w 9971"/>
                <a:gd name="connsiteY137" fmla="*/ 7459 h 10000"/>
                <a:gd name="connsiteX138" fmla="*/ 4096 w 9971"/>
                <a:gd name="connsiteY138" fmla="*/ 7318 h 10000"/>
                <a:gd name="connsiteX139" fmla="*/ 4126 w 9971"/>
                <a:gd name="connsiteY139" fmla="*/ 7089 h 10000"/>
                <a:gd name="connsiteX140" fmla="*/ 4156 w 9971"/>
                <a:gd name="connsiteY140" fmla="*/ 6834 h 10000"/>
                <a:gd name="connsiteX141" fmla="*/ 4185 w 9971"/>
                <a:gd name="connsiteY141" fmla="*/ 6783 h 10000"/>
                <a:gd name="connsiteX142" fmla="*/ 4215 w 9971"/>
                <a:gd name="connsiteY142" fmla="*/ 6809 h 10000"/>
                <a:gd name="connsiteX143" fmla="*/ 4245 w 9971"/>
                <a:gd name="connsiteY143" fmla="*/ 6783 h 10000"/>
                <a:gd name="connsiteX144" fmla="*/ 4275 w 9971"/>
                <a:gd name="connsiteY144" fmla="*/ 6726 h 10000"/>
                <a:gd name="connsiteX145" fmla="*/ 4304 w 9971"/>
                <a:gd name="connsiteY145" fmla="*/ 6643 h 10000"/>
                <a:gd name="connsiteX146" fmla="*/ 4334 w 9971"/>
                <a:gd name="connsiteY146" fmla="*/ 6643 h 10000"/>
                <a:gd name="connsiteX147" fmla="*/ 4365 w 9971"/>
                <a:gd name="connsiteY147" fmla="*/ 6669 h 10000"/>
                <a:gd name="connsiteX148" fmla="*/ 4394 w 9971"/>
                <a:gd name="connsiteY148" fmla="*/ 6643 h 10000"/>
                <a:gd name="connsiteX149" fmla="*/ 4424 w 9971"/>
                <a:gd name="connsiteY149" fmla="*/ 6611 h 10000"/>
                <a:gd name="connsiteX150" fmla="*/ 4453 w 9971"/>
                <a:gd name="connsiteY150" fmla="*/ 6611 h 10000"/>
                <a:gd name="connsiteX151" fmla="*/ 4484 w 9971"/>
                <a:gd name="connsiteY151" fmla="*/ 6643 h 10000"/>
                <a:gd name="connsiteX152" fmla="*/ 4514 w 9971"/>
                <a:gd name="connsiteY152" fmla="*/ 6586 h 10000"/>
                <a:gd name="connsiteX153" fmla="*/ 4543 w 9971"/>
                <a:gd name="connsiteY153" fmla="*/ 6497 h 10000"/>
                <a:gd name="connsiteX154" fmla="*/ 4572 w 9971"/>
                <a:gd name="connsiteY154" fmla="*/ 6439 h 10000"/>
                <a:gd name="connsiteX155" fmla="*/ 4602 w 9971"/>
                <a:gd name="connsiteY155" fmla="*/ 6497 h 10000"/>
                <a:gd name="connsiteX156" fmla="*/ 4633 w 9971"/>
                <a:gd name="connsiteY156" fmla="*/ 6414 h 10000"/>
                <a:gd name="connsiteX157" fmla="*/ 4662 w 9971"/>
                <a:gd name="connsiteY157" fmla="*/ 6389 h 10000"/>
                <a:gd name="connsiteX158" fmla="*/ 4691 w 9971"/>
                <a:gd name="connsiteY158" fmla="*/ 6299 h 10000"/>
                <a:gd name="connsiteX159" fmla="*/ 4721 w 9971"/>
                <a:gd name="connsiteY159" fmla="*/ 6299 h 10000"/>
                <a:gd name="connsiteX160" fmla="*/ 4752 w 9971"/>
                <a:gd name="connsiteY160" fmla="*/ 6299 h 10000"/>
                <a:gd name="connsiteX161" fmla="*/ 4781 w 9971"/>
                <a:gd name="connsiteY161" fmla="*/ 6159 h 10000"/>
                <a:gd name="connsiteX162" fmla="*/ 4808 w 9971"/>
                <a:gd name="connsiteY162" fmla="*/ 6191 h 10000"/>
                <a:gd name="connsiteX163" fmla="*/ 4837 w 9971"/>
                <a:gd name="connsiteY163" fmla="*/ 6127 h 10000"/>
                <a:gd name="connsiteX164" fmla="*/ 4867 w 9971"/>
                <a:gd name="connsiteY164" fmla="*/ 6191 h 10000"/>
                <a:gd name="connsiteX165" fmla="*/ 4897 w 9971"/>
                <a:gd name="connsiteY165" fmla="*/ 6076 h 10000"/>
                <a:gd name="connsiteX166" fmla="*/ 4926 w 9971"/>
                <a:gd name="connsiteY166" fmla="*/ 6045 h 10000"/>
                <a:gd name="connsiteX167" fmla="*/ 4955 w 9971"/>
                <a:gd name="connsiteY167" fmla="*/ 6045 h 10000"/>
                <a:gd name="connsiteX168" fmla="*/ 4986 w 9971"/>
                <a:gd name="connsiteY168" fmla="*/ 6076 h 10000"/>
                <a:gd name="connsiteX169" fmla="*/ 5016 w 9971"/>
                <a:gd name="connsiteY169" fmla="*/ 5987 h 10000"/>
                <a:gd name="connsiteX170" fmla="*/ 5046 w 9971"/>
                <a:gd name="connsiteY170" fmla="*/ 5987 h 10000"/>
                <a:gd name="connsiteX171" fmla="*/ 5074 w 9971"/>
                <a:gd name="connsiteY171" fmla="*/ 5987 h 10000"/>
                <a:gd name="connsiteX172" fmla="*/ 5104 w 9971"/>
                <a:gd name="connsiteY172" fmla="*/ 6076 h 10000"/>
                <a:gd name="connsiteX173" fmla="*/ 5135 w 9971"/>
                <a:gd name="connsiteY173" fmla="*/ 6045 h 10000"/>
                <a:gd name="connsiteX174" fmla="*/ 5166 w 9971"/>
                <a:gd name="connsiteY174" fmla="*/ 5987 h 10000"/>
                <a:gd name="connsiteX175" fmla="*/ 5195 w 9971"/>
                <a:gd name="connsiteY175" fmla="*/ 6045 h 10000"/>
                <a:gd name="connsiteX176" fmla="*/ 5224 w 9971"/>
                <a:gd name="connsiteY176" fmla="*/ 6191 h 10000"/>
                <a:gd name="connsiteX177" fmla="*/ 5254 w 9971"/>
                <a:gd name="connsiteY177" fmla="*/ 6159 h 10000"/>
                <a:gd name="connsiteX178" fmla="*/ 5284 w 9971"/>
                <a:gd name="connsiteY178" fmla="*/ 6102 h 10000"/>
                <a:gd name="connsiteX179" fmla="*/ 5314 w 9971"/>
                <a:gd name="connsiteY179" fmla="*/ 6127 h 10000"/>
                <a:gd name="connsiteX180" fmla="*/ 5343 w 9971"/>
                <a:gd name="connsiteY180" fmla="*/ 6159 h 10000"/>
                <a:gd name="connsiteX181" fmla="*/ 5373 w 9971"/>
                <a:gd name="connsiteY181" fmla="*/ 6191 h 10000"/>
                <a:gd name="connsiteX182" fmla="*/ 5403 w 9971"/>
                <a:gd name="connsiteY182" fmla="*/ 6102 h 10000"/>
                <a:gd name="connsiteX183" fmla="*/ 5432 w 9971"/>
                <a:gd name="connsiteY183" fmla="*/ 6102 h 10000"/>
                <a:gd name="connsiteX184" fmla="*/ 5461 w 9971"/>
                <a:gd name="connsiteY184" fmla="*/ 6127 h 10000"/>
                <a:gd name="connsiteX185" fmla="*/ 5492 w 9971"/>
                <a:gd name="connsiteY185" fmla="*/ 6127 h 10000"/>
                <a:gd name="connsiteX186" fmla="*/ 5523 w 9971"/>
                <a:gd name="connsiteY186" fmla="*/ 6019 h 10000"/>
                <a:gd name="connsiteX187" fmla="*/ 5553 w 9971"/>
                <a:gd name="connsiteY187" fmla="*/ 5962 h 10000"/>
                <a:gd name="connsiteX188" fmla="*/ 5582 w 9971"/>
                <a:gd name="connsiteY188" fmla="*/ 5987 h 10000"/>
                <a:gd name="connsiteX189" fmla="*/ 5611 w 9971"/>
                <a:gd name="connsiteY189" fmla="*/ 5987 h 10000"/>
                <a:gd name="connsiteX190" fmla="*/ 5641 w 9971"/>
                <a:gd name="connsiteY190" fmla="*/ 5936 h 10000"/>
                <a:gd name="connsiteX191" fmla="*/ 5667 w 9971"/>
                <a:gd name="connsiteY191" fmla="*/ 5879 h 10000"/>
                <a:gd name="connsiteX192" fmla="*/ 5697 w 9971"/>
                <a:gd name="connsiteY192" fmla="*/ 5904 h 10000"/>
                <a:gd name="connsiteX193" fmla="*/ 5727 w 9971"/>
                <a:gd name="connsiteY193" fmla="*/ 5962 h 10000"/>
                <a:gd name="connsiteX194" fmla="*/ 5757 w 9971"/>
                <a:gd name="connsiteY194" fmla="*/ 5936 h 10000"/>
                <a:gd name="connsiteX195" fmla="*/ 5786 w 9971"/>
                <a:gd name="connsiteY195" fmla="*/ 5987 h 10000"/>
                <a:gd name="connsiteX196" fmla="*/ 5816 w 9971"/>
                <a:gd name="connsiteY196" fmla="*/ 5987 h 10000"/>
                <a:gd name="connsiteX197" fmla="*/ 5846 w 9971"/>
                <a:gd name="connsiteY197" fmla="*/ 6076 h 10000"/>
                <a:gd name="connsiteX198" fmla="*/ 5876 w 9971"/>
                <a:gd name="connsiteY198" fmla="*/ 6076 h 10000"/>
                <a:gd name="connsiteX199" fmla="*/ 5905 w 9971"/>
                <a:gd name="connsiteY199" fmla="*/ 6045 h 10000"/>
                <a:gd name="connsiteX200" fmla="*/ 5935 w 9971"/>
                <a:gd name="connsiteY200" fmla="*/ 6045 h 10000"/>
                <a:gd name="connsiteX201" fmla="*/ 5965 w 9971"/>
                <a:gd name="connsiteY201" fmla="*/ 6127 h 10000"/>
                <a:gd name="connsiteX202" fmla="*/ 5996 w 9971"/>
                <a:gd name="connsiteY202" fmla="*/ 6102 h 10000"/>
                <a:gd name="connsiteX203" fmla="*/ 6025 w 9971"/>
                <a:gd name="connsiteY203" fmla="*/ 6102 h 10000"/>
                <a:gd name="connsiteX204" fmla="*/ 6054 w 9971"/>
                <a:gd name="connsiteY204" fmla="*/ 6102 h 10000"/>
                <a:gd name="connsiteX205" fmla="*/ 6084 w 9971"/>
                <a:gd name="connsiteY205" fmla="*/ 6127 h 10000"/>
                <a:gd name="connsiteX206" fmla="*/ 6114 w 9971"/>
                <a:gd name="connsiteY206" fmla="*/ 6127 h 10000"/>
                <a:gd name="connsiteX207" fmla="*/ 6144 w 9971"/>
                <a:gd name="connsiteY207" fmla="*/ 6102 h 10000"/>
                <a:gd name="connsiteX208" fmla="*/ 6173 w 9971"/>
                <a:gd name="connsiteY208" fmla="*/ 6159 h 10000"/>
                <a:gd name="connsiteX209" fmla="*/ 6203 w 9971"/>
                <a:gd name="connsiteY209" fmla="*/ 6191 h 10000"/>
                <a:gd name="connsiteX210" fmla="*/ 6233 w 9971"/>
                <a:gd name="connsiteY210" fmla="*/ 6191 h 10000"/>
                <a:gd name="connsiteX211" fmla="*/ 6263 w 9971"/>
                <a:gd name="connsiteY211" fmla="*/ 6159 h 10000"/>
                <a:gd name="connsiteX212" fmla="*/ 6292 w 9971"/>
                <a:gd name="connsiteY212" fmla="*/ 6191 h 10000"/>
                <a:gd name="connsiteX213" fmla="*/ 6322 w 9971"/>
                <a:gd name="connsiteY213" fmla="*/ 6274 h 10000"/>
                <a:gd name="connsiteX214" fmla="*/ 6353 w 9971"/>
                <a:gd name="connsiteY214" fmla="*/ 6299 h 10000"/>
                <a:gd name="connsiteX215" fmla="*/ 6383 w 9971"/>
                <a:gd name="connsiteY215" fmla="*/ 6274 h 10000"/>
                <a:gd name="connsiteX216" fmla="*/ 6412 w 9971"/>
                <a:gd name="connsiteY216" fmla="*/ 6248 h 10000"/>
                <a:gd name="connsiteX217" fmla="*/ 6441 w 9971"/>
                <a:gd name="connsiteY217" fmla="*/ 6299 h 10000"/>
                <a:gd name="connsiteX218" fmla="*/ 6472 w 9971"/>
                <a:gd name="connsiteY218" fmla="*/ 6274 h 10000"/>
                <a:gd name="connsiteX219" fmla="*/ 6502 w 9971"/>
                <a:gd name="connsiteY219" fmla="*/ 6274 h 10000"/>
                <a:gd name="connsiteX220" fmla="*/ 6528 w 9971"/>
                <a:gd name="connsiteY220" fmla="*/ 6248 h 10000"/>
                <a:gd name="connsiteX221" fmla="*/ 6557 w 9971"/>
                <a:gd name="connsiteY221" fmla="*/ 6248 h 10000"/>
                <a:gd name="connsiteX222" fmla="*/ 6586 w 9971"/>
                <a:gd name="connsiteY222" fmla="*/ 6331 h 10000"/>
                <a:gd name="connsiteX223" fmla="*/ 6616 w 9971"/>
                <a:gd name="connsiteY223" fmla="*/ 6357 h 10000"/>
                <a:gd name="connsiteX224" fmla="*/ 6646 w 9971"/>
                <a:gd name="connsiteY224" fmla="*/ 6274 h 10000"/>
                <a:gd name="connsiteX225" fmla="*/ 6675 w 9971"/>
                <a:gd name="connsiteY225" fmla="*/ 6414 h 10000"/>
                <a:gd name="connsiteX226" fmla="*/ 6706 w 9971"/>
                <a:gd name="connsiteY226" fmla="*/ 6414 h 10000"/>
                <a:gd name="connsiteX227" fmla="*/ 6736 w 9971"/>
                <a:gd name="connsiteY227" fmla="*/ 6274 h 10000"/>
                <a:gd name="connsiteX228" fmla="*/ 6770 w 9971"/>
                <a:gd name="connsiteY228" fmla="*/ 6191 h 10000"/>
                <a:gd name="connsiteX229" fmla="*/ 6799 w 9971"/>
                <a:gd name="connsiteY229" fmla="*/ 6191 h 10000"/>
                <a:gd name="connsiteX230" fmla="*/ 6826 w 9971"/>
                <a:gd name="connsiteY230" fmla="*/ 6248 h 10000"/>
                <a:gd name="connsiteX231" fmla="*/ 6855 w 9971"/>
                <a:gd name="connsiteY231" fmla="*/ 6248 h 10000"/>
                <a:gd name="connsiteX232" fmla="*/ 6885 w 9971"/>
                <a:gd name="connsiteY232" fmla="*/ 6217 h 10000"/>
                <a:gd name="connsiteX233" fmla="*/ 6915 w 9971"/>
                <a:gd name="connsiteY233" fmla="*/ 6127 h 10000"/>
                <a:gd name="connsiteX234" fmla="*/ 6944 w 9971"/>
                <a:gd name="connsiteY234" fmla="*/ 6127 h 10000"/>
                <a:gd name="connsiteX235" fmla="*/ 6973 w 9971"/>
                <a:gd name="connsiteY235" fmla="*/ 6102 h 10000"/>
                <a:gd name="connsiteX236" fmla="*/ 7003 w 9971"/>
                <a:gd name="connsiteY236" fmla="*/ 6045 h 10000"/>
                <a:gd name="connsiteX237" fmla="*/ 7034 w 9971"/>
                <a:gd name="connsiteY237" fmla="*/ 6045 h 10000"/>
                <a:gd name="connsiteX238" fmla="*/ 7063 w 9971"/>
                <a:gd name="connsiteY238" fmla="*/ 6127 h 10000"/>
                <a:gd name="connsiteX239" fmla="*/ 7093 w 9971"/>
                <a:gd name="connsiteY239" fmla="*/ 6102 h 10000"/>
                <a:gd name="connsiteX240" fmla="*/ 7123 w 9971"/>
                <a:gd name="connsiteY240" fmla="*/ 6076 h 10000"/>
                <a:gd name="connsiteX241" fmla="*/ 7154 w 9971"/>
                <a:gd name="connsiteY241" fmla="*/ 6045 h 10000"/>
                <a:gd name="connsiteX242" fmla="*/ 7183 w 9971"/>
                <a:gd name="connsiteY242" fmla="*/ 6127 h 10000"/>
                <a:gd name="connsiteX243" fmla="*/ 7212 w 9971"/>
                <a:gd name="connsiteY243" fmla="*/ 6248 h 10000"/>
                <a:gd name="connsiteX244" fmla="*/ 7242 w 9971"/>
                <a:gd name="connsiteY244" fmla="*/ 6248 h 10000"/>
                <a:gd name="connsiteX245" fmla="*/ 7272 w 9971"/>
                <a:gd name="connsiteY245" fmla="*/ 6274 h 10000"/>
                <a:gd name="connsiteX246" fmla="*/ 7301 w 9971"/>
                <a:gd name="connsiteY246" fmla="*/ 6357 h 10000"/>
                <a:gd name="connsiteX247" fmla="*/ 7331 w 9971"/>
                <a:gd name="connsiteY247" fmla="*/ 6389 h 10000"/>
                <a:gd name="connsiteX248" fmla="*/ 7360 w 9971"/>
                <a:gd name="connsiteY248" fmla="*/ 6274 h 10000"/>
                <a:gd name="connsiteX249" fmla="*/ 7391 w 9971"/>
                <a:gd name="connsiteY249" fmla="*/ 6299 h 10000"/>
                <a:gd name="connsiteX250" fmla="*/ 7421 w 9971"/>
                <a:gd name="connsiteY250" fmla="*/ 6299 h 10000"/>
                <a:gd name="connsiteX251" fmla="*/ 7450 w 9971"/>
                <a:gd name="connsiteY251" fmla="*/ 6389 h 10000"/>
                <a:gd name="connsiteX252" fmla="*/ 7481 w 9971"/>
                <a:gd name="connsiteY252" fmla="*/ 6357 h 10000"/>
                <a:gd name="connsiteX253" fmla="*/ 7511 w 9971"/>
                <a:gd name="connsiteY253" fmla="*/ 6331 h 10000"/>
                <a:gd name="connsiteX254" fmla="*/ 7541 w 9971"/>
                <a:gd name="connsiteY254" fmla="*/ 6357 h 10000"/>
                <a:gd name="connsiteX255" fmla="*/ 7570 w 9971"/>
                <a:gd name="connsiteY255" fmla="*/ 6439 h 10000"/>
                <a:gd name="connsiteX256" fmla="*/ 7599 w 9971"/>
                <a:gd name="connsiteY256" fmla="*/ 6389 h 10000"/>
                <a:gd name="connsiteX257" fmla="*/ 7629 w 9971"/>
                <a:gd name="connsiteY257" fmla="*/ 6414 h 10000"/>
                <a:gd name="connsiteX258" fmla="*/ 7659 w 9971"/>
                <a:gd name="connsiteY258" fmla="*/ 6299 h 10000"/>
                <a:gd name="connsiteX259" fmla="*/ 7684 w 9971"/>
                <a:gd name="connsiteY259" fmla="*/ 6331 h 10000"/>
                <a:gd name="connsiteX260" fmla="*/ 7714 w 9971"/>
                <a:gd name="connsiteY260" fmla="*/ 6389 h 10000"/>
                <a:gd name="connsiteX261" fmla="*/ 7745 w 9971"/>
                <a:gd name="connsiteY261" fmla="*/ 6331 h 10000"/>
                <a:gd name="connsiteX262" fmla="*/ 7774 w 9971"/>
                <a:gd name="connsiteY262" fmla="*/ 6299 h 10000"/>
                <a:gd name="connsiteX263" fmla="*/ 7803 w 9971"/>
                <a:gd name="connsiteY263" fmla="*/ 6414 h 10000"/>
                <a:gd name="connsiteX264" fmla="*/ 7834 w 9971"/>
                <a:gd name="connsiteY264" fmla="*/ 6389 h 10000"/>
                <a:gd name="connsiteX265" fmla="*/ 7865 w 9971"/>
                <a:gd name="connsiteY265" fmla="*/ 6331 h 10000"/>
                <a:gd name="connsiteX266" fmla="*/ 7895 w 9971"/>
                <a:gd name="connsiteY266" fmla="*/ 6331 h 10000"/>
                <a:gd name="connsiteX267" fmla="*/ 7923 w 9971"/>
                <a:gd name="connsiteY267" fmla="*/ 6389 h 10000"/>
                <a:gd name="connsiteX268" fmla="*/ 7953 w 9971"/>
                <a:gd name="connsiteY268" fmla="*/ 6357 h 10000"/>
                <a:gd name="connsiteX269" fmla="*/ 7983 w 9971"/>
                <a:gd name="connsiteY269" fmla="*/ 6357 h 10000"/>
                <a:gd name="connsiteX270" fmla="*/ 8013 w 9971"/>
                <a:gd name="connsiteY270" fmla="*/ 6299 h 10000"/>
                <a:gd name="connsiteX271" fmla="*/ 8041 w 9971"/>
                <a:gd name="connsiteY271" fmla="*/ 6389 h 10000"/>
                <a:gd name="connsiteX272" fmla="*/ 8072 w 9971"/>
                <a:gd name="connsiteY272" fmla="*/ 6414 h 10000"/>
                <a:gd name="connsiteX273" fmla="*/ 8102 w 9971"/>
                <a:gd name="connsiteY273" fmla="*/ 6331 h 10000"/>
                <a:gd name="connsiteX274" fmla="*/ 8132 w 9971"/>
                <a:gd name="connsiteY274" fmla="*/ 6274 h 10000"/>
                <a:gd name="connsiteX275" fmla="*/ 8162 w 9971"/>
                <a:gd name="connsiteY275" fmla="*/ 6389 h 10000"/>
                <a:gd name="connsiteX276" fmla="*/ 8191 w 9971"/>
                <a:gd name="connsiteY276" fmla="*/ 6497 h 10000"/>
                <a:gd name="connsiteX277" fmla="*/ 8221 w 9971"/>
                <a:gd name="connsiteY277" fmla="*/ 6471 h 10000"/>
                <a:gd name="connsiteX278" fmla="*/ 8252 w 9971"/>
                <a:gd name="connsiteY278" fmla="*/ 6357 h 10000"/>
                <a:gd name="connsiteX279" fmla="*/ 8281 w 9971"/>
                <a:gd name="connsiteY279" fmla="*/ 6389 h 10000"/>
                <a:gd name="connsiteX280" fmla="*/ 8310 w 9971"/>
                <a:gd name="connsiteY280" fmla="*/ 6439 h 10000"/>
                <a:gd name="connsiteX281" fmla="*/ 8340 w 9971"/>
                <a:gd name="connsiteY281" fmla="*/ 6414 h 10000"/>
                <a:gd name="connsiteX282" fmla="*/ 8370 w 9971"/>
                <a:gd name="connsiteY282" fmla="*/ 6357 h 10000"/>
                <a:gd name="connsiteX283" fmla="*/ 8400 w 9971"/>
                <a:gd name="connsiteY283" fmla="*/ 6357 h 10000"/>
                <a:gd name="connsiteX284" fmla="*/ 8429 w 9971"/>
                <a:gd name="connsiteY284" fmla="*/ 6414 h 10000"/>
                <a:gd name="connsiteX285" fmla="*/ 8459 w 9971"/>
                <a:gd name="connsiteY285" fmla="*/ 6414 h 10000"/>
                <a:gd name="connsiteX286" fmla="*/ 8490 w 9971"/>
                <a:gd name="connsiteY286" fmla="*/ 6331 h 10000"/>
                <a:gd name="connsiteX287" fmla="*/ 8520 w 9971"/>
                <a:gd name="connsiteY287" fmla="*/ 6414 h 10000"/>
                <a:gd name="connsiteX288" fmla="*/ 8545 w 9971"/>
                <a:gd name="connsiteY288" fmla="*/ 6414 h 10000"/>
                <a:gd name="connsiteX289" fmla="*/ 8575 w 9971"/>
                <a:gd name="connsiteY289" fmla="*/ 6471 h 10000"/>
                <a:gd name="connsiteX290" fmla="*/ 8604 w 9971"/>
                <a:gd name="connsiteY290" fmla="*/ 6389 h 10000"/>
                <a:gd name="connsiteX291" fmla="*/ 8635 w 9971"/>
                <a:gd name="connsiteY291" fmla="*/ 6357 h 10000"/>
                <a:gd name="connsiteX292" fmla="*/ 8664 w 9971"/>
                <a:gd name="connsiteY292" fmla="*/ 6414 h 10000"/>
                <a:gd name="connsiteX293" fmla="*/ 8694 w 9971"/>
                <a:gd name="connsiteY293" fmla="*/ 6471 h 10000"/>
                <a:gd name="connsiteX294" fmla="*/ 8723 w 9971"/>
                <a:gd name="connsiteY294" fmla="*/ 6414 h 10000"/>
                <a:gd name="connsiteX295" fmla="*/ 8753 w 9971"/>
                <a:gd name="connsiteY295" fmla="*/ 6357 h 10000"/>
                <a:gd name="connsiteX296" fmla="*/ 8784 w 9971"/>
                <a:gd name="connsiteY296" fmla="*/ 6414 h 10000"/>
                <a:gd name="connsiteX297" fmla="*/ 8814 w 9971"/>
                <a:gd name="connsiteY297" fmla="*/ 6497 h 10000"/>
                <a:gd name="connsiteX298" fmla="*/ 8843 w 9971"/>
                <a:gd name="connsiteY298" fmla="*/ 6414 h 10000"/>
                <a:gd name="connsiteX299" fmla="*/ 8873 w 9971"/>
                <a:gd name="connsiteY299" fmla="*/ 6357 h 10000"/>
                <a:gd name="connsiteX300" fmla="*/ 8903 w 9971"/>
                <a:gd name="connsiteY300" fmla="*/ 6389 h 10000"/>
                <a:gd name="connsiteX301" fmla="*/ 8932 w 9971"/>
                <a:gd name="connsiteY301" fmla="*/ 6414 h 10000"/>
                <a:gd name="connsiteX302" fmla="*/ 8962 w 9971"/>
                <a:gd name="connsiteY302" fmla="*/ 6357 h 10000"/>
                <a:gd name="connsiteX303" fmla="*/ 8991 w 9971"/>
                <a:gd name="connsiteY303" fmla="*/ 6331 h 10000"/>
                <a:gd name="connsiteX304" fmla="*/ 9022 w 9971"/>
                <a:gd name="connsiteY304" fmla="*/ 6299 h 10000"/>
                <a:gd name="connsiteX305" fmla="*/ 9051 w 9971"/>
                <a:gd name="connsiteY305" fmla="*/ 6357 h 10000"/>
                <a:gd name="connsiteX306" fmla="*/ 9081 w 9971"/>
                <a:gd name="connsiteY306" fmla="*/ 6357 h 10000"/>
                <a:gd name="connsiteX307" fmla="*/ 9111 w 9971"/>
                <a:gd name="connsiteY307" fmla="*/ 6357 h 10000"/>
                <a:gd name="connsiteX308" fmla="*/ 9142 w 9971"/>
                <a:gd name="connsiteY308" fmla="*/ 6299 h 10000"/>
                <a:gd name="connsiteX309" fmla="*/ 9171 w 9971"/>
                <a:gd name="connsiteY309" fmla="*/ 6331 h 10000"/>
                <a:gd name="connsiteX310" fmla="*/ 9201 w 9971"/>
                <a:gd name="connsiteY310" fmla="*/ 6331 h 10000"/>
                <a:gd name="connsiteX311" fmla="*/ 9230 w 9971"/>
                <a:gd name="connsiteY311" fmla="*/ 6248 h 10000"/>
                <a:gd name="connsiteX312" fmla="*/ 9260 w 9971"/>
                <a:gd name="connsiteY312" fmla="*/ 6217 h 10000"/>
                <a:gd name="connsiteX313" fmla="*/ 9290 w 9971"/>
                <a:gd name="connsiteY313" fmla="*/ 6248 h 10000"/>
                <a:gd name="connsiteX314" fmla="*/ 9319 w 9971"/>
                <a:gd name="connsiteY314" fmla="*/ 6299 h 10000"/>
                <a:gd name="connsiteX315" fmla="*/ 9348 w 9971"/>
                <a:gd name="connsiteY315" fmla="*/ 6217 h 10000"/>
                <a:gd name="connsiteX316" fmla="*/ 9378 w 9971"/>
                <a:gd name="connsiteY316" fmla="*/ 6159 h 10000"/>
                <a:gd name="connsiteX317" fmla="*/ 9404 w 9971"/>
                <a:gd name="connsiteY317" fmla="*/ 6191 h 10000"/>
                <a:gd name="connsiteX318" fmla="*/ 9434 w 9971"/>
                <a:gd name="connsiteY318" fmla="*/ 6217 h 10000"/>
                <a:gd name="connsiteX319" fmla="*/ 9465 w 9971"/>
                <a:gd name="connsiteY319" fmla="*/ 6191 h 10000"/>
                <a:gd name="connsiteX320" fmla="*/ 9496 w 9971"/>
                <a:gd name="connsiteY320" fmla="*/ 6102 h 10000"/>
                <a:gd name="connsiteX321" fmla="*/ 9526 w 9971"/>
                <a:gd name="connsiteY321" fmla="*/ 6159 h 10000"/>
                <a:gd name="connsiteX322" fmla="*/ 9554 w 9971"/>
                <a:gd name="connsiteY322" fmla="*/ 6191 h 10000"/>
                <a:gd name="connsiteX323" fmla="*/ 9584 w 9971"/>
                <a:gd name="connsiteY323" fmla="*/ 6102 h 10000"/>
                <a:gd name="connsiteX324" fmla="*/ 9614 w 9971"/>
                <a:gd name="connsiteY324" fmla="*/ 6019 h 10000"/>
                <a:gd name="connsiteX325" fmla="*/ 9644 w 9971"/>
                <a:gd name="connsiteY325" fmla="*/ 5962 h 10000"/>
                <a:gd name="connsiteX326" fmla="*/ 9672 w 9971"/>
                <a:gd name="connsiteY326" fmla="*/ 5879 h 10000"/>
                <a:gd name="connsiteX327" fmla="*/ 9702 w 9971"/>
                <a:gd name="connsiteY327" fmla="*/ 5567 h 10000"/>
                <a:gd name="connsiteX328" fmla="*/ 9732 w 9971"/>
                <a:gd name="connsiteY328" fmla="*/ 5000 h 10000"/>
                <a:gd name="connsiteX329" fmla="*/ 9762 w 9971"/>
                <a:gd name="connsiteY329" fmla="*/ 3420 h 10000"/>
                <a:gd name="connsiteX330" fmla="*/ 9791 w 9971"/>
                <a:gd name="connsiteY330" fmla="*/ 567 h 10000"/>
                <a:gd name="connsiteX331" fmla="*/ 9823 w 9971"/>
                <a:gd name="connsiteY331" fmla="*/ 0 h 10000"/>
                <a:gd name="connsiteX332" fmla="*/ 9853 w 9971"/>
                <a:gd name="connsiteY332" fmla="*/ 427 h 10000"/>
                <a:gd name="connsiteX333" fmla="*/ 9883 w 9971"/>
                <a:gd name="connsiteY333" fmla="*/ 3618 h 10000"/>
                <a:gd name="connsiteX334" fmla="*/ 9911 w 9971"/>
                <a:gd name="connsiteY334" fmla="*/ 3650 h 10000"/>
                <a:gd name="connsiteX335" fmla="*/ 9941 w 9971"/>
                <a:gd name="connsiteY335" fmla="*/ 3510 h 10000"/>
                <a:gd name="connsiteX336" fmla="*/ 9971 w 9971"/>
                <a:gd name="connsiteY336" fmla="*/ 3363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9971" h="10000">
                  <a:moveTo>
                    <a:pt x="0" y="5510"/>
                  </a:moveTo>
                  <a:cubicBezTo>
                    <a:pt x="11" y="5765"/>
                    <a:pt x="23" y="6019"/>
                    <a:pt x="34" y="6274"/>
                  </a:cubicBezTo>
                  <a:cubicBezTo>
                    <a:pt x="43" y="6518"/>
                    <a:pt x="53" y="6762"/>
                    <a:pt x="63" y="7006"/>
                  </a:cubicBezTo>
                  <a:cubicBezTo>
                    <a:pt x="73" y="7063"/>
                    <a:pt x="82" y="7121"/>
                    <a:pt x="92" y="7178"/>
                  </a:cubicBezTo>
                  <a:cubicBezTo>
                    <a:pt x="103" y="7083"/>
                    <a:pt x="114" y="6987"/>
                    <a:pt x="124" y="6892"/>
                  </a:cubicBezTo>
                  <a:cubicBezTo>
                    <a:pt x="134" y="6837"/>
                    <a:pt x="145" y="6781"/>
                    <a:pt x="155" y="6726"/>
                  </a:cubicBezTo>
                  <a:cubicBezTo>
                    <a:pt x="165" y="6745"/>
                    <a:pt x="174" y="6764"/>
                    <a:pt x="185" y="6783"/>
                  </a:cubicBezTo>
                  <a:cubicBezTo>
                    <a:pt x="193" y="6792"/>
                    <a:pt x="202" y="6800"/>
                    <a:pt x="210" y="6809"/>
                  </a:cubicBezTo>
                  <a:cubicBezTo>
                    <a:pt x="221" y="6885"/>
                    <a:pt x="230" y="6962"/>
                    <a:pt x="240" y="7038"/>
                  </a:cubicBezTo>
                  <a:cubicBezTo>
                    <a:pt x="249" y="7085"/>
                    <a:pt x="260" y="7131"/>
                    <a:pt x="269" y="7178"/>
                  </a:cubicBezTo>
                  <a:cubicBezTo>
                    <a:pt x="279" y="7159"/>
                    <a:pt x="288" y="7140"/>
                    <a:pt x="299" y="7121"/>
                  </a:cubicBezTo>
                  <a:cubicBezTo>
                    <a:pt x="309" y="7064"/>
                    <a:pt x="318" y="7006"/>
                    <a:pt x="328" y="6949"/>
                  </a:cubicBezTo>
                  <a:cubicBezTo>
                    <a:pt x="339" y="6921"/>
                    <a:pt x="348" y="6894"/>
                    <a:pt x="358" y="6866"/>
                  </a:cubicBezTo>
                  <a:cubicBezTo>
                    <a:pt x="367" y="6809"/>
                    <a:pt x="378" y="6751"/>
                    <a:pt x="387" y="6694"/>
                  </a:cubicBezTo>
                  <a:cubicBezTo>
                    <a:pt x="397" y="6666"/>
                    <a:pt x="406" y="6639"/>
                    <a:pt x="417" y="6611"/>
                  </a:cubicBezTo>
                  <a:cubicBezTo>
                    <a:pt x="427" y="6584"/>
                    <a:pt x="436" y="6556"/>
                    <a:pt x="446" y="6529"/>
                  </a:cubicBezTo>
                  <a:cubicBezTo>
                    <a:pt x="456" y="6518"/>
                    <a:pt x="467" y="6508"/>
                    <a:pt x="478" y="6497"/>
                  </a:cubicBezTo>
                  <a:cubicBezTo>
                    <a:pt x="487" y="6516"/>
                    <a:pt x="499" y="6535"/>
                    <a:pt x="508" y="6554"/>
                  </a:cubicBezTo>
                  <a:cubicBezTo>
                    <a:pt x="518" y="6620"/>
                    <a:pt x="527" y="6686"/>
                    <a:pt x="538" y="6752"/>
                  </a:cubicBezTo>
                  <a:cubicBezTo>
                    <a:pt x="548" y="6762"/>
                    <a:pt x="557" y="6773"/>
                    <a:pt x="567" y="6783"/>
                  </a:cubicBezTo>
                  <a:cubicBezTo>
                    <a:pt x="578" y="6800"/>
                    <a:pt x="587" y="6817"/>
                    <a:pt x="597" y="6834"/>
                  </a:cubicBezTo>
                  <a:cubicBezTo>
                    <a:pt x="607" y="6787"/>
                    <a:pt x="617" y="6741"/>
                    <a:pt x="626" y="6694"/>
                  </a:cubicBezTo>
                  <a:lnTo>
                    <a:pt x="656" y="6643"/>
                  </a:lnTo>
                  <a:cubicBezTo>
                    <a:pt x="666" y="6624"/>
                    <a:pt x="675" y="6605"/>
                    <a:pt x="686" y="6586"/>
                  </a:cubicBezTo>
                  <a:cubicBezTo>
                    <a:pt x="696" y="6605"/>
                    <a:pt x="705" y="6624"/>
                    <a:pt x="715" y="6643"/>
                  </a:cubicBezTo>
                  <a:cubicBezTo>
                    <a:pt x="726" y="6726"/>
                    <a:pt x="735" y="6809"/>
                    <a:pt x="745" y="6892"/>
                  </a:cubicBezTo>
                  <a:cubicBezTo>
                    <a:pt x="754" y="6922"/>
                    <a:pt x="765" y="6951"/>
                    <a:pt x="774" y="6981"/>
                  </a:cubicBezTo>
                  <a:cubicBezTo>
                    <a:pt x="784" y="6951"/>
                    <a:pt x="793" y="6922"/>
                    <a:pt x="805" y="6892"/>
                  </a:cubicBezTo>
                  <a:cubicBezTo>
                    <a:pt x="816" y="6845"/>
                    <a:pt x="825" y="6799"/>
                    <a:pt x="835" y="6752"/>
                  </a:cubicBezTo>
                  <a:cubicBezTo>
                    <a:pt x="846" y="6724"/>
                    <a:pt x="855" y="6697"/>
                    <a:pt x="865" y="6669"/>
                  </a:cubicBezTo>
                  <a:cubicBezTo>
                    <a:pt x="874" y="6688"/>
                    <a:pt x="886" y="6707"/>
                    <a:pt x="895" y="6726"/>
                  </a:cubicBezTo>
                  <a:cubicBezTo>
                    <a:pt x="905" y="6715"/>
                    <a:pt x="915" y="6705"/>
                    <a:pt x="925" y="6694"/>
                  </a:cubicBezTo>
                  <a:cubicBezTo>
                    <a:pt x="935" y="6686"/>
                    <a:pt x="944" y="6677"/>
                    <a:pt x="954" y="6669"/>
                  </a:cubicBezTo>
                  <a:cubicBezTo>
                    <a:pt x="964" y="6660"/>
                    <a:pt x="974" y="6652"/>
                    <a:pt x="984" y="6643"/>
                  </a:cubicBezTo>
                  <a:cubicBezTo>
                    <a:pt x="993" y="6717"/>
                    <a:pt x="1004" y="6792"/>
                    <a:pt x="1013" y="6866"/>
                  </a:cubicBezTo>
                  <a:cubicBezTo>
                    <a:pt x="1023" y="6885"/>
                    <a:pt x="1032" y="6905"/>
                    <a:pt x="1043" y="6924"/>
                  </a:cubicBezTo>
                  <a:cubicBezTo>
                    <a:pt x="1051" y="6894"/>
                    <a:pt x="1060" y="6864"/>
                    <a:pt x="1068" y="6834"/>
                  </a:cubicBezTo>
                  <a:cubicBezTo>
                    <a:pt x="1079" y="6864"/>
                    <a:pt x="1088" y="6894"/>
                    <a:pt x="1098" y="6924"/>
                  </a:cubicBezTo>
                  <a:cubicBezTo>
                    <a:pt x="1108" y="6932"/>
                    <a:pt x="1118" y="6941"/>
                    <a:pt x="1128" y="6949"/>
                  </a:cubicBezTo>
                  <a:cubicBezTo>
                    <a:pt x="1139" y="6987"/>
                    <a:pt x="1148" y="7026"/>
                    <a:pt x="1160" y="7064"/>
                  </a:cubicBezTo>
                  <a:cubicBezTo>
                    <a:pt x="1169" y="7045"/>
                    <a:pt x="1179" y="7025"/>
                    <a:pt x="1188" y="7006"/>
                  </a:cubicBezTo>
                  <a:cubicBezTo>
                    <a:pt x="1198" y="7017"/>
                    <a:pt x="1208" y="7027"/>
                    <a:pt x="1218" y="7038"/>
                  </a:cubicBezTo>
                  <a:cubicBezTo>
                    <a:pt x="1228" y="7066"/>
                    <a:pt x="1238" y="7093"/>
                    <a:pt x="1248" y="7121"/>
                  </a:cubicBezTo>
                  <a:cubicBezTo>
                    <a:pt x="1258" y="7110"/>
                    <a:pt x="1269" y="7100"/>
                    <a:pt x="1279" y="7089"/>
                  </a:cubicBezTo>
                  <a:cubicBezTo>
                    <a:pt x="1289" y="7004"/>
                    <a:pt x="1298" y="6919"/>
                    <a:pt x="1309" y="6834"/>
                  </a:cubicBezTo>
                  <a:cubicBezTo>
                    <a:pt x="1318" y="6798"/>
                    <a:pt x="1328" y="6762"/>
                    <a:pt x="1337" y="6726"/>
                  </a:cubicBezTo>
                  <a:cubicBezTo>
                    <a:pt x="1347" y="6735"/>
                    <a:pt x="1357" y="6743"/>
                    <a:pt x="1367" y="6752"/>
                  </a:cubicBezTo>
                  <a:cubicBezTo>
                    <a:pt x="1377" y="6762"/>
                    <a:pt x="1387" y="6773"/>
                    <a:pt x="1397" y="6783"/>
                  </a:cubicBezTo>
                  <a:cubicBezTo>
                    <a:pt x="1407" y="6800"/>
                    <a:pt x="1416" y="6817"/>
                    <a:pt x="1427" y="6834"/>
                  </a:cubicBezTo>
                  <a:cubicBezTo>
                    <a:pt x="1436" y="6787"/>
                    <a:pt x="1446" y="6741"/>
                    <a:pt x="1455" y="6694"/>
                  </a:cubicBezTo>
                  <a:cubicBezTo>
                    <a:pt x="1466" y="6677"/>
                    <a:pt x="1476" y="6660"/>
                    <a:pt x="1486" y="6643"/>
                  </a:cubicBezTo>
                  <a:cubicBezTo>
                    <a:pt x="1496" y="6652"/>
                    <a:pt x="1507" y="6660"/>
                    <a:pt x="1517" y="6669"/>
                  </a:cubicBezTo>
                  <a:cubicBezTo>
                    <a:pt x="1527" y="6677"/>
                    <a:pt x="1536" y="6686"/>
                    <a:pt x="1547" y="6694"/>
                  </a:cubicBezTo>
                  <a:cubicBezTo>
                    <a:pt x="1556" y="6658"/>
                    <a:pt x="1566" y="6622"/>
                    <a:pt x="1575" y="6586"/>
                  </a:cubicBezTo>
                  <a:cubicBezTo>
                    <a:pt x="1586" y="6556"/>
                    <a:pt x="1595" y="6527"/>
                    <a:pt x="1605" y="6497"/>
                  </a:cubicBezTo>
                  <a:cubicBezTo>
                    <a:pt x="1615" y="6450"/>
                    <a:pt x="1625" y="6404"/>
                    <a:pt x="1635" y="6357"/>
                  </a:cubicBezTo>
                  <a:cubicBezTo>
                    <a:pt x="1645" y="6321"/>
                    <a:pt x="1655" y="6284"/>
                    <a:pt x="1666" y="6248"/>
                  </a:cubicBezTo>
                  <a:cubicBezTo>
                    <a:pt x="1675" y="6229"/>
                    <a:pt x="1685" y="6210"/>
                    <a:pt x="1694" y="6191"/>
                  </a:cubicBezTo>
                  <a:cubicBezTo>
                    <a:pt x="1705" y="6161"/>
                    <a:pt x="1714" y="6132"/>
                    <a:pt x="1724" y="6102"/>
                  </a:cubicBezTo>
                  <a:lnTo>
                    <a:pt x="1754" y="6045"/>
                  </a:lnTo>
                  <a:cubicBezTo>
                    <a:pt x="1764" y="5979"/>
                    <a:pt x="1773" y="5913"/>
                    <a:pt x="1784" y="5847"/>
                  </a:cubicBezTo>
                  <a:cubicBezTo>
                    <a:pt x="1794" y="5773"/>
                    <a:pt x="1803" y="5698"/>
                    <a:pt x="1815" y="5624"/>
                  </a:cubicBezTo>
                  <a:cubicBezTo>
                    <a:pt x="1824" y="5596"/>
                    <a:pt x="1834" y="5569"/>
                    <a:pt x="1843" y="5541"/>
                  </a:cubicBezTo>
                  <a:cubicBezTo>
                    <a:pt x="1854" y="5550"/>
                    <a:pt x="1864" y="5558"/>
                    <a:pt x="1874" y="5567"/>
                  </a:cubicBezTo>
                  <a:cubicBezTo>
                    <a:pt x="1884" y="5510"/>
                    <a:pt x="1894" y="5452"/>
                    <a:pt x="1904" y="5395"/>
                  </a:cubicBezTo>
                  <a:cubicBezTo>
                    <a:pt x="1912" y="5340"/>
                    <a:pt x="1921" y="5284"/>
                    <a:pt x="1929" y="5229"/>
                  </a:cubicBezTo>
                  <a:cubicBezTo>
                    <a:pt x="1939" y="5218"/>
                    <a:pt x="1949" y="5208"/>
                    <a:pt x="1959" y="5197"/>
                  </a:cubicBezTo>
                  <a:cubicBezTo>
                    <a:pt x="1970" y="5216"/>
                    <a:pt x="1979" y="5236"/>
                    <a:pt x="1989" y="5255"/>
                  </a:cubicBezTo>
                  <a:lnTo>
                    <a:pt x="2018" y="5255"/>
                  </a:lnTo>
                  <a:cubicBezTo>
                    <a:pt x="2028" y="5236"/>
                    <a:pt x="2037" y="5216"/>
                    <a:pt x="2049" y="5197"/>
                  </a:cubicBezTo>
                  <a:cubicBezTo>
                    <a:pt x="2059" y="5180"/>
                    <a:pt x="2068" y="5163"/>
                    <a:pt x="2078" y="5146"/>
                  </a:cubicBezTo>
                  <a:cubicBezTo>
                    <a:pt x="2088" y="5155"/>
                    <a:pt x="2098" y="5163"/>
                    <a:pt x="2108" y="5172"/>
                  </a:cubicBezTo>
                  <a:cubicBezTo>
                    <a:pt x="2118" y="5180"/>
                    <a:pt x="2127" y="5189"/>
                    <a:pt x="2137" y="5197"/>
                  </a:cubicBezTo>
                  <a:lnTo>
                    <a:pt x="2168" y="5197"/>
                  </a:lnTo>
                  <a:lnTo>
                    <a:pt x="2198" y="5197"/>
                  </a:lnTo>
                  <a:cubicBezTo>
                    <a:pt x="2209" y="5235"/>
                    <a:pt x="2218" y="5274"/>
                    <a:pt x="2228" y="5312"/>
                  </a:cubicBezTo>
                  <a:cubicBezTo>
                    <a:pt x="2237" y="5340"/>
                    <a:pt x="2248" y="5367"/>
                    <a:pt x="2257" y="5395"/>
                  </a:cubicBezTo>
                  <a:cubicBezTo>
                    <a:pt x="2267" y="5367"/>
                    <a:pt x="2276" y="5340"/>
                    <a:pt x="2287" y="5312"/>
                  </a:cubicBezTo>
                  <a:lnTo>
                    <a:pt x="2316" y="5338"/>
                  </a:lnTo>
                  <a:cubicBezTo>
                    <a:pt x="2327" y="5387"/>
                    <a:pt x="2336" y="5435"/>
                    <a:pt x="2346" y="5484"/>
                  </a:cubicBezTo>
                  <a:cubicBezTo>
                    <a:pt x="2356" y="5531"/>
                    <a:pt x="2366" y="5577"/>
                    <a:pt x="2376" y="5624"/>
                  </a:cubicBezTo>
                  <a:cubicBezTo>
                    <a:pt x="2385" y="5596"/>
                    <a:pt x="2395" y="5569"/>
                    <a:pt x="2405" y="5541"/>
                  </a:cubicBezTo>
                  <a:cubicBezTo>
                    <a:pt x="2415" y="5531"/>
                    <a:pt x="2424" y="5520"/>
                    <a:pt x="2435" y="5510"/>
                  </a:cubicBezTo>
                  <a:cubicBezTo>
                    <a:pt x="2446" y="5537"/>
                    <a:pt x="2455" y="5565"/>
                    <a:pt x="2465" y="5592"/>
                  </a:cubicBezTo>
                  <a:cubicBezTo>
                    <a:pt x="2477" y="5649"/>
                    <a:pt x="2486" y="5707"/>
                    <a:pt x="2496" y="5764"/>
                  </a:cubicBezTo>
                  <a:cubicBezTo>
                    <a:pt x="2505" y="5783"/>
                    <a:pt x="2516" y="5803"/>
                    <a:pt x="2525" y="5822"/>
                  </a:cubicBezTo>
                  <a:cubicBezTo>
                    <a:pt x="2536" y="5803"/>
                    <a:pt x="2545" y="5783"/>
                    <a:pt x="2556" y="5764"/>
                  </a:cubicBezTo>
                  <a:lnTo>
                    <a:pt x="2585" y="5732"/>
                  </a:lnTo>
                  <a:cubicBezTo>
                    <a:pt x="2596" y="5753"/>
                    <a:pt x="2605" y="5775"/>
                    <a:pt x="2615" y="5796"/>
                  </a:cubicBezTo>
                  <a:cubicBezTo>
                    <a:pt x="2624" y="5805"/>
                    <a:pt x="2635" y="5813"/>
                    <a:pt x="2644" y="5822"/>
                  </a:cubicBezTo>
                  <a:cubicBezTo>
                    <a:pt x="2654" y="5792"/>
                    <a:pt x="2663" y="5762"/>
                    <a:pt x="2674" y="5732"/>
                  </a:cubicBezTo>
                  <a:lnTo>
                    <a:pt x="2703" y="5732"/>
                  </a:lnTo>
                  <a:cubicBezTo>
                    <a:pt x="2714" y="5770"/>
                    <a:pt x="2723" y="5809"/>
                    <a:pt x="2733" y="5847"/>
                  </a:cubicBezTo>
                  <a:cubicBezTo>
                    <a:pt x="2742" y="5885"/>
                    <a:pt x="2753" y="5924"/>
                    <a:pt x="2762" y="5962"/>
                  </a:cubicBezTo>
                  <a:cubicBezTo>
                    <a:pt x="2771" y="5981"/>
                    <a:pt x="2779" y="6000"/>
                    <a:pt x="2789" y="6019"/>
                  </a:cubicBezTo>
                  <a:cubicBezTo>
                    <a:pt x="2798" y="6000"/>
                    <a:pt x="2809" y="5981"/>
                    <a:pt x="2819" y="5962"/>
                  </a:cubicBezTo>
                  <a:cubicBezTo>
                    <a:pt x="2829" y="5953"/>
                    <a:pt x="2839" y="5945"/>
                    <a:pt x="2849" y="5936"/>
                  </a:cubicBezTo>
                  <a:lnTo>
                    <a:pt x="2879" y="5936"/>
                  </a:lnTo>
                  <a:cubicBezTo>
                    <a:pt x="2890" y="5917"/>
                    <a:pt x="2899" y="5898"/>
                    <a:pt x="2910" y="5879"/>
                  </a:cubicBezTo>
                  <a:lnTo>
                    <a:pt x="2938" y="5879"/>
                  </a:lnTo>
                  <a:cubicBezTo>
                    <a:pt x="2949" y="5887"/>
                    <a:pt x="2958" y="5896"/>
                    <a:pt x="2968" y="5904"/>
                  </a:cubicBezTo>
                  <a:lnTo>
                    <a:pt x="2998" y="6045"/>
                  </a:lnTo>
                  <a:cubicBezTo>
                    <a:pt x="3008" y="6083"/>
                    <a:pt x="3017" y="6121"/>
                    <a:pt x="3028" y="6159"/>
                  </a:cubicBezTo>
                  <a:cubicBezTo>
                    <a:pt x="3038" y="6206"/>
                    <a:pt x="3047" y="6252"/>
                    <a:pt x="3057" y="6299"/>
                  </a:cubicBezTo>
                  <a:cubicBezTo>
                    <a:pt x="3067" y="6365"/>
                    <a:pt x="3077" y="6431"/>
                    <a:pt x="3086" y="6497"/>
                  </a:cubicBezTo>
                  <a:cubicBezTo>
                    <a:pt x="3096" y="6554"/>
                    <a:pt x="3106" y="6612"/>
                    <a:pt x="3116" y="6669"/>
                  </a:cubicBezTo>
                  <a:cubicBezTo>
                    <a:pt x="3126" y="6707"/>
                    <a:pt x="3135" y="6745"/>
                    <a:pt x="3147" y="6783"/>
                  </a:cubicBezTo>
                  <a:cubicBezTo>
                    <a:pt x="3157" y="6792"/>
                    <a:pt x="3167" y="6800"/>
                    <a:pt x="3177" y="6809"/>
                  </a:cubicBezTo>
                  <a:cubicBezTo>
                    <a:pt x="3186" y="6885"/>
                    <a:pt x="3196" y="6962"/>
                    <a:pt x="3206" y="7038"/>
                  </a:cubicBezTo>
                  <a:cubicBezTo>
                    <a:pt x="3217" y="7121"/>
                    <a:pt x="3226" y="7204"/>
                    <a:pt x="3237" y="7287"/>
                  </a:cubicBezTo>
                  <a:cubicBezTo>
                    <a:pt x="3247" y="7344"/>
                    <a:pt x="3257" y="7402"/>
                    <a:pt x="3267" y="7459"/>
                  </a:cubicBezTo>
                  <a:cubicBezTo>
                    <a:pt x="3277" y="7431"/>
                    <a:pt x="3286" y="7404"/>
                    <a:pt x="3297" y="7376"/>
                  </a:cubicBezTo>
                  <a:cubicBezTo>
                    <a:pt x="3306" y="7338"/>
                    <a:pt x="3316" y="7299"/>
                    <a:pt x="3325" y="7261"/>
                  </a:cubicBezTo>
                  <a:cubicBezTo>
                    <a:pt x="3336" y="7214"/>
                    <a:pt x="3345" y="7168"/>
                    <a:pt x="3355" y="7121"/>
                  </a:cubicBezTo>
                  <a:lnTo>
                    <a:pt x="3385" y="6809"/>
                  </a:lnTo>
                  <a:cubicBezTo>
                    <a:pt x="3395" y="6716"/>
                    <a:pt x="3404" y="6622"/>
                    <a:pt x="3415" y="6529"/>
                  </a:cubicBezTo>
                  <a:cubicBezTo>
                    <a:pt x="3425" y="6491"/>
                    <a:pt x="3434" y="6452"/>
                    <a:pt x="3444" y="6414"/>
                  </a:cubicBezTo>
                  <a:lnTo>
                    <a:pt x="3474" y="6159"/>
                  </a:lnTo>
                  <a:lnTo>
                    <a:pt x="3504" y="5592"/>
                  </a:lnTo>
                  <a:cubicBezTo>
                    <a:pt x="3514" y="5293"/>
                    <a:pt x="3523" y="4993"/>
                    <a:pt x="3534" y="4694"/>
                  </a:cubicBezTo>
                  <a:cubicBezTo>
                    <a:pt x="3544" y="4439"/>
                    <a:pt x="3553" y="4185"/>
                    <a:pt x="3563" y="3930"/>
                  </a:cubicBezTo>
                  <a:cubicBezTo>
                    <a:pt x="3573" y="3790"/>
                    <a:pt x="3584" y="3650"/>
                    <a:pt x="3594" y="3510"/>
                  </a:cubicBezTo>
                  <a:cubicBezTo>
                    <a:pt x="3604" y="3414"/>
                    <a:pt x="3614" y="3319"/>
                    <a:pt x="3624" y="3223"/>
                  </a:cubicBezTo>
                  <a:cubicBezTo>
                    <a:pt x="3632" y="3147"/>
                    <a:pt x="3641" y="3070"/>
                    <a:pt x="3650" y="2994"/>
                  </a:cubicBezTo>
                  <a:cubicBezTo>
                    <a:pt x="3660" y="3109"/>
                    <a:pt x="3669" y="3223"/>
                    <a:pt x="3679" y="3338"/>
                  </a:cubicBezTo>
                  <a:cubicBezTo>
                    <a:pt x="3691" y="3637"/>
                    <a:pt x="3701" y="3937"/>
                    <a:pt x="3712" y="4236"/>
                  </a:cubicBezTo>
                  <a:cubicBezTo>
                    <a:pt x="3723" y="4803"/>
                    <a:pt x="3732" y="5369"/>
                    <a:pt x="3742" y="5936"/>
                  </a:cubicBezTo>
                  <a:cubicBezTo>
                    <a:pt x="3752" y="6548"/>
                    <a:pt x="3762" y="7159"/>
                    <a:pt x="3772" y="7771"/>
                  </a:cubicBezTo>
                  <a:cubicBezTo>
                    <a:pt x="3782" y="8185"/>
                    <a:pt x="3791" y="8599"/>
                    <a:pt x="3802" y="9013"/>
                  </a:cubicBezTo>
                  <a:cubicBezTo>
                    <a:pt x="3812" y="9191"/>
                    <a:pt x="3822" y="9370"/>
                    <a:pt x="3831" y="9548"/>
                  </a:cubicBezTo>
                  <a:cubicBezTo>
                    <a:pt x="3842" y="9605"/>
                    <a:pt x="3851" y="9663"/>
                    <a:pt x="3861" y="9720"/>
                  </a:cubicBezTo>
                  <a:cubicBezTo>
                    <a:pt x="3871" y="9803"/>
                    <a:pt x="3881" y="9885"/>
                    <a:pt x="3891" y="9968"/>
                  </a:cubicBezTo>
                  <a:cubicBezTo>
                    <a:pt x="3901" y="9979"/>
                    <a:pt x="3911" y="9989"/>
                    <a:pt x="3922" y="10000"/>
                  </a:cubicBezTo>
                  <a:cubicBezTo>
                    <a:pt x="3930" y="9764"/>
                    <a:pt x="3939" y="9529"/>
                    <a:pt x="3947" y="9293"/>
                  </a:cubicBezTo>
                  <a:cubicBezTo>
                    <a:pt x="3958" y="9134"/>
                    <a:pt x="3967" y="8974"/>
                    <a:pt x="3978" y="8815"/>
                  </a:cubicBezTo>
                  <a:cubicBezTo>
                    <a:pt x="3987" y="8637"/>
                    <a:pt x="3998" y="8458"/>
                    <a:pt x="4007" y="8280"/>
                  </a:cubicBezTo>
                  <a:cubicBezTo>
                    <a:pt x="4017" y="8102"/>
                    <a:pt x="4026" y="7923"/>
                    <a:pt x="4037" y="7745"/>
                  </a:cubicBezTo>
                  <a:cubicBezTo>
                    <a:pt x="4047" y="7650"/>
                    <a:pt x="4056" y="7554"/>
                    <a:pt x="4066" y="7459"/>
                  </a:cubicBezTo>
                  <a:cubicBezTo>
                    <a:pt x="4077" y="7412"/>
                    <a:pt x="4086" y="7365"/>
                    <a:pt x="4096" y="7318"/>
                  </a:cubicBezTo>
                  <a:cubicBezTo>
                    <a:pt x="4106" y="7242"/>
                    <a:pt x="4116" y="7165"/>
                    <a:pt x="4126" y="7089"/>
                  </a:cubicBezTo>
                  <a:cubicBezTo>
                    <a:pt x="4135" y="7004"/>
                    <a:pt x="4146" y="6919"/>
                    <a:pt x="4156" y="6834"/>
                  </a:cubicBezTo>
                  <a:cubicBezTo>
                    <a:pt x="4166" y="6817"/>
                    <a:pt x="4175" y="6800"/>
                    <a:pt x="4185" y="6783"/>
                  </a:cubicBezTo>
                  <a:cubicBezTo>
                    <a:pt x="4195" y="6792"/>
                    <a:pt x="4205" y="6800"/>
                    <a:pt x="4215" y="6809"/>
                  </a:cubicBezTo>
                  <a:cubicBezTo>
                    <a:pt x="4225" y="6800"/>
                    <a:pt x="4235" y="6792"/>
                    <a:pt x="4245" y="6783"/>
                  </a:cubicBezTo>
                  <a:cubicBezTo>
                    <a:pt x="4254" y="6764"/>
                    <a:pt x="4265" y="6745"/>
                    <a:pt x="4275" y="6726"/>
                  </a:cubicBezTo>
                  <a:cubicBezTo>
                    <a:pt x="4285" y="6698"/>
                    <a:pt x="4294" y="6671"/>
                    <a:pt x="4304" y="6643"/>
                  </a:cubicBezTo>
                  <a:lnTo>
                    <a:pt x="4334" y="6643"/>
                  </a:lnTo>
                  <a:cubicBezTo>
                    <a:pt x="4344" y="6652"/>
                    <a:pt x="4354" y="6660"/>
                    <a:pt x="4365" y="6669"/>
                  </a:cubicBezTo>
                  <a:cubicBezTo>
                    <a:pt x="4374" y="6660"/>
                    <a:pt x="4385" y="6652"/>
                    <a:pt x="4394" y="6643"/>
                  </a:cubicBezTo>
                  <a:cubicBezTo>
                    <a:pt x="4404" y="6632"/>
                    <a:pt x="4414" y="6622"/>
                    <a:pt x="4424" y="6611"/>
                  </a:cubicBezTo>
                  <a:lnTo>
                    <a:pt x="4453" y="6611"/>
                  </a:lnTo>
                  <a:cubicBezTo>
                    <a:pt x="4463" y="6622"/>
                    <a:pt x="4474" y="6632"/>
                    <a:pt x="4484" y="6643"/>
                  </a:cubicBezTo>
                  <a:lnTo>
                    <a:pt x="4514" y="6586"/>
                  </a:lnTo>
                  <a:cubicBezTo>
                    <a:pt x="4523" y="6556"/>
                    <a:pt x="4533" y="6527"/>
                    <a:pt x="4543" y="6497"/>
                  </a:cubicBezTo>
                  <a:cubicBezTo>
                    <a:pt x="4553" y="6478"/>
                    <a:pt x="4562" y="6458"/>
                    <a:pt x="4572" y="6439"/>
                  </a:cubicBezTo>
                  <a:cubicBezTo>
                    <a:pt x="4583" y="6458"/>
                    <a:pt x="4592" y="6478"/>
                    <a:pt x="4602" y="6497"/>
                  </a:cubicBezTo>
                  <a:cubicBezTo>
                    <a:pt x="4613" y="6469"/>
                    <a:pt x="4623" y="6442"/>
                    <a:pt x="4633" y="6414"/>
                  </a:cubicBezTo>
                  <a:cubicBezTo>
                    <a:pt x="4643" y="6406"/>
                    <a:pt x="4652" y="6397"/>
                    <a:pt x="4662" y="6389"/>
                  </a:cubicBezTo>
                  <a:cubicBezTo>
                    <a:pt x="4672" y="6359"/>
                    <a:pt x="4681" y="6329"/>
                    <a:pt x="4691" y="6299"/>
                  </a:cubicBezTo>
                  <a:lnTo>
                    <a:pt x="4721" y="6299"/>
                  </a:lnTo>
                  <a:lnTo>
                    <a:pt x="4752" y="6299"/>
                  </a:lnTo>
                  <a:cubicBezTo>
                    <a:pt x="4761" y="6252"/>
                    <a:pt x="4771" y="6206"/>
                    <a:pt x="4781" y="6159"/>
                  </a:cubicBezTo>
                  <a:cubicBezTo>
                    <a:pt x="4790" y="6170"/>
                    <a:pt x="4799" y="6180"/>
                    <a:pt x="4808" y="6191"/>
                  </a:cubicBezTo>
                  <a:cubicBezTo>
                    <a:pt x="4818" y="6170"/>
                    <a:pt x="4828" y="6148"/>
                    <a:pt x="4837" y="6127"/>
                  </a:cubicBezTo>
                  <a:cubicBezTo>
                    <a:pt x="4847" y="6148"/>
                    <a:pt x="4857" y="6170"/>
                    <a:pt x="4867" y="6191"/>
                  </a:cubicBezTo>
                  <a:cubicBezTo>
                    <a:pt x="4877" y="6153"/>
                    <a:pt x="4886" y="6114"/>
                    <a:pt x="4897" y="6076"/>
                  </a:cubicBezTo>
                  <a:cubicBezTo>
                    <a:pt x="4907" y="6066"/>
                    <a:pt x="4916" y="6055"/>
                    <a:pt x="4926" y="6045"/>
                  </a:cubicBezTo>
                  <a:lnTo>
                    <a:pt x="4955" y="6045"/>
                  </a:lnTo>
                  <a:cubicBezTo>
                    <a:pt x="4966" y="6055"/>
                    <a:pt x="4976" y="6066"/>
                    <a:pt x="4986" y="6076"/>
                  </a:cubicBezTo>
                  <a:cubicBezTo>
                    <a:pt x="4996" y="6046"/>
                    <a:pt x="5005" y="6017"/>
                    <a:pt x="5016" y="5987"/>
                  </a:cubicBezTo>
                  <a:lnTo>
                    <a:pt x="5046" y="5987"/>
                  </a:lnTo>
                  <a:lnTo>
                    <a:pt x="5074" y="5987"/>
                  </a:lnTo>
                  <a:cubicBezTo>
                    <a:pt x="5085" y="6017"/>
                    <a:pt x="5094" y="6046"/>
                    <a:pt x="5104" y="6076"/>
                  </a:cubicBezTo>
                  <a:cubicBezTo>
                    <a:pt x="5114" y="6066"/>
                    <a:pt x="5124" y="6055"/>
                    <a:pt x="5135" y="6045"/>
                  </a:cubicBezTo>
                  <a:cubicBezTo>
                    <a:pt x="5146" y="6026"/>
                    <a:pt x="5155" y="6006"/>
                    <a:pt x="5166" y="5987"/>
                  </a:cubicBezTo>
                  <a:cubicBezTo>
                    <a:pt x="5176" y="6006"/>
                    <a:pt x="5185" y="6026"/>
                    <a:pt x="5195" y="6045"/>
                  </a:cubicBezTo>
                  <a:cubicBezTo>
                    <a:pt x="5205" y="6094"/>
                    <a:pt x="5215" y="6142"/>
                    <a:pt x="5224" y="6191"/>
                  </a:cubicBezTo>
                  <a:cubicBezTo>
                    <a:pt x="5234" y="6180"/>
                    <a:pt x="5244" y="6170"/>
                    <a:pt x="5254" y="6159"/>
                  </a:cubicBezTo>
                  <a:cubicBezTo>
                    <a:pt x="5264" y="6140"/>
                    <a:pt x="5273" y="6121"/>
                    <a:pt x="5284" y="6102"/>
                  </a:cubicBezTo>
                  <a:cubicBezTo>
                    <a:pt x="5294" y="6110"/>
                    <a:pt x="5304" y="6119"/>
                    <a:pt x="5314" y="6127"/>
                  </a:cubicBezTo>
                  <a:cubicBezTo>
                    <a:pt x="5324" y="6138"/>
                    <a:pt x="5334" y="6148"/>
                    <a:pt x="5343" y="6159"/>
                  </a:cubicBezTo>
                  <a:cubicBezTo>
                    <a:pt x="5353" y="6170"/>
                    <a:pt x="5363" y="6180"/>
                    <a:pt x="5373" y="6191"/>
                  </a:cubicBezTo>
                  <a:cubicBezTo>
                    <a:pt x="5383" y="6161"/>
                    <a:pt x="5392" y="6132"/>
                    <a:pt x="5403" y="6102"/>
                  </a:cubicBezTo>
                  <a:lnTo>
                    <a:pt x="5432" y="6102"/>
                  </a:lnTo>
                  <a:cubicBezTo>
                    <a:pt x="5442" y="6110"/>
                    <a:pt x="5451" y="6119"/>
                    <a:pt x="5461" y="6127"/>
                  </a:cubicBezTo>
                  <a:lnTo>
                    <a:pt x="5492" y="6127"/>
                  </a:lnTo>
                  <a:cubicBezTo>
                    <a:pt x="5502" y="6091"/>
                    <a:pt x="5511" y="6055"/>
                    <a:pt x="5523" y="6019"/>
                  </a:cubicBezTo>
                  <a:cubicBezTo>
                    <a:pt x="5533" y="6000"/>
                    <a:pt x="5542" y="5981"/>
                    <a:pt x="5553" y="5962"/>
                  </a:cubicBezTo>
                  <a:cubicBezTo>
                    <a:pt x="5563" y="5970"/>
                    <a:pt x="5572" y="5979"/>
                    <a:pt x="5582" y="5987"/>
                  </a:cubicBezTo>
                  <a:lnTo>
                    <a:pt x="5611" y="5987"/>
                  </a:lnTo>
                  <a:lnTo>
                    <a:pt x="5641" y="5936"/>
                  </a:lnTo>
                  <a:cubicBezTo>
                    <a:pt x="5650" y="5917"/>
                    <a:pt x="5659" y="5898"/>
                    <a:pt x="5667" y="5879"/>
                  </a:cubicBezTo>
                  <a:cubicBezTo>
                    <a:pt x="5678" y="5887"/>
                    <a:pt x="5687" y="5896"/>
                    <a:pt x="5697" y="5904"/>
                  </a:cubicBezTo>
                  <a:cubicBezTo>
                    <a:pt x="5708" y="5923"/>
                    <a:pt x="5717" y="5943"/>
                    <a:pt x="5727" y="5962"/>
                  </a:cubicBezTo>
                  <a:cubicBezTo>
                    <a:pt x="5737" y="5953"/>
                    <a:pt x="5747" y="5945"/>
                    <a:pt x="5757" y="5936"/>
                  </a:cubicBezTo>
                  <a:cubicBezTo>
                    <a:pt x="5766" y="5953"/>
                    <a:pt x="5776" y="5970"/>
                    <a:pt x="5786" y="5987"/>
                  </a:cubicBezTo>
                  <a:lnTo>
                    <a:pt x="5816" y="5987"/>
                  </a:lnTo>
                  <a:cubicBezTo>
                    <a:pt x="5827" y="6017"/>
                    <a:pt x="5836" y="6046"/>
                    <a:pt x="5846" y="6076"/>
                  </a:cubicBezTo>
                  <a:lnTo>
                    <a:pt x="5876" y="6076"/>
                  </a:lnTo>
                  <a:cubicBezTo>
                    <a:pt x="5886" y="6066"/>
                    <a:pt x="5895" y="6055"/>
                    <a:pt x="5905" y="6045"/>
                  </a:cubicBezTo>
                  <a:lnTo>
                    <a:pt x="5935" y="6045"/>
                  </a:lnTo>
                  <a:cubicBezTo>
                    <a:pt x="5946" y="6072"/>
                    <a:pt x="5955" y="6100"/>
                    <a:pt x="5965" y="6127"/>
                  </a:cubicBezTo>
                  <a:cubicBezTo>
                    <a:pt x="5975" y="6119"/>
                    <a:pt x="5985" y="6110"/>
                    <a:pt x="5996" y="6102"/>
                  </a:cubicBezTo>
                  <a:lnTo>
                    <a:pt x="6025" y="6102"/>
                  </a:lnTo>
                  <a:lnTo>
                    <a:pt x="6054" y="6102"/>
                  </a:lnTo>
                  <a:cubicBezTo>
                    <a:pt x="6065" y="6110"/>
                    <a:pt x="6074" y="6119"/>
                    <a:pt x="6084" y="6127"/>
                  </a:cubicBezTo>
                  <a:lnTo>
                    <a:pt x="6114" y="6127"/>
                  </a:lnTo>
                  <a:cubicBezTo>
                    <a:pt x="6124" y="6119"/>
                    <a:pt x="6133" y="6110"/>
                    <a:pt x="6144" y="6102"/>
                  </a:cubicBezTo>
                  <a:cubicBezTo>
                    <a:pt x="6154" y="6121"/>
                    <a:pt x="6163" y="6140"/>
                    <a:pt x="6173" y="6159"/>
                  </a:cubicBezTo>
                  <a:cubicBezTo>
                    <a:pt x="6183" y="6170"/>
                    <a:pt x="6193" y="6180"/>
                    <a:pt x="6203" y="6191"/>
                  </a:cubicBezTo>
                  <a:lnTo>
                    <a:pt x="6233" y="6191"/>
                  </a:lnTo>
                  <a:cubicBezTo>
                    <a:pt x="6243" y="6180"/>
                    <a:pt x="6253" y="6170"/>
                    <a:pt x="6263" y="6159"/>
                  </a:cubicBezTo>
                  <a:cubicBezTo>
                    <a:pt x="6272" y="6170"/>
                    <a:pt x="6282" y="6180"/>
                    <a:pt x="6292" y="6191"/>
                  </a:cubicBezTo>
                  <a:cubicBezTo>
                    <a:pt x="6303" y="6219"/>
                    <a:pt x="6312" y="6246"/>
                    <a:pt x="6322" y="6274"/>
                  </a:cubicBezTo>
                  <a:cubicBezTo>
                    <a:pt x="6333" y="6282"/>
                    <a:pt x="6343" y="6291"/>
                    <a:pt x="6353" y="6299"/>
                  </a:cubicBezTo>
                  <a:cubicBezTo>
                    <a:pt x="6363" y="6291"/>
                    <a:pt x="6373" y="6282"/>
                    <a:pt x="6383" y="6274"/>
                  </a:cubicBezTo>
                  <a:cubicBezTo>
                    <a:pt x="6392" y="6265"/>
                    <a:pt x="6402" y="6257"/>
                    <a:pt x="6412" y="6248"/>
                  </a:cubicBezTo>
                  <a:cubicBezTo>
                    <a:pt x="6422" y="6265"/>
                    <a:pt x="6431" y="6282"/>
                    <a:pt x="6441" y="6299"/>
                  </a:cubicBezTo>
                  <a:cubicBezTo>
                    <a:pt x="6452" y="6291"/>
                    <a:pt x="6461" y="6282"/>
                    <a:pt x="6472" y="6274"/>
                  </a:cubicBezTo>
                  <a:lnTo>
                    <a:pt x="6502" y="6274"/>
                  </a:lnTo>
                  <a:cubicBezTo>
                    <a:pt x="6510" y="6265"/>
                    <a:pt x="6519" y="6257"/>
                    <a:pt x="6528" y="6248"/>
                  </a:cubicBezTo>
                  <a:lnTo>
                    <a:pt x="6557" y="6248"/>
                  </a:lnTo>
                  <a:cubicBezTo>
                    <a:pt x="6567" y="6276"/>
                    <a:pt x="6577" y="6303"/>
                    <a:pt x="6586" y="6331"/>
                  </a:cubicBezTo>
                  <a:cubicBezTo>
                    <a:pt x="6596" y="6340"/>
                    <a:pt x="6606" y="6348"/>
                    <a:pt x="6616" y="6357"/>
                  </a:cubicBezTo>
                  <a:cubicBezTo>
                    <a:pt x="6626" y="6329"/>
                    <a:pt x="6635" y="6302"/>
                    <a:pt x="6646" y="6274"/>
                  </a:cubicBezTo>
                  <a:cubicBezTo>
                    <a:pt x="6656" y="6321"/>
                    <a:pt x="6665" y="6367"/>
                    <a:pt x="6675" y="6414"/>
                  </a:cubicBezTo>
                  <a:lnTo>
                    <a:pt x="6706" y="6414"/>
                  </a:lnTo>
                  <a:cubicBezTo>
                    <a:pt x="6716" y="6367"/>
                    <a:pt x="6726" y="6321"/>
                    <a:pt x="6736" y="6274"/>
                  </a:cubicBezTo>
                  <a:cubicBezTo>
                    <a:pt x="6747" y="6246"/>
                    <a:pt x="6758" y="6219"/>
                    <a:pt x="6770" y="6191"/>
                  </a:cubicBezTo>
                  <a:lnTo>
                    <a:pt x="6799" y="6191"/>
                  </a:lnTo>
                  <a:cubicBezTo>
                    <a:pt x="6809" y="6210"/>
                    <a:pt x="6817" y="6229"/>
                    <a:pt x="6826" y="6248"/>
                  </a:cubicBezTo>
                  <a:lnTo>
                    <a:pt x="6855" y="6248"/>
                  </a:lnTo>
                  <a:cubicBezTo>
                    <a:pt x="6865" y="6238"/>
                    <a:pt x="6874" y="6227"/>
                    <a:pt x="6885" y="6217"/>
                  </a:cubicBezTo>
                  <a:cubicBezTo>
                    <a:pt x="6895" y="6187"/>
                    <a:pt x="6904" y="6157"/>
                    <a:pt x="6915" y="6127"/>
                  </a:cubicBezTo>
                  <a:lnTo>
                    <a:pt x="6944" y="6127"/>
                  </a:lnTo>
                  <a:cubicBezTo>
                    <a:pt x="6954" y="6119"/>
                    <a:pt x="6963" y="6110"/>
                    <a:pt x="6973" y="6102"/>
                  </a:cubicBezTo>
                  <a:lnTo>
                    <a:pt x="7003" y="6045"/>
                  </a:lnTo>
                  <a:lnTo>
                    <a:pt x="7034" y="6045"/>
                  </a:lnTo>
                  <a:cubicBezTo>
                    <a:pt x="7044" y="6072"/>
                    <a:pt x="7053" y="6100"/>
                    <a:pt x="7063" y="6127"/>
                  </a:cubicBezTo>
                  <a:cubicBezTo>
                    <a:pt x="7074" y="6119"/>
                    <a:pt x="7083" y="6110"/>
                    <a:pt x="7093" y="6102"/>
                  </a:cubicBezTo>
                  <a:cubicBezTo>
                    <a:pt x="7103" y="6093"/>
                    <a:pt x="7113" y="6085"/>
                    <a:pt x="7123" y="6076"/>
                  </a:cubicBezTo>
                  <a:cubicBezTo>
                    <a:pt x="7133" y="6066"/>
                    <a:pt x="7143" y="6055"/>
                    <a:pt x="7154" y="6045"/>
                  </a:cubicBezTo>
                  <a:cubicBezTo>
                    <a:pt x="7164" y="6072"/>
                    <a:pt x="7173" y="6100"/>
                    <a:pt x="7183" y="6127"/>
                  </a:cubicBezTo>
                  <a:cubicBezTo>
                    <a:pt x="7193" y="6167"/>
                    <a:pt x="7203" y="6208"/>
                    <a:pt x="7212" y="6248"/>
                  </a:cubicBezTo>
                  <a:lnTo>
                    <a:pt x="7242" y="6248"/>
                  </a:lnTo>
                  <a:cubicBezTo>
                    <a:pt x="7252" y="6257"/>
                    <a:pt x="7262" y="6265"/>
                    <a:pt x="7272" y="6274"/>
                  </a:cubicBezTo>
                  <a:cubicBezTo>
                    <a:pt x="7282" y="6302"/>
                    <a:pt x="7291" y="6329"/>
                    <a:pt x="7301" y="6357"/>
                  </a:cubicBezTo>
                  <a:cubicBezTo>
                    <a:pt x="7311" y="6368"/>
                    <a:pt x="7321" y="6378"/>
                    <a:pt x="7331" y="6389"/>
                  </a:cubicBezTo>
                  <a:cubicBezTo>
                    <a:pt x="7340" y="6351"/>
                    <a:pt x="7351" y="6312"/>
                    <a:pt x="7360" y="6274"/>
                  </a:cubicBezTo>
                  <a:cubicBezTo>
                    <a:pt x="7370" y="6282"/>
                    <a:pt x="7380" y="6291"/>
                    <a:pt x="7391" y="6299"/>
                  </a:cubicBezTo>
                  <a:lnTo>
                    <a:pt x="7421" y="6299"/>
                  </a:lnTo>
                  <a:cubicBezTo>
                    <a:pt x="7431" y="6329"/>
                    <a:pt x="7440" y="6359"/>
                    <a:pt x="7450" y="6389"/>
                  </a:cubicBezTo>
                  <a:cubicBezTo>
                    <a:pt x="7461" y="6378"/>
                    <a:pt x="7472" y="6368"/>
                    <a:pt x="7481" y="6357"/>
                  </a:cubicBezTo>
                  <a:cubicBezTo>
                    <a:pt x="7491" y="6348"/>
                    <a:pt x="7501" y="6340"/>
                    <a:pt x="7511" y="6331"/>
                  </a:cubicBezTo>
                  <a:cubicBezTo>
                    <a:pt x="7521" y="6340"/>
                    <a:pt x="7531" y="6348"/>
                    <a:pt x="7541" y="6357"/>
                  </a:cubicBezTo>
                  <a:cubicBezTo>
                    <a:pt x="7551" y="6384"/>
                    <a:pt x="7560" y="6412"/>
                    <a:pt x="7570" y="6439"/>
                  </a:cubicBezTo>
                  <a:cubicBezTo>
                    <a:pt x="7580" y="6422"/>
                    <a:pt x="7590" y="6406"/>
                    <a:pt x="7599" y="6389"/>
                  </a:cubicBezTo>
                  <a:cubicBezTo>
                    <a:pt x="7609" y="6397"/>
                    <a:pt x="7619" y="6406"/>
                    <a:pt x="7629" y="6414"/>
                  </a:cubicBezTo>
                  <a:cubicBezTo>
                    <a:pt x="7639" y="6376"/>
                    <a:pt x="7648" y="6337"/>
                    <a:pt x="7659" y="6299"/>
                  </a:cubicBezTo>
                  <a:cubicBezTo>
                    <a:pt x="7667" y="6310"/>
                    <a:pt x="7676" y="6320"/>
                    <a:pt x="7684" y="6331"/>
                  </a:cubicBezTo>
                  <a:cubicBezTo>
                    <a:pt x="7695" y="6350"/>
                    <a:pt x="7704" y="6370"/>
                    <a:pt x="7714" y="6389"/>
                  </a:cubicBezTo>
                  <a:cubicBezTo>
                    <a:pt x="7725" y="6370"/>
                    <a:pt x="7735" y="6350"/>
                    <a:pt x="7745" y="6331"/>
                  </a:cubicBezTo>
                  <a:cubicBezTo>
                    <a:pt x="7754" y="6320"/>
                    <a:pt x="7764" y="6310"/>
                    <a:pt x="7774" y="6299"/>
                  </a:cubicBezTo>
                  <a:cubicBezTo>
                    <a:pt x="7784" y="6337"/>
                    <a:pt x="7793" y="6376"/>
                    <a:pt x="7803" y="6414"/>
                  </a:cubicBezTo>
                  <a:cubicBezTo>
                    <a:pt x="7815" y="6406"/>
                    <a:pt x="7824" y="6397"/>
                    <a:pt x="7834" y="6389"/>
                  </a:cubicBezTo>
                  <a:cubicBezTo>
                    <a:pt x="7845" y="6370"/>
                    <a:pt x="7855" y="6350"/>
                    <a:pt x="7865" y="6331"/>
                  </a:cubicBezTo>
                  <a:lnTo>
                    <a:pt x="7895" y="6331"/>
                  </a:lnTo>
                  <a:cubicBezTo>
                    <a:pt x="7904" y="6350"/>
                    <a:pt x="7914" y="6370"/>
                    <a:pt x="7923" y="6389"/>
                  </a:cubicBezTo>
                  <a:cubicBezTo>
                    <a:pt x="7933" y="6378"/>
                    <a:pt x="7943" y="6368"/>
                    <a:pt x="7953" y="6357"/>
                  </a:cubicBezTo>
                  <a:lnTo>
                    <a:pt x="7983" y="6357"/>
                  </a:lnTo>
                  <a:cubicBezTo>
                    <a:pt x="7993" y="6338"/>
                    <a:pt x="8002" y="6318"/>
                    <a:pt x="8013" y="6299"/>
                  </a:cubicBezTo>
                  <a:cubicBezTo>
                    <a:pt x="8022" y="6329"/>
                    <a:pt x="8032" y="6359"/>
                    <a:pt x="8041" y="6389"/>
                  </a:cubicBezTo>
                  <a:cubicBezTo>
                    <a:pt x="8052" y="6397"/>
                    <a:pt x="8061" y="6406"/>
                    <a:pt x="8072" y="6414"/>
                  </a:cubicBezTo>
                  <a:cubicBezTo>
                    <a:pt x="8083" y="6386"/>
                    <a:pt x="8092" y="6359"/>
                    <a:pt x="8102" y="6331"/>
                  </a:cubicBezTo>
                  <a:lnTo>
                    <a:pt x="8132" y="6274"/>
                  </a:lnTo>
                  <a:cubicBezTo>
                    <a:pt x="8142" y="6312"/>
                    <a:pt x="8152" y="6351"/>
                    <a:pt x="8162" y="6389"/>
                  </a:cubicBezTo>
                  <a:cubicBezTo>
                    <a:pt x="8172" y="6425"/>
                    <a:pt x="8181" y="6461"/>
                    <a:pt x="8191" y="6497"/>
                  </a:cubicBezTo>
                  <a:cubicBezTo>
                    <a:pt x="8201" y="6488"/>
                    <a:pt x="8211" y="6480"/>
                    <a:pt x="8221" y="6471"/>
                  </a:cubicBezTo>
                  <a:cubicBezTo>
                    <a:pt x="8231" y="6433"/>
                    <a:pt x="8242" y="6395"/>
                    <a:pt x="8252" y="6357"/>
                  </a:cubicBezTo>
                  <a:cubicBezTo>
                    <a:pt x="8261" y="6368"/>
                    <a:pt x="8271" y="6378"/>
                    <a:pt x="8281" y="6389"/>
                  </a:cubicBezTo>
                  <a:cubicBezTo>
                    <a:pt x="8291" y="6406"/>
                    <a:pt x="8300" y="6422"/>
                    <a:pt x="8310" y="6439"/>
                  </a:cubicBezTo>
                  <a:cubicBezTo>
                    <a:pt x="8321" y="6431"/>
                    <a:pt x="8330" y="6422"/>
                    <a:pt x="8340" y="6414"/>
                  </a:cubicBezTo>
                  <a:lnTo>
                    <a:pt x="8370" y="6357"/>
                  </a:lnTo>
                  <a:lnTo>
                    <a:pt x="8400" y="6357"/>
                  </a:lnTo>
                  <a:cubicBezTo>
                    <a:pt x="8409" y="6376"/>
                    <a:pt x="8420" y="6395"/>
                    <a:pt x="8429" y="6414"/>
                  </a:cubicBezTo>
                  <a:lnTo>
                    <a:pt x="8459" y="6414"/>
                  </a:lnTo>
                  <a:cubicBezTo>
                    <a:pt x="8469" y="6386"/>
                    <a:pt x="8480" y="6359"/>
                    <a:pt x="8490" y="6331"/>
                  </a:cubicBezTo>
                  <a:cubicBezTo>
                    <a:pt x="8500" y="6359"/>
                    <a:pt x="8509" y="6386"/>
                    <a:pt x="8520" y="6414"/>
                  </a:cubicBezTo>
                  <a:lnTo>
                    <a:pt x="8545" y="6414"/>
                  </a:lnTo>
                  <a:cubicBezTo>
                    <a:pt x="8556" y="6433"/>
                    <a:pt x="8565" y="6452"/>
                    <a:pt x="8575" y="6471"/>
                  </a:cubicBezTo>
                  <a:cubicBezTo>
                    <a:pt x="8584" y="6444"/>
                    <a:pt x="8595" y="6416"/>
                    <a:pt x="8604" y="6389"/>
                  </a:cubicBezTo>
                  <a:cubicBezTo>
                    <a:pt x="8614" y="6378"/>
                    <a:pt x="8625" y="6368"/>
                    <a:pt x="8635" y="6357"/>
                  </a:cubicBezTo>
                  <a:cubicBezTo>
                    <a:pt x="8645" y="6376"/>
                    <a:pt x="8654" y="6395"/>
                    <a:pt x="8664" y="6414"/>
                  </a:cubicBezTo>
                  <a:cubicBezTo>
                    <a:pt x="8675" y="6433"/>
                    <a:pt x="8684" y="6452"/>
                    <a:pt x="8694" y="6471"/>
                  </a:cubicBezTo>
                  <a:cubicBezTo>
                    <a:pt x="8703" y="6452"/>
                    <a:pt x="8714" y="6433"/>
                    <a:pt x="8723" y="6414"/>
                  </a:cubicBezTo>
                  <a:cubicBezTo>
                    <a:pt x="8733" y="6395"/>
                    <a:pt x="8742" y="6376"/>
                    <a:pt x="8753" y="6357"/>
                  </a:cubicBezTo>
                  <a:cubicBezTo>
                    <a:pt x="8764" y="6376"/>
                    <a:pt x="8773" y="6395"/>
                    <a:pt x="8784" y="6414"/>
                  </a:cubicBezTo>
                  <a:cubicBezTo>
                    <a:pt x="8794" y="6442"/>
                    <a:pt x="8803" y="6469"/>
                    <a:pt x="8814" y="6497"/>
                  </a:cubicBezTo>
                  <a:cubicBezTo>
                    <a:pt x="8824" y="6469"/>
                    <a:pt x="8834" y="6442"/>
                    <a:pt x="8843" y="6414"/>
                  </a:cubicBezTo>
                  <a:lnTo>
                    <a:pt x="8873" y="6357"/>
                  </a:lnTo>
                  <a:cubicBezTo>
                    <a:pt x="8883" y="6368"/>
                    <a:pt x="8893" y="6378"/>
                    <a:pt x="8903" y="6389"/>
                  </a:cubicBezTo>
                  <a:cubicBezTo>
                    <a:pt x="8913" y="6397"/>
                    <a:pt x="8922" y="6406"/>
                    <a:pt x="8932" y="6414"/>
                  </a:cubicBezTo>
                  <a:cubicBezTo>
                    <a:pt x="8943" y="6395"/>
                    <a:pt x="8952" y="6376"/>
                    <a:pt x="8962" y="6357"/>
                  </a:cubicBezTo>
                  <a:cubicBezTo>
                    <a:pt x="8971" y="6348"/>
                    <a:pt x="8982" y="6340"/>
                    <a:pt x="8991" y="6331"/>
                  </a:cubicBezTo>
                  <a:cubicBezTo>
                    <a:pt x="9001" y="6320"/>
                    <a:pt x="9012" y="6310"/>
                    <a:pt x="9022" y="6299"/>
                  </a:cubicBezTo>
                  <a:cubicBezTo>
                    <a:pt x="9032" y="6318"/>
                    <a:pt x="9041" y="6338"/>
                    <a:pt x="9051" y="6357"/>
                  </a:cubicBezTo>
                  <a:lnTo>
                    <a:pt x="9081" y="6357"/>
                  </a:lnTo>
                  <a:lnTo>
                    <a:pt x="9111" y="6357"/>
                  </a:lnTo>
                  <a:cubicBezTo>
                    <a:pt x="9121" y="6338"/>
                    <a:pt x="9130" y="6318"/>
                    <a:pt x="9142" y="6299"/>
                  </a:cubicBezTo>
                  <a:lnTo>
                    <a:pt x="9171" y="6331"/>
                  </a:lnTo>
                  <a:lnTo>
                    <a:pt x="9201" y="6331"/>
                  </a:lnTo>
                  <a:cubicBezTo>
                    <a:pt x="9210" y="6303"/>
                    <a:pt x="9221" y="6276"/>
                    <a:pt x="9230" y="6248"/>
                  </a:cubicBezTo>
                  <a:cubicBezTo>
                    <a:pt x="9240" y="6238"/>
                    <a:pt x="9249" y="6227"/>
                    <a:pt x="9260" y="6217"/>
                  </a:cubicBezTo>
                  <a:cubicBezTo>
                    <a:pt x="9270" y="6227"/>
                    <a:pt x="9279" y="6238"/>
                    <a:pt x="9290" y="6248"/>
                  </a:cubicBezTo>
                  <a:cubicBezTo>
                    <a:pt x="9300" y="6265"/>
                    <a:pt x="9309" y="6282"/>
                    <a:pt x="9319" y="6299"/>
                  </a:cubicBezTo>
                  <a:cubicBezTo>
                    <a:pt x="9329" y="6272"/>
                    <a:pt x="9339" y="6244"/>
                    <a:pt x="9348" y="6217"/>
                  </a:cubicBezTo>
                  <a:cubicBezTo>
                    <a:pt x="9358" y="6198"/>
                    <a:pt x="9368" y="6178"/>
                    <a:pt x="9378" y="6159"/>
                  </a:cubicBezTo>
                  <a:cubicBezTo>
                    <a:pt x="9386" y="6170"/>
                    <a:pt x="9396" y="6180"/>
                    <a:pt x="9404" y="6191"/>
                  </a:cubicBezTo>
                  <a:cubicBezTo>
                    <a:pt x="9414" y="6200"/>
                    <a:pt x="9424" y="6208"/>
                    <a:pt x="9434" y="6217"/>
                  </a:cubicBezTo>
                  <a:cubicBezTo>
                    <a:pt x="9444" y="6208"/>
                    <a:pt x="9455" y="6200"/>
                    <a:pt x="9465" y="6191"/>
                  </a:cubicBezTo>
                  <a:cubicBezTo>
                    <a:pt x="9476" y="6161"/>
                    <a:pt x="9486" y="6132"/>
                    <a:pt x="9496" y="6102"/>
                  </a:cubicBezTo>
                  <a:cubicBezTo>
                    <a:pt x="9506" y="6121"/>
                    <a:pt x="9515" y="6140"/>
                    <a:pt x="9526" y="6159"/>
                  </a:cubicBezTo>
                  <a:cubicBezTo>
                    <a:pt x="9535" y="6170"/>
                    <a:pt x="9545" y="6180"/>
                    <a:pt x="9554" y="6191"/>
                  </a:cubicBezTo>
                  <a:cubicBezTo>
                    <a:pt x="9565" y="6161"/>
                    <a:pt x="9574" y="6132"/>
                    <a:pt x="9584" y="6102"/>
                  </a:cubicBezTo>
                  <a:cubicBezTo>
                    <a:pt x="9594" y="6074"/>
                    <a:pt x="9604" y="6047"/>
                    <a:pt x="9614" y="6019"/>
                  </a:cubicBezTo>
                  <a:cubicBezTo>
                    <a:pt x="9624" y="6000"/>
                    <a:pt x="9633" y="5981"/>
                    <a:pt x="9644" y="5962"/>
                  </a:cubicBezTo>
                  <a:cubicBezTo>
                    <a:pt x="9653" y="5934"/>
                    <a:pt x="9663" y="5907"/>
                    <a:pt x="9672" y="5879"/>
                  </a:cubicBezTo>
                  <a:cubicBezTo>
                    <a:pt x="9683" y="5775"/>
                    <a:pt x="9692" y="5671"/>
                    <a:pt x="9702" y="5567"/>
                  </a:cubicBezTo>
                  <a:lnTo>
                    <a:pt x="9732" y="5000"/>
                  </a:lnTo>
                  <a:cubicBezTo>
                    <a:pt x="9742" y="4473"/>
                    <a:pt x="9751" y="3947"/>
                    <a:pt x="9762" y="3420"/>
                  </a:cubicBezTo>
                  <a:cubicBezTo>
                    <a:pt x="9771" y="2469"/>
                    <a:pt x="9782" y="1518"/>
                    <a:pt x="9791" y="567"/>
                  </a:cubicBezTo>
                  <a:cubicBezTo>
                    <a:pt x="9803" y="378"/>
                    <a:pt x="9813" y="189"/>
                    <a:pt x="9823" y="0"/>
                  </a:cubicBezTo>
                  <a:cubicBezTo>
                    <a:pt x="9833" y="142"/>
                    <a:pt x="9843" y="285"/>
                    <a:pt x="9853" y="427"/>
                  </a:cubicBezTo>
                  <a:cubicBezTo>
                    <a:pt x="9863" y="1491"/>
                    <a:pt x="9872" y="2554"/>
                    <a:pt x="9883" y="3618"/>
                  </a:cubicBezTo>
                  <a:cubicBezTo>
                    <a:pt x="9892" y="3629"/>
                    <a:pt x="9902" y="3639"/>
                    <a:pt x="9911" y="3650"/>
                  </a:cubicBezTo>
                  <a:cubicBezTo>
                    <a:pt x="9922" y="3603"/>
                    <a:pt x="9931" y="3557"/>
                    <a:pt x="9941" y="3510"/>
                  </a:cubicBezTo>
                  <a:lnTo>
                    <a:pt x="9971" y="3363"/>
                  </a:lnTo>
                </a:path>
              </a:pathLst>
            </a:custGeom>
            <a:noFill/>
            <a:ln w="38100" cap="flat">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cxnSp>
          <p:nvCxnSpPr>
            <p:cNvPr id="13" name="Straight Connector 48">
              <a:extLst>
                <a:ext uri="{FF2B5EF4-FFF2-40B4-BE49-F238E27FC236}">
                  <a16:creationId xmlns:a16="http://schemas.microsoft.com/office/drawing/2014/main" id="{0ABF2902-78EA-7A02-8EAC-70CA0A56AA61}"/>
                </a:ext>
              </a:extLst>
            </p:cNvPr>
            <p:cNvCxnSpPr/>
            <p:nvPr/>
          </p:nvCxnSpPr>
          <p:spPr>
            <a:xfrm flipH="1">
              <a:off x="4974791" y="3143018"/>
              <a:ext cx="1" cy="352629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4" name="Left Bracket 49">
              <a:extLst>
                <a:ext uri="{FF2B5EF4-FFF2-40B4-BE49-F238E27FC236}">
                  <a16:creationId xmlns:a16="http://schemas.microsoft.com/office/drawing/2014/main" id="{8DA3F74A-9C20-0D82-86AD-6CD4DAAB28EA}"/>
                </a:ext>
              </a:extLst>
            </p:cNvPr>
            <p:cNvSpPr/>
            <p:nvPr/>
          </p:nvSpPr>
          <p:spPr>
            <a:xfrm rot="16200000">
              <a:off x="5432281" y="4024584"/>
              <a:ext cx="142875" cy="1057854"/>
            </a:xfrm>
            <a:prstGeom prst="leftBracket">
              <a:avLst/>
            </a:prstGeom>
            <a:ln w="254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9">
              <a:extLst>
                <a:ext uri="{FF2B5EF4-FFF2-40B4-BE49-F238E27FC236}">
                  <a16:creationId xmlns:a16="http://schemas.microsoft.com/office/drawing/2014/main" id="{A6821036-FB87-26AF-C2FE-050B357B9610}"/>
                </a:ext>
              </a:extLst>
            </p:cNvPr>
            <p:cNvSpPr txBox="1"/>
            <p:nvPr/>
          </p:nvSpPr>
          <p:spPr>
            <a:xfrm>
              <a:off x="6095333" y="4321585"/>
              <a:ext cx="4438827" cy="519621"/>
            </a:xfrm>
            <a:prstGeom prst="rect">
              <a:avLst/>
            </a:prstGeom>
            <a:noFill/>
          </p:spPr>
          <p:txBody>
            <a:bodyPr wrap="square" rtlCol="0">
              <a:spAutoFit/>
            </a:bodyPr>
            <a:lstStyle/>
            <a:p>
              <a:r>
                <a:rPr lang="zh-CN" altLang="en-US" sz="1200"/>
                <a:t>心室早搏</a:t>
              </a:r>
              <a:endParaRPr lang="en-US" sz="1200" dirty="0"/>
            </a:p>
          </p:txBody>
        </p:sp>
      </p:grpSp>
      <p:grpSp>
        <p:nvGrpSpPr>
          <p:cNvPr id="24" name="组合 23">
            <a:extLst>
              <a:ext uri="{FF2B5EF4-FFF2-40B4-BE49-F238E27FC236}">
                <a16:creationId xmlns:a16="http://schemas.microsoft.com/office/drawing/2014/main" id="{86825DEA-6FBD-3D23-7943-FDB808ED6D91}"/>
              </a:ext>
            </a:extLst>
          </p:cNvPr>
          <p:cNvGrpSpPr/>
          <p:nvPr/>
        </p:nvGrpSpPr>
        <p:grpSpPr>
          <a:xfrm>
            <a:off x="6171420" y="2213293"/>
            <a:ext cx="5563797" cy="1779572"/>
            <a:chOff x="1016000" y="2312754"/>
            <a:chExt cx="9458035" cy="3338287"/>
          </a:xfrm>
        </p:grpSpPr>
        <p:sp>
          <p:nvSpPr>
            <p:cNvPr id="19" name="Freeform 20">
              <a:extLst>
                <a:ext uri="{FF2B5EF4-FFF2-40B4-BE49-F238E27FC236}">
                  <a16:creationId xmlns:a16="http://schemas.microsoft.com/office/drawing/2014/main" id="{2DB7E30E-2E62-5D92-131F-6A025160480E}"/>
                </a:ext>
              </a:extLst>
            </p:cNvPr>
            <p:cNvSpPr>
              <a:spLocks/>
            </p:cNvSpPr>
            <p:nvPr/>
          </p:nvSpPr>
          <p:spPr bwMode="auto">
            <a:xfrm>
              <a:off x="1070293" y="4227054"/>
              <a:ext cx="8359528" cy="1423987"/>
            </a:xfrm>
            <a:custGeom>
              <a:avLst/>
              <a:gdLst>
                <a:gd name="T0" fmla="*/ 38 w 2458"/>
                <a:gd name="T1" fmla="*/ 612 h 897"/>
                <a:gd name="T2" fmla="*/ 77 w 2458"/>
                <a:gd name="T3" fmla="*/ 784 h 897"/>
                <a:gd name="T4" fmla="*/ 116 w 2458"/>
                <a:gd name="T5" fmla="*/ 809 h 897"/>
                <a:gd name="T6" fmla="*/ 155 w 2458"/>
                <a:gd name="T7" fmla="*/ 754 h 897"/>
                <a:gd name="T8" fmla="*/ 194 w 2458"/>
                <a:gd name="T9" fmla="*/ 767 h 897"/>
                <a:gd name="T10" fmla="*/ 232 w 2458"/>
                <a:gd name="T11" fmla="*/ 770 h 897"/>
                <a:gd name="T12" fmla="*/ 272 w 2458"/>
                <a:gd name="T13" fmla="*/ 793 h 897"/>
                <a:gd name="T14" fmla="*/ 311 w 2458"/>
                <a:gd name="T15" fmla="*/ 852 h 897"/>
                <a:gd name="T16" fmla="*/ 349 w 2458"/>
                <a:gd name="T17" fmla="*/ 783 h 897"/>
                <a:gd name="T18" fmla="*/ 388 w 2458"/>
                <a:gd name="T19" fmla="*/ 693 h 897"/>
                <a:gd name="T20" fmla="*/ 427 w 2458"/>
                <a:gd name="T21" fmla="*/ 680 h 897"/>
                <a:gd name="T22" fmla="*/ 466 w 2458"/>
                <a:gd name="T23" fmla="*/ 672 h 897"/>
                <a:gd name="T24" fmla="*/ 505 w 2458"/>
                <a:gd name="T25" fmla="*/ 812 h 897"/>
                <a:gd name="T26" fmla="*/ 544 w 2458"/>
                <a:gd name="T27" fmla="*/ 692 h 897"/>
                <a:gd name="T28" fmla="*/ 583 w 2458"/>
                <a:gd name="T29" fmla="*/ 711 h 897"/>
                <a:gd name="T30" fmla="*/ 622 w 2458"/>
                <a:gd name="T31" fmla="*/ 627 h 897"/>
                <a:gd name="T32" fmla="*/ 661 w 2458"/>
                <a:gd name="T33" fmla="*/ 630 h 897"/>
                <a:gd name="T34" fmla="*/ 700 w 2458"/>
                <a:gd name="T35" fmla="*/ 896 h 897"/>
                <a:gd name="T36" fmla="*/ 739 w 2458"/>
                <a:gd name="T37" fmla="*/ 803 h 897"/>
                <a:gd name="T38" fmla="*/ 778 w 2458"/>
                <a:gd name="T39" fmla="*/ 816 h 897"/>
                <a:gd name="T40" fmla="*/ 817 w 2458"/>
                <a:gd name="T41" fmla="*/ 810 h 897"/>
                <a:gd name="T42" fmla="*/ 856 w 2458"/>
                <a:gd name="T43" fmla="*/ 648 h 897"/>
                <a:gd name="T44" fmla="*/ 894 w 2458"/>
                <a:gd name="T45" fmla="*/ 465 h 897"/>
                <a:gd name="T46" fmla="*/ 933 w 2458"/>
                <a:gd name="T47" fmla="*/ 225 h 897"/>
                <a:gd name="T48" fmla="*/ 973 w 2458"/>
                <a:gd name="T49" fmla="*/ 214 h 897"/>
                <a:gd name="T50" fmla="*/ 1011 w 2458"/>
                <a:gd name="T51" fmla="*/ 204 h 897"/>
                <a:gd name="T52" fmla="*/ 1050 w 2458"/>
                <a:gd name="T53" fmla="*/ 23 h 897"/>
                <a:gd name="T54" fmla="*/ 1089 w 2458"/>
                <a:gd name="T55" fmla="*/ 139 h 897"/>
                <a:gd name="T56" fmla="*/ 1128 w 2458"/>
                <a:gd name="T57" fmla="*/ 160 h 897"/>
                <a:gd name="T58" fmla="*/ 1167 w 2458"/>
                <a:gd name="T59" fmla="*/ 264 h 897"/>
                <a:gd name="T60" fmla="*/ 1206 w 2458"/>
                <a:gd name="T61" fmla="*/ 638 h 897"/>
                <a:gd name="T62" fmla="*/ 1245 w 2458"/>
                <a:gd name="T63" fmla="*/ 652 h 897"/>
                <a:gd name="T64" fmla="*/ 1284 w 2458"/>
                <a:gd name="T65" fmla="*/ 717 h 897"/>
                <a:gd name="T66" fmla="*/ 1323 w 2458"/>
                <a:gd name="T67" fmla="*/ 603 h 897"/>
                <a:gd name="T68" fmla="*/ 1362 w 2458"/>
                <a:gd name="T69" fmla="*/ 630 h 897"/>
                <a:gd name="T70" fmla="*/ 1401 w 2458"/>
                <a:gd name="T71" fmla="*/ 694 h 897"/>
                <a:gd name="T72" fmla="*/ 1440 w 2458"/>
                <a:gd name="T73" fmla="*/ 700 h 897"/>
                <a:gd name="T74" fmla="*/ 1478 w 2458"/>
                <a:gd name="T75" fmla="*/ 651 h 897"/>
                <a:gd name="T76" fmla="*/ 1518 w 2458"/>
                <a:gd name="T77" fmla="*/ 660 h 897"/>
                <a:gd name="T78" fmla="*/ 1556 w 2458"/>
                <a:gd name="T79" fmla="*/ 703 h 897"/>
                <a:gd name="T80" fmla="*/ 1595 w 2458"/>
                <a:gd name="T81" fmla="*/ 762 h 897"/>
                <a:gd name="T82" fmla="*/ 1634 w 2458"/>
                <a:gd name="T83" fmla="*/ 751 h 897"/>
                <a:gd name="T84" fmla="*/ 1673 w 2458"/>
                <a:gd name="T85" fmla="*/ 767 h 897"/>
                <a:gd name="T86" fmla="*/ 1712 w 2458"/>
                <a:gd name="T87" fmla="*/ 771 h 897"/>
                <a:gd name="T88" fmla="*/ 1751 w 2458"/>
                <a:gd name="T89" fmla="*/ 779 h 897"/>
                <a:gd name="T90" fmla="*/ 1790 w 2458"/>
                <a:gd name="T91" fmla="*/ 869 h 897"/>
                <a:gd name="T92" fmla="*/ 1829 w 2458"/>
                <a:gd name="T93" fmla="*/ 779 h 897"/>
                <a:gd name="T94" fmla="*/ 1868 w 2458"/>
                <a:gd name="T95" fmla="*/ 693 h 897"/>
                <a:gd name="T96" fmla="*/ 1907 w 2458"/>
                <a:gd name="T97" fmla="*/ 681 h 897"/>
                <a:gd name="T98" fmla="*/ 1946 w 2458"/>
                <a:gd name="T99" fmla="*/ 672 h 897"/>
                <a:gd name="T100" fmla="*/ 1985 w 2458"/>
                <a:gd name="T101" fmla="*/ 827 h 897"/>
                <a:gd name="T102" fmla="*/ 2023 w 2458"/>
                <a:gd name="T103" fmla="*/ 852 h 897"/>
                <a:gd name="T104" fmla="*/ 2063 w 2458"/>
                <a:gd name="T105" fmla="*/ 830 h 897"/>
                <a:gd name="T106" fmla="*/ 2102 w 2458"/>
                <a:gd name="T107" fmla="*/ 823 h 897"/>
                <a:gd name="T108" fmla="*/ 2140 w 2458"/>
                <a:gd name="T109" fmla="*/ 819 h 897"/>
                <a:gd name="T110" fmla="*/ 2179 w 2458"/>
                <a:gd name="T111" fmla="*/ 833 h 897"/>
                <a:gd name="T112" fmla="*/ 2218 w 2458"/>
                <a:gd name="T113" fmla="*/ 826 h 897"/>
                <a:gd name="T114" fmla="*/ 2257 w 2458"/>
                <a:gd name="T115" fmla="*/ 830 h 897"/>
                <a:gd name="T116" fmla="*/ 2296 w 2458"/>
                <a:gd name="T117" fmla="*/ 821 h 897"/>
                <a:gd name="T118" fmla="*/ 2335 w 2458"/>
                <a:gd name="T119" fmla="*/ 804 h 897"/>
                <a:gd name="T120" fmla="*/ 2374 w 2458"/>
                <a:gd name="T121" fmla="*/ 848 h 897"/>
                <a:gd name="T122" fmla="*/ 2413 w 2458"/>
                <a:gd name="T123" fmla="*/ 735 h 897"/>
                <a:gd name="T124" fmla="*/ 2452 w 2458"/>
                <a:gd name="T125" fmla="*/ 734 h 8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458" h="897">
                  <a:moveTo>
                    <a:pt x="0" y="594"/>
                  </a:moveTo>
                  <a:lnTo>
                    <a:pt x="1" y="594"/>
                  </a:lnTo>
                  <a:lnTo>
                    <a:pt x="2" y="595"/>
                  </a:lnTo>
                  <a:lnTo>
                    <a:pt x="3" y="596"/>
                  </a:lnTo>
                  <a:lnTo>
                    <a:pt x="4" y="597"/>
                  </a:lnTo>
                  <a:lnTo>
                    <a:pt x="5" y="598"/>
                  </a:lnTo>
                  <a:lnTo>
                    <a:pt x="5" y="599"/>
                  </a:lnTo>
                  <a:lnTo>
                    <a:pt x="7" y="600"/>
                  </a:lnTo>
                  <a:lnTo>
                    <a:pt x="7" y="601"/>
                  </a:lnTo>
                  <a:lnTo>
                    <a:pt x="8" y="602"/>
                  </a:lnTo>
                  <a:lnTo>
                    <a:pt x="9" y="602"/>
                  </a:lnTo>
                  <a:lnTo>
                    <a:pt x="10" y="602"/>
                  </a:lnTo>
                  <a:lnTo>
                    <a:pt x="11" y="603"/>
                  </a:lnTo>
                  <a:lnTo>
                    <a:pt x="12" y="604"/>
                  </a:lnTo>
                  <a:lnTo>
                    <a:pt x="13" y="604"/>
                  </a:lnTo>
                  <a:lnTo>
                    <a:pt x="14" y="605"/>
                  </a:lnTo>
                  <a:lnTo>
                    <a:pt x="15" y="606"/>
                  </a:lnTo>
                  <a:lnTo>
                    <a:pt x="16" y="606"/>
                  </a:lnTo>
                  <a:lnTo>
                    <a:pt x="17" y="606"/>
                  </a:lnTo>
                  <a:lnTo>
                    <a:pt x="17" y="607"/>
                  </a:lnTo>
                  <a:lnTo>
                    <a:pt x="19" y="608"/>
                  </a:lnTo>
                  <a:lnTo>
                    <a:pt x="19" y="608"/>
                  </a:lnTo>
                  <a:lnTo>
                    <a:pt x="20" y="608"/>
                  </a:lnTo>
                  <a:lnTo>
                    <a:pt x="21" y="608"/>
                  </a:lnTo>
                  <a:lnTo>
                    <a:pt x="22" y="608"/>
                  </a:lnTo>
                  <a:lnTo>
                    <a:pt x="23" y="608"/>
                  </a:lnTo>
                  <a:lnTo>
                    <a:pt x="24" y="608"/>
                  </a:lnTo>
                  <a:lnTo>
                    <a:pt x="25" y="607"/>
                  </a:lnTo>
                  <a:lnTo>
                    <a:pt x="26" y="607"/>
                  </a:lnTo>
                  <a:lnTo>
                    <a:pt x="27" y="607"/>
                  </a:lnTo>
                  <a:lnTo>
                    <a:pt x="28" y="607"/>
                  </a:lnTo>
                  <a:lnTo>
                    <a:pt x="29" y="607"/>
                  </a:lnTo>
                  <a:lnTo>
                    <a:pt x="30" y="607"/>
                  </a:lnTo>
                  <a:lnTo>
                    <a:pt x="31" y="607"/>
                  </a:lnTo>
                  <a:lnTo>
                    <a:pt x="31" y="607"/>
                  </a:lnTo>
                  <a:lnTo>
                    <a:pt x="32" y="607"/>
                  </a:lnTo>
                  <a:lnTo>
                    <a:pt x="33" y="607"/>
                  </a:lnTo>
                  <a:lnTo>
                    <a:pt x="34" y="607"/>
                  </a:lnTo>
                  <a:lnTo>
                    <a:pt x="35" y="608"/>
                  </a:lnTo>
                  <a:lnTo>
                    <a:pt x="36" y="610"/>
                  </a:lnTo>
                  <a:lnTo>
                    <a:pt x="37" y="611"/>
                  </a:lnTo>
                  <a:lnTo>
                    <a:pt x="38" y="612"/>
                  </a:lnTo>
                  <a:lnTo>
                    <a:pt x="39" y="612"/>
                  </a:lnTo>
                  <a:lnTo>
                    <a:pt x="40" y="614"/>
                  </a:lnTo>
                  <a:lnTo>
                    <a:pt x="41" y="615"/>
                  </a:lnTo>
                  <a:lnTo>
                    <a:pt x="42" y="616"/>
                  </a:lnTo>
                  <a:lnTo>
                    <a:pt x="43" y="617"/>
                  </a:lnTo>
                  <a:lnTo>
                    <a:pt x="43" y="618"/>
                  </a:lnTo>
                  <a:lnTo>
                    <a:pt x="45" y="620"/>
                  </a:lnTo>
                  <a:lnTo>
                    <a:pt x="45" y="621"/>
                  </a:lnTo>
                  <a:lnTo>
                    <a:pt x="46" y="622"/>
                  </a:lnTo>
                  <a:lnTo>
                    <a:pt x="47" y="623"/>
                  </a:lnTo>
                  <a:lnTo>
                    <a:pt x="48" y="624"/>
                  </a:lnTo>
                  <a:lnTo>
                    <a:pt x="49" y="626"/>
                  </a:lnTo>
                  <a:lnTo>
                    <a:pt x="50" y="627"/>
                  </a:lnTo>
                  <a:lnTo>
                    <a:pt x="51" y="628"/>
                  </a:lnTo>
                  <a:lnTo>
                    <a:pt x="52" y="630"/>
                  </a:lnTo>
                  <a:lnTo>
                    <a:pt x="53" y="631"/>
                  </a:lnTo>
                  <a:lnTo>
                    <a:pt x="54" y="632"/>
                  </a:lnTo>
                  <a:lnTo>
                    <a:pt x="55" y="633"/>
                  </a:lnTo>
                  <a:lnTo>
                    <a:pt x="55" y="634"/>
                  </a:lnTo>
                  <a:lnTo>
                    <a:pt x="57" y="635"/>
                  </a:lnTo>
                  <a:lnTo>
                    <a:pt x="57" y="636"/>
                  </a:lnTo>
                  <a:lnTo>
                    <a:pt x="58" y="638"/>
                  </a:lnTo>
                  <a:lnTo>
                    <a:pt x="59" y="639"/>
                  </a:lnTo>
                  <a:lnTo>
                    <a:pt x="60" y="641"/>
                  </a:lnTo>
                  <a:lnTo>
                    <a:pt x="61" y="643"/>
                  </a:lnTo>
                  <a:lnTo>
                    <a:pt x="62" y="644"/>
                  </a:lnTo>
                  <a:lnTo>
                    <a:pt x="63" y="646"/>
                  </a:lnTo>
                  <a:lnTo>
                    <a:pt x="64" y="648"/>
                  </a:lnTo>
                  <a:lnTo>
                    <a:pt x="65" y="649"/>
                  </a:lnTo>
                  <a:lnTo>
                    <a:pt x="66" y="651"/>
                  </a:lnTo>
                  <a:lnTo>
                    <a:pt x="67" y="652"/>
                  </a:lnTo>
                  <a:lnTo>
                    <a:pt x="67" y="654"/>
                  </a:lnTo>
                  <a:lnTo>
                    <a:pt x="69" y="666"/>
                  </a:lnTo>
                  <a:lnTo>
                    <a:pt x="69" y="719"/>
                  </a:lnTo>
                  <a:lnTo>
                    <a:pt x="70" y="738"/>
                  </a:lnTo>
                  <a:lnTo>
                    <a:pt x="71" y="747"/>
                  </a:lnTo>
                  <a:lnTo>
                    <a:pt x="72" y="750"/>
                  </a:lnTo>
                  <a:lnTo>
                    <a:pt x="73" y="748"/>
                  </a:lnTo>
                  <a:lnTo>
                    <a:pt x="74" y="763"/>
                  </a:lnTo>
                  <a:lnTo>
                    <a:pt x="75" y="788"/>
                  </a:lnTo>
                  <a:lnTo>
                    <a:pt x="76" y="786"/>
                  </a:lnTo>
                  <a:lnTo>
                    <a:pt x="77" y="784"/>
                  </a:lnTo>
                  <a:lnTo>
                    <a:pt x="78" y="782"/>
                  </a:lnTo>
                  <a:lnTo>
                    <a:pt x="79" y="779"/>
                  </a:lnTo>
                  <a:lnTo>
                    <a:pt x="80" y="776"/>
                  </a:lnTo>
                  <a:lnTo>
                    <a:pt x="81" y="773"/>
                  </a:lnTo>
                  <a:lnTo>
                    <a:pt x="81" y="771"/>
                  </a:lnTo>
                  <a:lnTo>
                    <a:pt x="82" y="770"/>
                  </a:lnTo>
                  <a:lnTo>
                    <a:pt x="83" y="769"/>
                  </a:lnTo>
                  <a:lnTo>
                    <a:pt x="84" y="770"/>
                  </a:lnTo>
                  <a:lnTo>
                    <a:pt x="85" y="771"/>
                  </a:lnTo>
                  <a:lnTo>
                    <a:pt x="86" y="771"/>
                  </a:lnTo>
                  <a:lnTo>
                    <a:pt x="87" y="767"/>
                  </a:lnTo>
                  <a:lnTo>
                    <a:pt x="88" y="763"/>
                  </a:lnTo>
                  <a:lnTo>
                    <a:pt x="89" y="765"/>
                  </a:lnTo>
                  <a:lnTo>
                    <a:pt x="90" y="773"/>
                  </a:lnTo>
                  <a:lnTo>
                    <a:pt x="91" y="792"/>
                  </a:lnTo>
                  <a:lnTo>
                    <a:pt x="92" y="804"/>
                  </a:lnTo>
                  <a:lnTo>
                    <a:pt x="93" y="807"/>
                  </a:lnTo>
                  <a:lnTo>
                    <a:pt x="93" y="807"/>
                  </a:lnTo>
                  <a:lnTo>
                    <a:pt x="95" y="807"/>
                  </a:lnTo>
                  <a:lnTo>
                    <a:pt x="95" y="811"/>
                  </a:lnTo>
                  <a:lnTo>
                    <a:pt x="96" y="813"/>
                  </a:lnTo>
                  <a:lnTo>
                    <a:pt x="97" y="813"/>
                  </a:lnTo>
                  <a:lnTo>
                    <a:pt x="98" y="812"/>
                  </a:lnTo>
                  <a:lnTo>
                    <a:pt x="99" y="812"/>
                  </a:lnTo>
                  <a:lnTo>
                    <a:pt x="100" y="812"/>
                  </a:lnTo>
                  <a:lnTo>
                    <a:pt x="101" y="814"/>
                  </a:lnTo>
                  <a:lnTo>
                    <a:pt x="102" y="815"/>
                  </a:lnTo>
                  <a:lnTo>
                    <a:pt x="103" y="814"/>
                  </a:lnTo>
                  <a:lnTo>
                    <a:pt x="104" y="814"/>
                  </a:lnTo>
                  <a:lnTo>
                    <a:pt x="105" y="814"/>
                  </a:lnTo>
                  <a:lnTo>
                    <a:pt x="105" y="813"/>
                  </a:lnTo>
                  <a:lnTo>
                    <a:pt x="107" y="813"/>
                  </a:lnTo>
                  <a:lnTo>
                    <a:pt x="107" y="813"/>
                  </a:lnTo>
                  <a:lnTo>
                    <a:pt x="108" y="813"/>
                  </a:lnTo>
                  <a:lnTo>
                    <a:pt x="110" y="813"/>
                  </a:lnTo>
                  <a:lnTo>
                    <a:pt x="110" y="813"/>
                  </a:lnTo>
                  <a:lnTo>
                    <a:pt x="111" y="811"/>
                  </a:lnTo>
                  <a:lnTo>
                    <a:pt x="112" y="811"/>
                  </a:lnTo>
                  <a:lnTo>
                    <a:pt x="113" y="811"/>
                  </a:lnTo>
                  <a:lnTo>
                    <a:pt x="114" y="811"/>
                  </a:lnTo>
                  <a:lnTo>
                    <a:pt x="115" y="810"/>
                  </a:lnTo>
                  <a:lnTo>
                    <a:pt x="116" y="809"/>
                  </a:lnTo>
                  <a:lnTo>
                    <a:pt x="117" y="809"/>
                  </a:lnTo>
                  <a:lnTo>
                    <a:pt x="118" y="810"/>
                  </a:lnTo>
                  <a:lnTo>
                    <a:pt x="119" y="810"/>
                  </a:lnTo>
                  <a:lnTo>
                    <a:pt x="120" y="809"/>
                  </a:lnTo>
                  <a:lnTo>
                    <a:pt x="120" y="808"/>
                  </a:lnTo>
                  <a:lnTo>
                    <a:pt x="122" y="808"/>
                  </a:lnTo>
                  <a:lnTo>
                    <a:pt x="122" y="807"/>
                  </a:lnTo>
                  <a:lnTo>
                    <a:pt x="123" y="806"/>
                  </a:lnTo>
                  <a:lnTo>
                    <a:pt x="124" y="805"/>
                  </a:lnTo>
                  <a:lnTo>
                    <a:pt x="125" y="803"/>
                  </a:lnTo>
                  <a:lnTo>
                    <a:pt x="126" y="802"/>
                  </a:lnTo>
                  <a:lnTo>
                    <a:pt x="127" y="800"/>
                  </a:lnTo>
                  <a:lnTo>
                    <a:pt x="128" y="799"/>
                  </a:lnTo>
                  <a:lnTo>
                    <a:pt x="129" y="798"/>
                  </a:lnTo>
                  <a:lnTo>
                    <a:pt x="130" y="797"/>
                  </a:lnTo>
                  <a:lnTo>
                    <a:pt x="131" y="796"/>
                  </a:lnTo>
                  <a:lnTo>
                    <a:pt x="132" y="795"/>
                  </a:lnTo>
                  <a:lnTo>
                    <a:pt x="132" y="794"/>
                  </a:lnTo>
                  <a:lnTo>
                    <a:pt x="134" y="794"/>
                  </a:lnTo>
                  <a:lnTo>
                    <a:pt x="134" y="793"/>
                  </a:lnTo>
                  <a:lnTo>
                    <a:pt x="135" y="792"/>
                  </a:lnTo>
                  <a:lnTo>
                    <a:pt x="136" y="791"/>
                  </a:lnTo>
                  <a:lnTo>
                    <a:pt x="137" y="790"/>
                  </a:lnTo>
                  <a:lnTo>
                    <a:pt x="138" y="789"/>
                  </a:lnTo>
                  <a:lnTo>
                    <a:pt x="139" y="785"/>
                  </a:lnTo>
                  <a:lnTo>
                    <a:pt x="140" y="776"/>
                  </a:lnTo>
                  <a:lnTo>
                    <a:pt x="141" y="766"/>
                  </a:lnTo>
                  <a:lnTo>
                    <a:pt x="142" y="754"/>
                  </a:lnTo>
                  <a:lnTo>
                    <a:pt x="143" y="754"/>
                  </a:lnTo>
                  <a:lnTo>
                    <a:pt x="144" y="754"/>
                  </a:lnTo>
                  <a:lnTo>
                    <a:pt x="145" y="754"/>
                  </a:lnTo>
                  <a:lnTo>
                    <a:pt x="146" y="754"/>
                  </a:lnTo>
                  <a:lnTo>
                    <a:pt x="146" y="754"/>
                  </a:lnTo>
                  <a:lnTo>
                    <a:pt x="148" y="754"/>
                  </a:lnTo>
                  <a:lnTo>
                    <a:pt x="148" y="754"/>
                  </a:lnTo>
                  <a:lnTo>
                    <a:pt x="149" y="751"/>
                  </a:lnTo>
                  <a:lnTo>
                    <a:pt x="150" y="752"/>
                  </a:lnTo>
                  <a:lnTo>
                    <a:pt x="151" y="763"/>
                  </a:lnTo>
                  <a:lnTo>
                    <a:pt x="152" y="751"/>
                  </a:lnTo>
                  <a:lnTo>
                    <a:pt x="153" y="750"/>
                  </a:lnTo>
                  <a:lnTo>
                    <a:pt x="154" y="752"/>
                  </a:lnTo>
                  <a:lnTo>
                    <a:pt x="155" y="754"/>
                  </a:lnTo>
                  <a:lnTo>
                    <a:pt x="156" y="757"/>
                  </a:lnTo>
                  <a:lnTo>
                    <a:pt x="157" y="759"/>
                  </a:lnTo>
                  <a:lnTo>
                    <a:pt x="158" y="762"/>
                  </a:lnTo>
                  <a:lnTo>
                    <a:pt x="158" y="765"/>
                  </a:lnTo>
                  <a:lnTo>
                    <a:pt x="160" y="767"/>
                  </a:lnTo>
                  <a:lnTo>
                    <a:pt x="160" y="770"/>
                  </a:lnTo>
                  <a:lnTo>
                    <a:pt x="161" y="773"/>
                  </a:lnTo>
                  <a:lnTo>
                    <a:pt x="162" y="776"/>
                  </a:lnTo>
                  <a:lnTo>
                    <a:pt x="163" y="778"/>
                  </a:lnTo>
                  <a:lnTo>
                    <a:pt x="164" y="779"/>
                  </a:lnTo>
                  <a:lnTo>
                    <a:pt x="165" y="780"/>
                  </a:lnTo>
                  <a:lnTo>
                    <a:pt x="166" y="779"/>
                  </a:lnTo>
                  <a:lnTo>
                    <a:pt x="167" y="773"/>
                  </a:lnTo>
                  <a:lnTo>
                    <a:pt x="168" y="766"/>
                  </a:lnTo>
                  <a:lnTo>
                    <a:pt x="169" y="763"/>
                  </a:lnTo>
                  <a:lnTo>
                    <a:pt x="170" y="761"/>
                  </a:lnTo>
                  <a:lnTo>
                    <a:pt x="170" y="759"/>
                  </a:lnTo>
                  <a:lnTo>
                    <a:pt x="172" y="757"/>
                  </a:lnTo>
                  <a:lnTo>
                    <a:pt x="172" y="756"/>
                  </a:lnTo>
                  <a:lnTo>
                    <a:pt x="173" y="757"/>
                  </a:lnTo>
                  <a:lnTo>
                    <a:pt x="174" y="757"/>
                  </a:lnTo>
                  <a:lnTo>
                    <a:pt x="175" y="757"/>
                  </a:lnTo>
                  <a:lnTo>
                    <a:pt x="176" y="758"/>
                  </a:lnTo>
                  <a:lnTo>
                    <a:pt x="177" y="759"/>
                  </a:lnTo>
                  <a:lnTo>
                    <a:pt x="178" y="760"/>
                  </a:lnTo>
                  <a:lnTo>
                    <a:pt x="179" y="761"/>
                  </a:lnTo>
                  <a:lnTo>
                    <a:pt x="180" y="761"/>
                  </a:lnTo>
                  <a:lnTo>
                    <a:pt x="181" y="762"/>
                  </a:lnTo>
                  <a:lnTo>
                    <a:pt x="182" y="762"/>
                  </a:lnTo>
                  <a:lnTo>
                    <a:pt x="182" y="762"/>
                  </a:lnTo>
                  <a:lnTo>
                    <a:pt x="184" y="763"/>
                  </a:lnTo>
                  <a:lnTo>
                    <a:pt x="184" y="764"/>
                  </a:lnTo>
                  <a:lnTo>
                    <a:pt x="185" y="764"/>
                  </a:lnTo>
                  <a:lnTo>
                    <a:pt x="186" y="765"/>
                  </a:lnTo>
                  <a:lnTo>
                    <a:pt x="187" y="765"/>
                  </a:lnTo>
                  <a:lnTo>
                    <a:pt x="188" y="766"/>
                  </a:lnTo>
                  <a:lnTo>
                    <a:pt x="189" y="766"/>
                  </a:lnTo>
                  <a:lnTo>
                    <a:pt x="190" y="767"/>
                  </a:lnTo>
                  <a:lnTo>
                    <a:pt x="191" y="767"/>
                  </a:lnTo>
                  <a:lnTo>
                    <a:pt x="192" y="767"/>
                  </a:lnTo>
                  <a:lnTo>
                    <a:pt x="193" y="767"/>
                  </a:lnTo>
                  <a:lnTo>
                    <a:pt x="194" y="767"/>
                  </a:lnTo>
                  <a:lnTo>
                    <a:pt x="195" y="768"/>
                  </a:lnTo>
                  <a:lnTo>
                    <a:pt x="196" y="768"/>
                  </a:lnTo>
                  <a:lnTo>
                    <a:pt x="196" y="769"/>
                  </a:lnTo>
                  <a:lnTo>
                    <a:pt x="197" y="769"/>
                  </a:lnTo>
                  <a:lnTo>
                    <a:pt x="198" y="769"/>
                  </a:lnTo>
                  <a:lnTo>
                    <a:pt x="199" y="769"/>
                  </a:lnTo>
                  <a:lnTo>
                    <a:pt x="200" y="769"/>
                  </a:lnTo>
                  <a:lnTo>
                    <a:pt x="201" y="769"/>
                  </a:lnTo>
                  <a:lnTo>
                    <a:pt x="202" y="769"/>
                  </a:lnTo>
                  <a:lnTo>
                    <a:pt x="203" y="769"/>
                  </a:lnTo>
                  <a:lnTo>
                    <a:pt x="204" y="768"/>
                  </a:lnTo>
                  <a:lnTo>
                    <a:pt x="205" y="769"/>
                  </a:lnTo>
                  <a:lnTo>
                    <a:pt x="206" y="769"/>
                  </a:lnTo>
                  <a:lnTo>
                    <a:pt x="207" y="769"/>
                  </a:lnTo>
                  <a:lnTo>
                    <a:pt x="208" y="769"/>
                  </a:lnTo>
                  <a:lnTo>
                    <a:pt x="208" y="769"/>
                  </a:lnTo>
                  <a:lnTo>
                    <a:pt x="210" y="769"/>
                  </a:lnTo>
                  <a:lnTo>
                    <a:pt x="210" y="770"/>
                  </a:lnTo>
                  <a:lnTo>
                    <a:pt x="211" y="770"/>
                  </a:lnTo>
                  <a:lnTo>
                    <a:pt x="212" y="770"/>
                  </a:lnTo>
                  <a:lnTo>
                    <a:pt x="213" y="771"/>
                  </a:lnTo>
                  <a:lnTo>
                    <a:pt x="214" y="771"/>
                  </a:lnTo>
                  <a:lnTo>
                    <a:pt x="215" y="772"/>
                  </a:lnTo>
                  <a:lnTo>
                    <a:pt x="216" y="772"/>
                  </a:lnTo>
                  <a:lnTo>
                    <a:pt x="217" y="772"/>
                  </a:lnTo>
                  <a:lnTo>
                    <a:pt x="218" y="772"/>
                  </a:lnTo>
                  <a:lnTo>
                    <a:pt x="219" y="772"/>
                  </a:lnTo>
                  <a:lnTo>
                    <a:pt x="220" y="771"/>
                  </a:lnTo>
                  <a:lnTo>
                    <a:pt x="220" y="771"/>
                  </a:lnTo>
                  <a:lnTo>
                    <a:pt x="222" y="771"/>
                  </a:lnTo>
                  <a:lnTo>
                    <a:pt x="222" y="771"/>
                  </a:lnTo>
                  <a:lnTo>
                    <a:pt x="223" y="770"/>
                  </a:lnTo>
                  <a:lnTo>
                    <a:pt x="224" y="771"/>
                  </a:lnTo>
                  <a:lnTo>
                    <a:pt x="225" y="771"/>
                  </a:lnTo>
                  <a:lnTo>
                    <a:pt x="226" y="771"/>
                  </a:lnTo>
                  <a:lnTo>
                    <a:pt x="227" y="770"/>
                  </a:lnTo>
                  <a:lnTo>
                    <a:pt x="228" y="771"/>
                  </a:lnTo>
                  <a:lnTo>
                    <a:pt x="229" y="771"/>
                  </a:lnTo>
                  <a:lnTo>
                    <a:pt x="230" y="771"/>
                  </a:lnTo>
                  <a:lnTo>
                    <a:pt x="231" y="771"/>
                  </a:lnTo>
                  <a:lnTo>
                    <a:pt x="232" y="771"/>
                  </a:lnTo>
                  <a:lnTo>
                    <a:pt x="232" y="770"/>
                  </a:lnTo>
                  <a:lnTo>
                    <a:pt x="234" y="770"/>
                  </a:lnTo>
                  <a:lnTo>
                    <a:pt x="234" y="770"/>
                  </a:lnTo>
                  <a:lnTo>
                    <a:pt x="235" y="770"/>
                  </a:lnTo>
                  <a:lnTo>
                    <a:pt x="236" y="769"/>
                  </a:lnTo>
                  <a:lnTo>
                    <a:pt x="237" y="769"/>
                  </a:lnTo>
                  <a:lnTo>
                    <a:pt x="238" y="769"/>
                  </a:lnTo>
                  <a:lnTo>
                    <a:pt x="239" y="769"/>
                  </a:lnTo>
                  <a:lnTo>
                    <a:pt x="240" y="769"/>
                  </a:lnTo>
                  <a:lnTo>
                    <a:pt x="241" y="769"/>
                  </a:lnTo>
                  <a:lnTo>
                    <a:pt x="242" y="769"/>
                  </a:lnTo>
                  <a:lnTo>
                    <a:pt x="243" y="769"/>
                  </a:lnTo>
                  <a:lnTo>
                    <a:pt x="244" y="770"/>
                  </a:lnTo>
                  <a:lnTo>
                    <a:pt x="245" y="770"/>
                  </a:lnTo>
                  <a:lnTo>
                    <a:pt x="246" y="770"/>
                  </a:lnTo>
                  <a:lnTo>
                    <a:pt x="246" y="771"/>
                  </a:lnTo>
                  <a:lnTo>
                    <a:pt x="247" y="771"/>
                  </a:lnTo>
                  <a:lnTo>
                    <a:pt x="248" y="772"/>
                  </a:lnTo>
                  <a:lnTo>
                    <a:pt x="249" y="772"/>
                  </a:lnTo>
                  <a:lnTo>
                    <a:pt x="250" y="773"/>
                  </a:lnTo>
                  <a:lnTo>
                    <a:pt x="251" y="775"/>
                  </a:lnTo>
                  <a:lnTo>
                    <a:pt x="252" y="776"/>
                  </a:lnTo>
                  <a:lnTo>
                    <a:pt x="253" y="776"/>
                  </a:lnTo>
                  <a:lnTo>
                    <a:pt x="254" y="776"/>
                  </a:lnTo>
                  <a:lnTo>
                    <a:pt x="255" y="777"/>
                  </a:lnTo>
                  <a:lnTo>
                    <a:pt x="256" y="778"/>
                  </a:lnTo>
                  <a:lnTo>
                    <a:pt x="257" y="778"/>
                  </a:lnTo>
                  <a:lnTo>
                    <a:pt x="258" y="778"/>
                  </a:lnTo>
                  <a:lnTo>
                    <a:pt x="258" y="778"/>
                  </a:lnTo>
                  <a:lnTo>
                    <a:pt x="260" y="779"/>
                  </a:lnTo>
                  <a:lnTo>
                    <a:pt x="260" y="778"/>
                  </a:lnTo>
                  <a:lnTo>
                    <a:pt x="261" y="778"/>
                  </a:lnTo>
                  <a:lnTo>
                    <a:pt x="262" y="778"/>
                  </a:lnTo>
                  <a:lnTo>
                    <a:pt x="263" y="778"/>
                  </a:lnTo>
                  <a:lnTo>
                    <a:pt x="264" y="778"/>
                  </a:lnTo>
                  <a:lnTo>
                    <a:pt x="265" y="779"/>
                  </a:lnTo>
                  <a:lnTo>
                    <a:pt x="266" y="779"/>
                  </a:lnTo>
                  <a:lnTo>
                    <a:pt x="267" y="779"/>
                  </a:lnTo>
                  <a:lnTo>
                    <a:pt x="268" y="779"/>
                  </a:lnTo>
                  <a:lnTo>
                    <a:pt x="269" y="779"/>
                  </a:lnTo>
                  <a:lnTo>
                    <a:pt x="270" y="779"/>
                  </a:lnTo>
                  <a:lnTo>
                    <a:pt x="270" y="782"/>
                  </a:lnTo>
                  <a:lnTo>
                    <a:pt x="272" y="793"/>
                  </a:lnTo>
                  <a:lnTo>
                    <a:pt x="272" y="787"/>
                  </a:lnTo>
                  <a:lnTo>
                    <a:pt x="273" y="783"/>
                  </a:lnTo>
                  <a:lnTo>
                    <a:pt x="275" y="781"/>
                  </a:lnTo>
                  <a:lnTo>
                    <a:pt x="275" y="779"/>
                  </a:lnTo>
                  <a:lnTo>
                    <a:pt x="276" y="777"/>
                  </a:lnTo>
                  <a:lnTo>
                    <a:pt x="277" y="775"/>
                  </a:lnTo>
                  <a:lnTo>
                    <a:pt x="278" y="784"/>
                  </a:lnTo>
                  <a:lnTo>
                    <a:pt x="279" y="786"/>
                  </a:lnTo>
                  <a:lnTo>
                    <a:pt x="280" y="783"/>
                  </a:lnTo>
                  <a:lnTo>
                    <a:pt x="281" y="781"/>
                  </a:lnTo>
                  <a:lnTo>
                    <a:pt x="282" y="777"/>
                  </a:lnTo>
                  <a:lnTo>
                    <a:pt x="283" y="775"/>
                  </a:lnTo>
                  <a:lnTo>
                    <a:pt x="284" y="772"/>
                  </a:lnTo>
                  <a:lnTo>
                    <a:pt x="285" y="769"/>
                  </a:lnTo>
                  <a:lnTo>
                    <a:pt x="285" y="765"/>
                  </a:lnTo>
                  <a:lnTo>
                    <a:pt x="287" y="762"/>
                  </a:lnTo>
                  <a:lnTo>
                    <a:pt x="287" y="761"/>
                  </a:lnTo>
                  <a:lnTo>
                    <a:pt x="288" y="764"/>
                  </a:lnTo>
                  <a:lnTo>
                    <a:pt x="289" y="771"/>
                  </a:lnTo>
                  <a:lnTo>
                    <a:pt x="290" y="785"/>
                  </a:lnTo>
                  <a:lnTo>
                    <a:pt x="291" y="799"/>
                  </a:lnTo>
                  <a:lnTo>
                    <a:pt x="292" y="809"/>
                  </a:lnTo>
                  <a:lnTo>
                    <a:pt x="293" y="823"/>
                  </a:lnTo>
                  <a:lnTo>
                    <a:pt x="294" y="839"/>
                  </a:lnTo>
                  <a:lnTo>
                    <a:pt x="295" y="850"/>
                  </a:lnTo>
                  <a:lnTo>
                    <a:pt x="296" y="852"/>
                  </a:lnTo>
                  <a:lnTo>
                    <a:pt x="297" y="853"/>
                  </a:lnTo>
                  <a:lnTo>
                    <a:pt x="297" y="853"/>
                  </a:lnTo>
                  <a:lnTo>
                    <a:pt x="299" y="854"/>
                  </a:lnTo>
                  <a:lnTo>
                    <a:pt x="299" y="854"/>
                  </a:lnTo>
                  <a:lnTo>
                    <a:pt x="300" y="854"/>
                  </a:lnTo>
                  <a:lnTo>
                    <a:pt x="301" y="855"/>
                  </a:lnTo>
                  <a:lnTo>
                    <a:pt x="302" y="854"/>
                  </a:lnTo>
                  <a:lnTo>
                    <a:pt x="303" y="854"/>
                  </a:lnTo>
                  <a:lnTo>
                    <a:pt x="304" y="854"/>
                  </a:lnTo>
                  <a:lnTo>
                    <a:pt x="305" y="854"/>
                  </a:lnTo>
                  <a:lnTo>
                    <a:pt x="306" y="854"/>
                  </a:lnTo>
                  <a:lnTo>
                    <a:pt x="307" y="854"/>
                  </a:lnTo>
                  <a:lnTo>
                    <a:pt x="308" y="853"/>
                  </a:lnTo>
                  <a:lnTo>
                    <a:pt x="309" y="853"/>
                  </a:lnTo>
                  <a:lnTo>
                    <a:pt x="310" y="853"/>
                  </a:lnTo>
                  <a:lnTo>
                    <a:pt x="311" y="852"/>
                  </a:lnTo>
                  <a:lnTo>
                    <a:pt x="311" y="852"/>
                  </a:lnTo>
                  <a:lnTo>
                    <a:pt x="313" y="852"/>
                  </a:lnTo>
                  <a:lnTo>
                    <a:pt x="313" y="852"/>
                  </a:lnTo>
                  <a:lnTo>
                    <a:pt x="314" y="851"/>
                  </a:lnTo>
                  <a:lnTo>
                    <a:pt x="315" y="850"/>
                  </a:lnTo>
                  <a:lnTo>
                    <a:pt x="316" y="850"/>
                  </a:lnTo>
                  <a:lnTo>
                    <a:pt x="317" y="850"/>
                  </a:lnTo>
                  <a:lnTo>
                    <a:pt x="318" y="850"/>
                  </a:lnTo>
                  <a:lnTo>
                    <a:pt x="319" y="850"/>
                  </a:lnTo>
                  <a:lnTo>
                    <a:pt x="320" y="850"/>
                  </a:lnTo>
                  <a:lnTo>
                    <a:pt x="321" y="850"/>
                  </a:lnTo>
                  <a:lnTo>
                    <a:pt x="322" y="850"/>
                  </a:lnTo>
                  <a:lnTo>
                    <a:pt x="323" y="850"/>
                  </a:lnTo>
                  <a:lnTo>
                    <a:pt x="323" y="849"/>
                  </a:lnTo>
                  <a:lnTo>
                    <a:pt x="325" y="848"/>
                  </a:lnTo>
                  <a:lnTo>
                    <a:pt x="325" y="848"/>
                  </a:lnTo>
                  <a:lnTo>
                    <a:pt x="326" y="848"/>
                  </a:lnTo>
                  <a:lnTo>
                    <a:pt x="327" y="846"/>
                  </a:lnTo>
                  <a:lnTo>
                    <a:pt x="328" y="845"/>
                  </a:lnTo>
                  <a:lnTo>
                    <a:pt x="329" y="844"/>
                  </a:lnTo>
                  <a:lnTo>
                    <a:pt x="330" y="843"/>
                  </a:lnTo>
                  <a:lnTo>
                    <a:pt x="331" y="843"/>
                  </a:lnTo>
                  <a:lnTo>
                    <a:pt x="332" y="843"/>
                  </a:lnTo>
                  <a:lnTo>
                    <a:pt x="333" y="843"/>
                  </a:lnTo>
                  <a:lnTo>
                    <a:pt x="334" y="843"/>
                  </a:lnTo>
                  <a:lnTo>
                    <a:pt x="335" y="840"/>
                  </a:lnTo>
                  <a:lnTo>
                    <a:pt x="335" y="839"/>
                  </a:lnTo>
                  <a:lnTo>
                    <a:pt x="337" y="839"/>
                  </a:lnTo>
                  <a:lnTo>
                    <a:pt x="337" y="839"/>
                  </a:lnTo>
                  <a:lnTo>
                    <a:pt x="338" y="838"/>
                  </a:lnTo>
                  <a:lnTo>
                    <a:pt x="339" y="838"/>
                  </a:lnTo>
                  <a:lnTo>
                    <a:pt x="340" y="838"/>
                  </a:lnTo>
                  <a:lnTo>
                    <a:pt x="341" y="838"/>
                  </a:lnTo>
                  <a:lnTo>
                    <a:pt x="342" y="837"/>
                  </a:lnTo>
                  <a:lnTo>
                    <a:pt x="343" y="835"/>
                  </a:lnTo>
                  <a:lnTo>
                    <a:pt x="344" y="804"/>
                  </a:lnTo>
                  <a:lnTo>
                    <a:pt x="345" y="770"/>
                  </a:lnTo>
                  <a:lnTo>
                    <a:pt x="346" y="785"/>
                  </a:lnTo>
                  <a:lnTo>
                    <a:pt x="347" y="777"/>
                  </a:lnTo>
                  <a:lnTo>
                    <a:pt x="347" y="779"/>
                  </a:lnTo>
                  <a:lnTo>
                    <a:pt x="349" y="781"/>
                  </a:lnTo>
                  <a:lnTo>
                    <a:pt x="349" y="783"/>
                  </a:lnTo>
                  <a:lnTo>
                    <a:pt x="350" y="786"/>
                  </a:lnTo>
                  <a:lnTo>
                    <a:pt x="351" y="788"/>
                  </a:lnTo>
                  <a:lnTo>
                    <a:pt x="352" y="791"/>
                  </a:lnTo>
                  <a:lnTo>
                    <a:pt x="353" y="792"/>
                  </a:lnTo>
                  <a:lnTo>
                    <a:pt x="354" y="791"/>
                  </a:lnTo>
                  <a:lnTo>
                    <a:pt x="355" y="792"/>
                  </a:lnTo>
                  <a:lnTo>
                    <a:pt x="356" y="795"/>
                  </a:lnTo>
                  <a:lnTo>
                    <a:pt x="357" y="794"/>
                  </a:lnTo>
                  <a:lnTo>
                    <a:pt x="358" y="791"/>
                  </a:lnTo>
                  <a:lnTo>
                    <a:pt x="359" y="785"/>
                  </a:lnTo>
                  <a:lnTo>
                    <a:pt x="360" y="774"/>
                  </a:lnTo>
                  <a:lnTo>
                    <a:pt x="361" y="754"/>
                  </a:lnTo>
                  <a:lnTo>
                    <a:pt x="361" y="739"/>
                  </a:lnTo>
                  <a:lnTo>
                    <a:pt x="363" y="726"/>
                  </a:lnTo>
                  <a:lnTo>
                    <a:pt x="363" y="719"/>
                  </a:lnTo>
                  <a:lnTo>
                    <a:pt x="364" y="711"/>
                  </a:lnTo>
                  <a:lnTo>
                    <a:pt x="365" y="702"/>
                  </a:lnTo>
                  <a:lnTo>
                    <a:pt x="366" y="687"/>
                  </a:lnTo>
                  <a:lnTo>
                    <a:pt x="367" y="687"/>
                  </a:lnTo>
                  <a:lnTo>
                    <a:pt x="368" y="687"/>
                  </a:lnTo>
                  <a:lnTo>
                    <a:pt x="369" y="687"/>
                  </a:lnTo>
                  <a:lnTo>
                    <a:pt x="370" y="687"/>
                  </a:lnTo>
                  <a:lnTo>
                    <a:pt x="371" y="687"/>
                  </a:lnTo>
                  <a:lnTo>
                    <a:pt x="372" y="687"/>
                  </a:lnTo>
                  <a:lnTo>
                    <a:pt x="373" y="687"/>
                  </a:lnTo>
                  <a:lnTo>
                    <a:pt x="373" y="687"/>
                  </a:lnTo>
                  <a:lnTo>
                    <a:pt x="375" y="686"/>
                  </a:lnTo>
                  <a:lnTo>
                    <a:pt x="375" y="686"/>
                  </a:lnTo>
                  <a:lnTo>
                    <a:pt x="376" y="686"/>
                  </a:lnTo>
                  <a:lnTo>
                    <a:pt x="377" y="687"/>
                  </a:lnTo>
                  <a:lnTo>
                    <a:pt x="378" y="687"/>
                  </a:lnTo>
                  <a:lnTo>
                    <a:pt x="379" y="688"/>
                  </a:lnTo>
                  <a:lnTo>
                    <a:pt x="380" y="689"/>
                  </a:lnTo>
                  <a:lnTo>
                    <a:pt x="381" y="689"/>
                  </a:lnTo>
                  <a:lnTo>
                    <a:pt x="382" y="690"/>
                  </a:lnTo>
                  <a:lnTo>
                    <a:pt x="383" y="691"/>
                  </a:lnTo>
                  <a:lnTo>
                    <a:pt x="384" y="691"/>
                  </a:lnTo>
                  <a:lnTo>
                    <a:pt x="385" y="691"/>
                  </a:lnTo>
                  <a:lnTo>
                    <a:pt x="385" y="692"/>
                  </a:lnTo>
                  <a:lnTo>
                    <a:pt x="387" y="692"/>
                  </a:lnTo>
                  <a:lnTo>
                    <a:pt x="387" y="693"/>
                  </a:lnTo>
                  <a:lnTo>
                    <a:pt x="388" y="693"/>
                  </a:lnTo>
                  <a:lnTo>
                    <a:pt x="389" y="693"/>
                  </a:lnTo>
                  <a:lnTo>
                    <a:pt x="390" y="694"/>
                  </a:lnTo>
                  <a:lnTo>
                    <a:pt x="391" y="694"/>
                  </a:lnTo>
                  <a:lnTo>
                    <a:pt x="392" y="695"/>
                  </a:lnTo>
                  <a:lnTo>
                    <a:pt x="393" y="695"/>
                  </a:lnTo>
                  <a:lnTo>
                    <a:pt x="394" y="696"/>
                  </a:lnTo>
                  <a:lnTo>
                    <a:pt x="395" y="697"/>
                  </a:lnTo>
                  <a:lnTo>
                    <a:pt x="396" y="697"/>
                  </a:lnTo>
                  <a:lnTo>
                    <a:pt x="397" y="698"/>
                  </a:lnTo>
                  <a:lnTo>
                    <a:pt x="397" y="699"/>
                  </a:lnTo>
                  <a:lnTo>
                    <a:pt x="399" y="699"/>
                  </a:lnTo>
                  <a:lnTo>
                    <a:pt x="399" y="700"/>
                  </a:lnTo>
                  <a:lnTo>
                    <a:pt x="400" y="700"/>
                  </a:lnTo>
                  <a:lnTo>
                    <a:pt x="401" y="701"/>
                  </a:lnTo>
                  <a:lnTo>
                    <a:pt x="402" y="701"/>
                  </a:lnTo>
                  <a:lnTo>
                    <a:pt x="403" y="702"/>
                  </a:lnTo>
                  <a:lnTo>
                    <a:pt x="404" y="702"/>
                  </a:lnTo>
                  <a:lnTo>
                    <a:pt x="405" y="702"/>
                  </a:lnTo>
                  <a:lnTo>
                    <a:pt x="406" y="703"/>
                  </a:lnTo>
                  <a:lnTo>
                    <a:pt x="407" y="703"/>
                  </a:lnTo>
                  <a:lnTo>
                    <a:pt x="408" y="703"/>
                  </a:lnTo>
                  <a:lnTo>
                    <a:pt x="409" y="703"/>
                  </a:lnTo>
                  <a:lnTo>
                    <a:pt x="410" y="703"/>
                  </a:lnTo>
                  <a:lnTo>
                    <a:pt x="411" y="703"/>
                  </a:lnTo>
                  <a:lnTo>
                    <a:pt x="411" y="702"/>
                  </a:lnTo>
                  <a:lnTo>
                    <a:pt x="412" y="701"/>
                  </a:lnTo>
                  <a:lnTo>
                    <a:pt x="413" y="700"/>
                  </a:lnTo>
                  <a:lnTo>
                    <a:pt x="414" y="699"/>
                  </a:lnTo>
                  <a:lnTo>
                    <a:pt x="415" y="699"/>
                  </a:lnTo>
                  <a:lnTo>
                    <a:pt x="416" y="698"/>
                  </a:lnTo>
                  <a:lnTo>
                    <a:pt x="417" y="697"/>
                  </a:lnTo>
                  <a:lnTo>
                    <a:pt x="418" y="695"/>
                  </a:lnTo>
                  <a:lnTo>
                    <a:pt x="419" y="693"/>
                  </a:lnTo>
                  <a:lnTo>
                    <a:pt x="420" y="691"/>
                  </a:lnTo>
                  <a:lnTo>
                    <a:pt x="421" y="689"/>
                  </a:lnTo>
                  <a:lnTo>
                    <a:pt x="422" y="688"/>
                  </a:lnTo>
                  <a:lnTo>
                    <a:pt x="423" y="687"/>
                  </a:lnTo>
                  <a:lnTo>
                    <a:pt x="423" y="685"/>
                  </a:lnTo>
                  <a:lnTo>
                    <a:pt x="425" y="684"/>
                  </a:lnTo>
                  <a:lnTo>
                    <a:pt x="425" y="682"/>
                  </a:lnTo>
                  <a:lnTo>
                    <a:pt x="426" y="681"/>
                  </a:lnTo>
                  <a:lnTo>
                    <a:pt x="427" y="680"/>
                  </a:lnTo>
                  <a:lnTo>
                    <a:pt x="428" y="679"/>
                  </a:lnTo>
                  <a:lnTo>
                    <a:pt x="429" y="679"/>
                  </a:lnTo>
                  <a:lnTo>
                    <a:pt x="430" y="678"/>
                  </a:lnTo>
                  <a:lnTo>
                    <a:pt x="431" y="678"/>
                  </a:lnTo>
                  <a:lnTo>
                    <a:pt x="432" y="677"/>
                  </a:lnTo>
                  <a:lnTo>
                    <a:pt x="433" y="677"/>
                  </a:lnTo>
                  <a:lnTo>
                    <a:pt x="434" y="677"/>
                  </a:lnTo>
                  <a:lnTo>
                    <a:pt x="435" y="677"/>
                  </a:lnTo>
                  <a:lnTo>
                    <a:pt x="435" y="676"/>
                  </a:lnTo>
                  <a:lnTo>
                    <a:pt x="437" y="676"/>
                  </a:lnTo>
                  <a:lnTo>
                    <a:pt x="438" y="676"/>
                  </a:lnTo>
                  <a:lnTo>
                    <a:pt x="438" y="676"/>
                  </a:lnTo>
                  <a:lnTo>
                    <a:pt x="440" y="676"/>
                  </a:lnTo>
                  <a:lnTo>
                    <a:pt x="440" y="676"/>
                  </a:lnTo>
                  <a:lnTo>
                    <a:pt x="441" y="675"/>
                  </a:lnTo>
                  <a:lnTo>
                    <a:pt x="442" y="675"/>
                  </a:lnTo>
                  <a:lnTo>
                    <a:pt x="443" y="675"/>
                  </a:lnTo>
                  <a:lnTo>
                    <a:pt x="444" y="674"/>
                  </a:lnTo>
                  <a:lnTo>
                    <a:pt x="445" y="674"/>
                  </a:lnTo>
                  <a:lnTo>
                    <a:pt x="446" y="674"/>
                  </a:lnTo>
                  <a:lnTo>
                    <a:pt x="447" y="674"/>
                  </a:lnTo>
                  <a:lnTo>
                    <a:pt x="448" y="674"/>
                  </a:lnTo>
                  <a:lnTo>
                    <a:pt x="449" y="675"/>
                  </a:lnTo>
                  <a:lnTo>
                    <a:pt x="450" y="675"/>
                  </a:lnTo>
                  <a:lnTo>
                    <a:pt x="450" y="675"/>
                  </a:lnTo>
                  <a:lnTo>
                    <a:pt x="452" y="675"/>
                  </a:lnTo>
                  <a:lnTo>
                    <a:pt x="452" y="674"/>
                  </a:lnTo>
                  <a:lnTo>
                    <a:pt x="453" y="674"/>
                  </a:lnTo>
                  <a:lnTo>
                    <a:pt x="454" y="674"/>
                  </a:lnTo>
                  <a:lnTo>
                    <a:pt x="455" y="674"/>
                  </a:lnTo>
                  <a:lnTo>
                    <a:pt x="456" y="673"/>
                  </a:lnTo>
                  <a:lnTo>
                    <a:pt x="457" y="673"/>
                  </a:lnTo>
                  <a:lnTo>
                    <a:pt x="458" y="673"/>
                  </a:lnTo>
                  <a:lnTo>
                    <a:pt x="459" y="673"/>
                  </a:lnTo>
                  <a:lnTo>
                    <a:pt x="460" y="672"/>
                  </a:lnTo>
                  <a:lnTo>
                    <a:pt x="461" y="672"/>
                  </a:lnTo>
                  <a:lnTo>
                    <a:pt x="462" y="672"/>
                  </a:lnTo>
                  <a:lnTo>
                    <a:pt x="462" y="672"/>
                  </a:lnTo>
                  <a:lnTo>
                    <a:pt x="464" y="672"/>
                  </a:lnTo>
                  <a:lnTo>
                    <a:pt x="464" y="672"/>
                  </a:lnTo>
                  <a:lnTo>
                    <a:pt x="465" y="672"/>
                  </a:lnTo>
                  <a:lnTo>
                    <a:pt x="466" y="672"/>
                  </a:lnTo>
                  <a:lnTo>
                    <a:pt x="467" y="672"/>
                  </a:lnTo>
                  <a:lnTo>
                    <a:pt x="468" y="672"/>
                  </a:lnTo>
                  <a:lnTo>
                    <a:pt x="469" y="672"/>
                  </a:lnTo>
                  <a:lnTo>
                    <a:pt x="470" y="672"/>
                  </a:lnTo>
                  <a:lnTo>
                    <a:pt x="471" y="672"/>
                  </a:lnTo>
                  <a:lnTo>
                    <a:pt x="472" y="672"/>
                  </a:lnTo>
                  <a:lnTo>
                    <a:pt x="473" y="672"/>
                  </a:lnTo>
                  <a:lnTo>
                    <a:pt x="474" y="675"/>
                  </a:lnTo>
                  <a:lnTo>
                    <a:pt x="475" y="685"/>
                  </a:lnTo>
                  <a:lnTo>
                    <a:pt x="476" y="700"/>
                  </a:lnTo>
                  <a:lnTo>
                    <a:pt x="476" y="688"/>
                  </a:lnTo>
                  <a:lnTo>
                    <a:pt x="478" y="700"/>
                  </a:lnTo>
                  <a:lnTo>
                    <a:pt x="478" y="705"/>
                  </a:lnTo>
                  <a:lnTo>
                    <a:pt x="479" y="703"/>
                  </a:lnTo>
                  <a:lnTo>
                    <a:pt x="480" y="700"/>
                  </a:lnTo>
                  <a:lnTo>
                    <a:pt x="481" y="697"/>
                  </a:lnTo>
                  <a:lnTo>
                    <a:pt x="482" y="694"/>
                  </a:lnTo>
                  <a:lnTo>
                    <a:pt x="483" y="691"/>
                  </a:lnTo>
                  <a:lnTo>
                    <a:pt x="484" y="687"/>
                  </a:lnTo>
                  <a:lnTo>
                    <a:pt x="485" y="684"/>
                  </a:lnTo>
                  <a:lnTo>
                    <a:pt x="486" y="681"/>
                  </a:lnTo>
                  <a:lnTo>
                    <a:pt x="487" y="677"/>
                  </a:lnTo>
                  <a:lnTo>
                    <a:pt x="488" y="673"/>
                  </a:lnTo>
                  <a:lnTo>
                    <a:pt x="488" y="673"/>
                  </a:lnTo>
                  <a:lnTo>
                    <a:pt x="490" y="685"/>
                  </a:lnTo>
                  <a:lnTo>
                    <a:pt x="490" y="709"/>
                  </a:lnTo>
                  <a:lnTo>
                    <a:pt x="491" y="735"/>
                  </a:lnTo>
                  <a:lnTo>
                    <a:pt x="492" y="755"/>
                  </a:lnTo>
                  <a:lnTo>
                    <a:pt x="493" y="767"/>
                  </a:lnTo>
                  <a:lnTo>
                    <a:pt x="494" y="776"/>
                  </a:lnTo>
                  <a:lnTo>
                    <a:pt x="495" y="783"/>
                  </a:lnTo>
                  <a:lnTo>
                    <a:pt x="496" y="787"/>
                  </a:lnTo>
                  <a:lnTo>
                    <a:pt x="497" y="788"/>
                  </a:lnTo>
                  <a:lnTo>
                    <a:pt x="498" y="788"/>
                  </a:lnTo>
                  <a:lnTo>
                    <a:pt x="499" y="788"/>
                  </a:lnTo>
                  <a:lnTo>
                    <a:pt x="500" y="789"/>
                  </a:lnTo>
                  <a:lnTo>
                    <a:pt x="500" y="789"/>
                  </a:lnTo>
                  <a:lnTo>
                    <a:pt x="502" y="793"/>
                  </a:lnTo>
                  <a:lnTo>
                    <a:pt x="502" y="798"/>
                  </a:lnTo>
                  <a:lnTo>
                    <a:pt x="503" y="801"/>
                  </a:lnTo>
                  <a:lnTo>
                    <a:pt x="504" y="805"/>
                  </a:lnTo>
                  <a:lnTo>
                    <a:pt x="505" y="812"/>
                  </a:lnTo>
                  <a:lnTo>
                    <a:pt x="506" y="817"/>
                  </a:lnTo>
                  <a:lnTo>
                    <a:pt x="507" y="818"/>
                  </a:lnTo>
                  <a:lnTo>
                    <a:pt x="508" y="819"/>
                  </a:lnTo>
                  <a:lnTo>
                    <a:pt x="509" y="819"/>
                  </a:lnTo>
                  <a:lnTo>
                    <a:pt x="510" y="817"/>
                  </a:lnTo>
                  <a:lnTo>
                    <a:pt x="511" y="816"/>
                  </a:lnTo>
                  <a:lnTo>
                    <a:pt x="512" y="816"/>
                  </a:lnTo>
                  <a:lnTo>
                    <a:pt x="512" y="816"/>
                  </a:lnTo>
                  <a:lnTo>
                    <a:pt x="514" y="816"/>
                  </a:lnTo>
                  <a:lnTo>
                    <a:pt x="514" y="817"/>
                  </a:lnTo>
                  <a:lnTo>
                    <a:pt x="515" y="817"/>
                  </a:lnTo>
                  <a:lnTo>
                    <a:pt x="516" y="816"/>
                  </a:lnTo>
                  <a:lnTo>
                    <a:pt x="517" y="815"/>
                  </a:lnTo>
                  <a:lnTo>
                    <a:pt x="518" y="815"/>
                  </a:lnTo>
                  <a:lnTo>
                    <a:pt x="519" y="815"/>
                  </a:lnTo>
                  <a:lnTo>
                    <a:pt x="520" y="814"/>
                  </a:lnTo>
                  <a:lnTo>
                    <a:pt x="521" y="813"/>
                  </a:lnTo>
                  <a:lnTo>
                    <a:pt x="522" y="812"/>
                  </a:lnTo>
                  <a:lnTo>
                    <a:pt x="523" y="811"/>
                  </a:lnTo>
                  <a:lnTo>
                    <a:pt x="524" y="810"/>
                  </a:lnTo>
                  <a:lnTo>
                    <a:pt x="525" y="809"/>
                  </a:lnTo>
                  <a:lnTo>
                    <a:pt x="526" y="808"/>
                  </a:lnTo>
                  <a:lnTo>
                    <a:pt x="526" y="807"/>
                  </a:lnTo>
                  <a:lnTo>
                    <a:pt x="528" y="806"/>
                  </a:lnTo>
                  <a:lnTo>
                    <a:pt x="528" y="801"/>
                  </a:lnTo>
                  <a:lnTo>
                    <a:pt x="529" y="783"/>
                  </a:lnTo>
                  <a:lnTo>
                    <a:pt x="530" y="776"/>
                  </a:lnTo>
                  <a:lnTo>
                    <a:pt x="531" y="776"/>
                  </a:lnTo>
                  <a:lnTo>
                    <a:pt x="532" y="769"/>
                  </a:lnTo>
                  <a:lnTo>
                    <a:pt x="533" y="729"/>
                  </a:lnTo>
                  <a:lnTo>
                    <a:pt x="534" y="668"/>
                  </a:lnTo>
                  <a:lnTo>
                    <a:pt x="535" y="686"/>
                  </a:lnTo>
                  <a:lnTo>
                    <a:pt x="536" y="673"/>
                  </a:lnTo>
                  <a:lnTo>
                    <a:pt x="537" y="671"/>
                  </a:lnTo>
                  <a:lnTo>
                    <a:pt x="538" y="673"/>
                  </a:lnTo>
                  <a:lnTo>
                    <a:pt x="538" y="675"/>
                  </a:lnTo>
                  <a:lnTo>
                    <a:pt x="540" y="677"/>
                  </a:lnTo>
                  <a:lnTo>
                    <a:pt x="540" y="680"/>
                  </a:lnTo>
                  <a:lnTo>
                    <a:pt x="541" y="682"/>
                  </a:lnTo>
                  <a:lnTo>
                    <a:pt x="542" y="685"/>
                  </a:lnTo>
                  <a:lnTo>
                    <a:pt x="543" y="689"/>
                  </a:lnTo>
                  <a:lnTo>
                    <a:pt x="544" y="692"/>
                  </a:lnTo>
                  <a:lnTo>
                    <a:pt x="545" y="696"/>
                  </a:lnTo>
                  <a:lnTo>
                    <a:pt x="546" y="700"/>
                  </a:lnTo>
                  <a:lnTo>
                    <a:pt x="547" y="703"/>
                  </a:lnTo>
                  <a:lnTo>
                    <a:pt x="548" y="707"/>
                  </a:lnTo>
                  <a:lnTo>
                    <a:pt x="549" y="709"/>
                  </a:lnTo>
                  <a:lnTo>
                    <a:pt x="550" y="712"/>
                  </a:lnTo>
                  <a:lnTo>
                    <a:pt x="550" y="715"/>
                  </a:lnTo>
                  <a:lnTo>
                    <a:pt x="552" y="717"/>
                  </a:lnTo>
                  <a:lnTo>
                    <a:pt x="552" y="719"/>
                  </a:lnTo>
                  <a:lnTo>
                    <a:pt x="553" y="721"/>
                  </a:lnTo>
                  <a:lnTo>
                    <a:pt x="554" y="723"/>
                  </a:lnTo>
                  <a:lnTo>
                    <a:pt x="555" y="725"/>
                  </a:lnTo>
                  <a:lnTo>
                    <a:pt x="556" y="728"/>
                  </a:lnTo>
                  <a:lnTo>
                    <a:pt x="557" y="730"/>
                  </a:lnTo>
                  <a:lnTo>
                    <a:pt x="558" y="731"/>
                  </a:lnTo>
                  <a:lnTo>
                    <a:pt x="559" y="732"/>
                  </a:lnTo>
                  <a:lnTo>
                    <a:pt x="560" y="733"/>
                  </a:lnTo>
                  <a:lnTo>
                    <a:pt x="561" y="734"/>
                  </a:lnTo>
                  <a:lnTo>
                    <a:pt x="562" y="735"/>
                  </a:lnTo>
                  <a:lnTo>
                    <a:pt x="562" y="735"/>
                  </a:lnTo>
                  <a:lnTo>
                    <a:pt x="564" y="735"/>
                  </a:lnTo>
                  <a:lnTo>
                    <a:pt x="564" y="735"/>
                  </a:lnTo>
                  <a:lnTo>
                    <a:pt x="565" y="734"/>
                  </a:lnTo>
                  <a:lnTo>
                    <a:pt x="566" y="733"/>
                  </a:lnTo>
                  <a:lnTo>
                    <a:pt x="567" y="732"/>
                  </a:lnTo>
                  <a:lnTo>
                    <a:pt x="568" y="732"/>
                  </a:lnTo>
                  <a:lnTo>
                    <a:pt x="569" y="731"/>
                  </a:lnTo>
                  <a:lnTo>
                    <a:pt x="570" y="731"/>
                  </a:lnTo>
                  <a:lnTo>
                    <a:pt x="571" y="730"/>
                  </a:lnTo>
                  <a:lnTo>
                    <a:pt x="572" y="729"/>
                  </a:lnTo>
                  <a:lnTo>
                    <a:pt x="573" y="729"/>
                  </a:lnTo>
                  <a:lnTo>
                    <a:pt x="574" y="727"/>
                  </a:lnTo>
                  <a:lnTo>
                    <a:pt x="575" y="725"/>
                  </a:lnTo>
                  <a:lnTo>
                    <a:pt x="576" y="723"/>
                  </a:lnTo>
                  <a:lnTo>
                    <a:pt x="576" y="722"/>
                  </a:lnTo>
                  <a:lnTo>
                    <a:pt x="578" y="720"/>
                  </a:lnTo>
                  <a:lnTo>
                    <a:pt x="578" y="719"/>
                  </a:lnTo>
                  <a:lnTo>
                    <a:pt x="579" y="717"/>
                  </a:lnTo>
                  <a:lnTo>
                    <a:pt x="580" y="716"/>
                  </a:lnTo>
                  <a:lnTo>
                    <a:pt x="581" y="715"/>
                  </a:lnTo>
                  <a:lnTo>
                    <a:pt x="582" y="713"/>
                  </a:lnTo>
                  <a:lnTo>
                    <a:pt x="583" y="711"/>
                  </a:lnTo>
                  <a:lnTo>
                    <a:pt x="584" y="710"/>
                  </a:lnTo>
                  <a:lnTo>
                    <a:pt x="585" y="709"/>
                  </a:lnTo>
                  <a:lnTo>
                    <a:pt x="586" y="709"/>
                  </a:lnTo>
                  <a:lnTo>
                    <a:pt x="587" y="708"/>
                  </a:lnTo>
                  <a:lnTo>
                    <a:pt x="588" y="707"/>
                  </a:lnTo>
                  <a:lnTo>
                    <a:pt x="588" y="706"/>
                  </a:lnTo>
                  <a:lnTo>
                    <a:pt x="590" y="705"/>
                  </a:lnTo>
                  <a:lnTo>
                    <a:pt x="590" y="704"/>
                  </a:lnTo>
                  <a:lnTo>
                    <a:pt x="591" y="703"/>
                  </a:lnTo>
                  <a:lnTo>
                    <a:pt x="592" y="702"/>
                  </a:lnTo>
                  <a:lnTo>
                    <a:pt x="593" y="702"/>
                  </a:lnTo>
                  <a:lnTo>
                    <a:pt x="594" y="701"/>
                  </a:lnTo>
                  <a:lnTo>
                    <a:pt x="595" y="700"/>
                  </a:lnTo>
                  <a:lnTo>
                    <a:pt x="596" y="699"/>
                  </a:lnTo>
                  <a:lnTo>
                    <a:pt x="597" y="698"/>
                  </a:lnTo>
                  <a:lnTo>
                    <a:pt x="598" y="697"/>
                  </a:lnTo>
                  <a:lnTo>
                    <a:pt x="599" y="695"/>
                  </a:lnTo>
                  <a:lnTo>
                    <a:pt x="600" y="694"/>
                  </a:lnTo>
                  <a:lnTo>
                    <a:pt x="600" y="693"/>
                  </a:lnTo>
                  <a:lnTo>
                    <a:pt x="602" y="691"/>
                  </a:lnTo>
                  <a:lnTo>
                    <a:pt x="603" y="689"/>
                  </a:lnTo>
                  <a:lnTo>
                    <a:pt x="603" y="688"/>
                  </a:lnTo>
                  <a:lnTo>
                    <a:pt x="605" y="685"/>
                  </a:lnTo>
                  <a:lnTo>
                    <a:pt x="605" y="684"/>
                  </a:lnTo>
                  <a:lnTo>
                    <a:pt x="606" y="682"/>
                  </a:lnTo>
                  <a:lnTo>
                    <a:pt x="607" y="681"/>
                  </a:lnTo>
                  <a:lnTo>
                    <a:pt x="608" y="680"/>
                  </a:lnTo>
                  <a:lnTo>
                    <a:pt x="609" y="636"/>
                  </a:lnTo>
                  <a:lnTo>
                    <a:pt x="610" y="636"/>
                  </a:lnTo>
                  <a:lnTo>
                    <a:pt x="611" y="634"/>
                  </a:lnTo>
                  <a:lnTo>
                    <a:pt x="612" y="633"/>
                  </a:lnTo>
                  <a:lnTo>
                    <a:pt x="613" y="632"/>
                  </a:lnTo>
                  <a:lnTo>
                    <a:pt x="614" y="631"/>
                  </a:lnTo>
                  <a:lnTo>
                    <a:pt x="615" y="630"/>
                  </a:lnTo>
                  <a:lnTo>
                    <a:pt x="615" y="630"/>
                  </a:lnTo>
                  <a:lnTo>
                    <a:pt x="617" y="629"/>
                  </a:lnTo>
                  <a:lnTo>
                    <a:pt x="617" y="629"/>
                  </a:lnTo>
                  <a:lnTo>
                    <a:pt x="618" y="628"/>
                  </a:lnTo>
                  <a:lnTo>
                    <a:pt x="619" y="628"/>
                  </a:lnTo>
                  <a:lnTo>
                    <a:pt x="620" y="627"/>
                  </a:lnTo>
                  <a:lnTo>
                    <a:pt x="621" y="627"/>
                  </a:lnTo>
                  <a:lnTo>
                    <a:pt x="622" y="627"/>
                  </a:lnTo>
                  <a:lnTo>
                    <a:pt x="623" y="626"/>
                  </a:lnTo>
                  <a:lnTo>
                    <a:pt x="624" y="626"/>
                  </a:lnTo>
                  <a:lnTo>
                    <a:pt x="625" y="626"/>
                  </a:lnTo>
                  <a:lnTo>
                    <a:pt x="626" y="626"/>
                  </a:lnTo>
                  <a:lnTo>
                    <a:pt x="627" y="626"/>
                  </a:lnTo>
                  <a:lnTo>
                    <a:pt x="627" y="626"/>
                  </a:lnTo>
                  <a:lnTo>
                    <a:pt x="629" y="625"/>
                  </a:lnTo>
                  <a:lnTo>
                    <a:pt x="629" y="625"/>
                  </a:lnTo>
                  <a:lnTo>
                    <a:pt x="630" y="625"/>
                  </a:lnTo>
                  <a:lnTo>
                    <a:pt x="631" y="625"/>
                  </a:lnTo>
                  <a:lnTo>
                    <a:pt x="632" y="625"/>
                  </a:lnTo>
                  <a:lnTo>
                    <a:pt x="633" y="625"/>
                  </a:lnTo>
                  <a:lnTo>
                    <a:pt x="634" y="625"/>
                  </a:lnTo>
                  <a:lnTo>
                    <a:pt x="635" y="625"/>
                  </a:lnTo>
                  <a:lnTo>
                    <a:pt x="636" y="625"/>
                  </a:lnTo>
                  <a:lnTo>
                    <a:pt x="637" y="625"/>
                  </a:lnTo>
                  <a:lnTo>
                    <a:pt x="638" y="626"/>
                  </a:lnTo>
                  <a:lnTo>
                    <a:pt x="639" y="626"/>
                  </a:lnTo>
                  <a:lnTo>
                    <a:pt x="640" y="626"/>
                  </a:lnTo>
                  <a:lnTo>
                    <a:pt x="641" y="626"/>
                  </a:lnTo>
                  <a:lnTo>
                    <a:pt x="641" y="626"/>
                  </a:lnTo>
                  <a:lnTo>
                    <a:pt x="643" y="626"/>
                  </a:lnTo>
                  <a:lnTo>
                    <a:pt x="643" y="626"/>
                  </a:lnTo>
                  <a:lnTo>
                    <a:pt x="644" y="627"/>
                  </a:lnTo>
                  <a:lnTo>
                    <a:pt x="645" y="627"/>
                  </a:lnTo>
                  <a:lnTo>
                    <a:pt x="646" y="627"/>
                  </a:lnTo>
                  <a:lnTo>
                    <a:pt x="647" y="627"/>
                  </a:lnTo>
                  <a:lnTo>
                    <a:pt x="648" y="627"/>
                  </a:lnTo>
                  <a:lnTo>
                    <a:pt x="649" y="627"/>
                  </a:lnTo>
                  <a:lnTo>
                    <a:pt x="650" y="627"/>
                  </a:lnTo>
                  <a:lnTo>
                    <a:pt x="651" y="627"/>
                  </a:lnTo>
                  <a:lnTo>
                    <a:pt x="652" y="625"/>
                  </a:lnTo>
                  <a:lnTo>
                    <a:pt x="653" y="623"/>
                  </a:lnTo>
                  <a:lnTo>
                    <a:pt x="653" y="622"/>
                  </a:lnTo>
                  <a:lnTo>
                    <a:pt x="655" y="624"/>
                  </a:lnTo>
                  <a:lnTo>
                    <a:pt x="655" y="625"/>
                  </a:lnTo>
                  <a:lnTo>
                    <a:pt x="656" y="626"/>
                  </a:lnTo>
                  <a:lnTo>
                    <a:pt x="657" y="627"/>
                  </a:lnTo>
                  <a:lnTo>
                    <a:pt x="658" y="628"/>
                  </a:lnTo>
                  <a:lnTo>
                    <a:pt x="659" y="628"/>
                  </a:lnTo>
                  <a:lnTo>
                    <a:pt x="660" y="629"/>
                  </a:lnTo>
                  <a:lnTo>
                    <a:pt x="661" y="630"/>
                  </a:lnTo>
                  <a:lnTo>
                    <a:pt x="662" y="630"/>
                  </a:lnTo>
                  <a:lnTo>
                    <a:pt x="663" y="630"/>
                  </a:lnTo>
                  <a:lnTo>
                    <a:pt x="664" y="631"/>
                  </a:lnTo>
                  <a:lnTo>
                    <a:pt x="665" y="631"/>
                  </a:lnTo>
                  <a:lnTo>
                    <a:pt x="665" y="631"/>
                  </a:lnTo>
                  <a:lnTo>
                    <a:pt x="667" y="630"/>
                  </a:lnTo>
                  <a:lnTo>
                    <a:pt x="667" y="633"/>
                  </a:lnTo>
                  <a:lnTo>
                    <a:pt x="668" y="660"/>
                  </a:lnTo>
                  <a:lnTo>
                    <a:pt x="669" y="666"/>
                  </a:lnTo>
                  <a:lnTo>
                    <a:pt x="670" y="712"/>
                  </a:lnTo>
                  <a:lnTo>
                    <a:pt x="671" y="752"/>
                  </a:lnTo>
                  <a:lnTo>
                    <a:pt x="672" y="754"/>
                  </a:lnTo>
                  <a:lnTo>
                    <a:pt x="673" y="759"/>
                  </a:lnTo>
                  <a:lnTo>
                    <a:pt x="674" y="803"/>
                  </a:lnTo>
                  <a:lnTo>
                    <a:pt x="675" y="816"/>
                  </a:lnTo>
                  <a:lnTo>
                    <a:pt x="676" y="813"/>
                  </a:lnTo>
                  <a:lnTo>
                    <a:pt x="677" y="814"/>
                  </a:lnTo>
                  <a:lnTo>
                    <a:pt x="677" y="813"/>
                  </a:lnTo>
                  <a:lnTo>
                    <a:pt x="679" y="811"/>
                  </a:lnTo>
                  <a:lnTo>
                    <a:pt x="679" y="809"/>
                  </a:lnTo>
                  <a:lnTo>
                    <a:pt x="680" y="805"/>
                  </a:lnTo>
                  <a:lnTo>
                    <a:pt x="681" y="803"/>
                  </a:lnTo>
                  <a:lnTo>
                    <a:pt x="682" y="801"/>
                  </a:lnTo>
                  <a:lnTo>
                    <a:pt x="683" y="799"/>
                  </a:lnTo>
                  <a:lnTo>
                    <a:pt x="684" y="798"/>
                  </a:lnTo>
                  <a:lnTo>
                    <a:pt x="685" y="796"/>
                  </a:lnTo>
                  <a:lnTo>
                    <a:pt x="686" y="795"/>
                  </a:lnTo>
                  <a:lnTo>
                    <a:pt x="687" y="791"/>
                  </a:lnTo>
                  <a:lnTo>
                    <a:pt x="688" y="789"/>
                  </a:lnTo>
                  <a:lnTo>
                    <a:pt x="689" y="825"/>
                  </a:lnTo>
                  <a:lnTo>
                    <a:pt x="690" y="855"/>
                  </a:lnTo>
                  <a:lnTo>
                    <a:pt x="691" y="866"/>
                  </a:lnTo>
                  <a:lnTo>
                    <a:pt x="691" y="869"/>
                  </a:lnTo>
                  <a:lnTo>
                    <a:pt x="693" y="873"/>
                  </a:lnTo>
                  <a:lnTo>
                    <a:pt x="693" y="881"/>
                  </a:lnTo>
                  <a:lnTo>
                    <a:pt x="694" y="890"/>
                  </a:lnTo>
                  <a:lnTo>
                    <a:pt x="695" y="894"/>
                  </a:lnTo>
                  <a:lnTo>
                    <a:pt x="696" y="894"/>
                  </a:lnTo>
                  <a:lnTo>
                    <a:pt x="697" y="896"/>
                  </a:lnTo>
                  <a:lnTo>
                    <a:pt x="698" y="896"/>
                  </a:lnTo>
                  <a:lnTo>
                    <a:pt x="699" y="896"/>
                  </a:lnTo>
                  <a:lnTo>
                    <a:pt x="700" y="896"/>
                  </a:lnTo>
                  <a:lnTo>
                    <a:pt x="701" y="896"/>
                  </a:lnTo>
                  <a:lnTo>
                    <a:pt x="702" y="897"/>
                  </a:lnTo>
                  <a:lnTo>
                    <a:pt x="703" y="897"/>
                  </a:lnTo>
                  <a:lnTo>
                    <a:pt x="703" y="897"/>
                  </a:lnTo>
                  <a:lnTo>
                    <a:pt x="705" y="897"/>
                  </a:lnTo>
                  <a:lnTo>
                    <a:pt x="705" y="897"/>
                  </a:lnTo>
                  <a:lnTo>
                    <a:pt x="706" y="897"/>
                  </a:lnTo>
                  <a:lnTo>
                    <a:pt x="707" y="897"/>
                  </a:lnTo>
                  <a:lnTo>
                    <a:pt x="708" y="897"/>
                  </a:lnTo>
                  <a:lnTo>
                    <a:pt x="709" y="897"/>
                  </a:lnTo>
                  <a:lnTo>
                    <a:pt x="710" y="896"/>
                  </a:lnTo>
                  <a:lnTo>
                    <a:pt x="711" y="896"/>
                  </a:lnTo>
                  <a:lnTo>
                    <a:pt x="712" y="895"/>
                  </a:lnTo>
                  <a:lnTo>
                    <a:pt x="713" y="894"/>
                  </a:lnTo>
                  <a:lnTo>
                    <a:pt x="714" y="894"/>
                  </a:lnTo>
                  <a:lnTo>
                    <a:pt x="715" y="894"/>
                  </a:lnTo>
                  <a:lnTo>
                    <a:pt x="715" y="893"/>
                  </a:lnTo>
                  <a:lnTo>
                    <a:pt x="717" y="888"/>
                  </a:lnTo>
                  <a:lnTo>
                    <a:pt x="717" y="866"/>
                  </a:lnTo>
                  <a:lnTo>
                    <a:pt x="718" y="769"/>
                  </a:lnTo>
                  <a:lnTo>
                    <a:pt x="719" y="776"/>
                  </a:lnTo>
                  <a:lnTo>
                    <a:pt x="720" y="785"/>
                  </a:lnTo>
                  <a:lnTo>
                    <a:pt x="721" y="788"/>
                  </a:lnTo>
                  <a:lnTo>
                    <a:pt x="722" y="790"/>
                  </a:lnTo>
                  <a:lnTo>
                    <a:pt x="723" y="792"/>
                  </a:lnTo>
                  <a:lnTo>
                    <a:pt x="724" y="795"/>
                  </a:lnTo>
                  <a:lnTo>
                    <a:pt x="725" y="797"/>
                  </a:lnTo>
                  <a:lnTo>
                    <a:pt x="726" y="799"/>
                  </a:lnTo>
                  <a:lnTo>
                    <a:pt x="727" y="801"/>
                  </a:lnTo>
                  <a:lnTo>
                    <a:pt x="727" y="803"/>
                  </a:lnTo>
                  <a:lnTo>
                    <a:pt x="729" y="805"/>
                  </a:lnTo>
                  <a:lnTo>
                    <a:pt x="729" y="806"/>
                  </a:lnTo>
                  <a:lnTo>
                    <a:pt x="730" y="807"/>
                  </a:lnTo>
                  <a:lnTo>
                    <a:pt x="731" y="808"/>
                  </a:lnTo>
                  <a:lnTo>
                    <a:pt x="732" y="810"/>
                  </a:lnTo>
                  <a:lnTo>
                    <a:pt x="733" y="811"/>
                  </a:lnTo>
                  <a:lnTo>
                    <a:pt x="734" y="811"/>
                  </a:lnTo>
                  <a:lnTo>
                    <a:pt x="735" y="809"/>
                  </a:lnTo>
                  <a:lnTo>
                    <a:pt x="736" y="807"/>
                  </a:lnTo>
                  <a:lnTo>
                    <a:pt x="737" y="804"/>
                  </a:lnTo>
                  <a:lnTo>
                    <a:pt x="738" y="804"/>
                  </a:lnTo>
                  <a:lnTo>
                    <a:pt x="739" y="803"/>
                  </a:lnTo>
                  <a:lnTo>
                    <a:pt x="740" y="803"/>
                  </a:lnTo>
                  <a:lnTo>
                    <a:pt x="741" y="804"/>
                  </a:lnTo>
                  <a:lnTo>
                    <a:pt x="741" y="804"/>
                  </a:lnTo>
                  <a:lnTo>
                    <a:pt x="743" y="804"/>
                  </a:lnTo>
                  <a:lnTo>
                    <a:pt x="743" y="805"/>
                  </a:lnTo>
                  <a:lnTo>
                    <a:pt x="744" y="805"/>
                  </a:lnTo>
                  <a:lnTo>
                    <a:pt x="745" y="805"/>
                  </a:lnTo>
                  <a:lnTo>
                    <a:pt x="746" y="806"/>
                  </a:lnTo>
                  <a:lnTo>
                    <a:pt x="747" y="806"/>
                  </a:lnTo>
                  <a:lnTo>
                    <a:pt x="748" y="807"/>
                  </a:lnTo>
                  <a:lnTo>
                    <a:pt x="749" y="807"/>
                  </a:lnTo>
                  <a:lnTo>
                    <a:pt x="750" y="807"/>
                  </a:lnTo>
                  <a:lnTo>
                    <a:pt x="751" y="808"/>
                  </a:lnTo>
                  <a:lnTo>
                    <a:pt x="752" y="808"/>
                  </a:lnTo>
                  <a:lnTo>
                    <a:pt x="753" y="809"/>
                  </a:lnTo>
                  <a:lnTo>
                    <a:pt x="753" y="809"/>
                  </a:lnTo>
                  <a:lnTo>
                    <a:pt x="755" y="809"/>
                  </a:lnTo>
                  <a:lnTo>
                    <a:pt x="755" y="810"/>
                  </a:lnTo>
                  <a:lnTo>
                    <a:pt x="756" y="810"/>
                  </a:lnTo>
                  <a:lnTo>
                    <a:pt x="757" y="811"/>
                  </a:lnTo>
                  <a:lnTo>
                    <a:pt x="758" y="811"/>
                  </a:lnTo>
                  <a:lnTo>
                    <a:pt x="759" y="811"/>
                  </a:lnTo>
                  <a:lnTo>
                    <a:pt x="760" y="811"/>
                  </a:lnTo>
                  <a:lnTo>
                    <a:pt x="761" y="811"/>
                  </a:lnTo>
                  <a:lnTo>
                    <a:pt x="762" y="811"/>
                  </a:lnTo>
                  <a:lnTo>
                    <a:pt x="763" y="811"/>
                  </a:lnTo>
                  <a:lnTo>
                    <a:pt x="764" y="811"/>
                  </a:lnTo>
                  <a:lnTo>
                    <a:pt x="765" y="811"/>
                  </a:lnTo>
                  <a:lnTo>
                    <a:pt x="765" y="811"/>
                  </a:lnTo>
                  <a:lnTo>
                    <a:pt x="767" y="812"/>
                  </a:lnTo>
                  <a:lnTo>
                    <a:pt x="768" y="812"/>
                  </a:lnTo>
                  <a:lnTo>
                    <a:pt x="768" y="812"/>
                  </a:lnTo>
                  <a:lnTo>
                    <a:pt x="770" y="813"/>
                  </a:lnTo>
                  <a:lnTo>
                    <a:pt x="770" y="813"/>
                  </a:lnTo>
                  <a:lnTo>
                    <a:pt x="771" y="813"/>
                  </a:lnTo>
                  <a:lnTo>
                    <a:pt x="772" y="814"/>
                  </a:lnTo>
                  <a:lnTo>
                    <a:pt x="773" y="814"/>
                  </a:lnTo>
                  <a:lnTo>
                    <a:pt x="774" y="815"/>
                  </a:lnTo>
                  <a:lnTo>
                    <a:pt x="775" y="815"/>
                  </a:lnTo>
                  <a:lnTo>
                    <a:pt x="776" y="816"/>
                  </a:lnTo>
                  <a:lnTo>
                    <a:pt x="777" y="816"/>
                  </a:lnTo>
                  <a:lnTo>
                    <a:pt x="778" y="816"/>
                  </a:lnTo>
                  <a:lnTo>
                    <a:pt x="779" y="816"/>
                  </a:lnTo>
                  <a:lnTo>
                    <a:pt x="780" y="816"/>
                  </a:lnTo>
                  <a:lnTo>
                    <a:pt x="780" y="815"/>
                  </a:lnTo>
                  <a:lnTo>
                    <a:pt x="782" y="815"/>
                  </a:lnTo>
                  <a:lnTo>
                    <a:pt x="782" y="815"/>
                  </a:lnTo>
                  <a:lnTo>
                    <a:pt x="783" y="814"/>
                  </a:lnTo>
                  <a:lnTo>
                    <a:pt x="784" y="813"/>
                  </a:lnTo>
                  <a:lnTo>
                    <a:pt x="785" y="813"/>
                  </a:lnTo>
                  <a:lnTo>
                    <a:pt x="786" y="813"/>
                  </a:lnTo>
                  <a:lnTo>
                    <a:pt x="787" y="813"/>
                  </a:lnTo>
                  <a:lnTo>
                    <a:pt x="788" y="811"/>
                  </a:lnTo>
                  <a:lnTo>
                    <a:pt x="789" y="811"/>
                  </a:lnTo>
                  <a:lnTo>
                    <a:pt x="790" y="810"/>
                  </a:lnTo>
                  <a:lnTo>
                    <a:pt x="791" y="809"/>
                  </a:lnTo>
                  <a:lnTo>
                    <a:pt x="792" y="809"/>
                  </a:lnTo>
                  <a:lnTo>
                    <a:pt x="793" y="808"/>
                  </a:lnTo>
                  <a:lnTo>
                    <a:pt x="794" y="808"/>
                  </a:lnTo>
                  <a:lnTo>
                    <a:pt x="794" y="808"/>
                  </a:lnTo>
                  <a:lnTo>
                    <a:pt x="795" y="808"/>
                  </a:lnTo>
                  <a:lnTo>
                    <a:pt x="796" y="808"/>
                  </a:lnTo>
                  <a:lnTo>
                    <a:pt x="797" y="808"/>
                  </a:lnTo>
                  <a:lnTo>
                    <a:pt x="798" y="808"/>
                  </a:lnTo>
                  <a:lnTo>
                    <a:pt x="799" y="809"/>
                  </a:lnTo>
                  <a:lnTo>
                    <a:pt x="800" y="809"/>
                  </a:lnTo>
                  <a:lnTo>
                    <a:pt x="801" y="809"/>
                  </a:lnTo>
                  <a:lnTo>
                    <a:pt x="802" y="809"/>
                  </a:lnTo>
                  <a:lnTo>
                    <a:pt x="803" y="809"/>
                  </a:lnTo>
                  <a:lnTo>
                    <a:pt x="804" y="809"/>
                  </a:lnTo>
                  <a:lnTo>
                    <a:pt x="805" y="809"/>
                  </a:lnTo>
                  <a:lnTo>
                    <a:pt x="806" y="810"/>
                  </a:lnTo>
                  <a:lnTo>
                    <a:pt x="806" y="810"/>
                  </a:lnTo>
                  <a:lnTo>
                    <a:pt x="808" y="810"/>
                  </a:lnTo>
                  <a:lnTo>
                    <a:pt x="808" y="810"/>
                  </a:lnTo>
                  <a:lnTo>
                    <a:pt x="809" y="810"/>
                  </a:lnTo>
                  <a:lnTo>
                    <a:pt x="810" y="810"/>
                  </a:lnTo>
                  <a:lnTo>
                    <a:pt x="811" y="810"/>
                  </a:lnTo>
                  <a:lnTo>
                    <a:pt x="812" y="810"/>
                  </a:lnTo>
                  <a:lnTo>
                    <a:pt x="813" y="810"/>
                  </a:lnTo>
                  <a:lnTo>
                    <a:pt x="814" y="810"/>
                  </a:lnTo>
                  <a:lnTo>
                    <a:pt x="815" y="810"/>
                  </a:lnTo>
                  <a:lnTo>
                    <a:pt x="816" y="810"/>
                  </a:lnTo>
                  <a:lnTo>
                    <a:pt x="817" y="810"/>
                  </a:lnTo>
                  <a:lnTo>
                    <a:pt x="818" y="810"/>
                  </a:lnTo>
                  <a:lnTo>
                    <a:pt x="818" y="810"/>
                  </a:lnTo>
                  <a:lnTo>
                    <a:pt x="820" y="810"/>
                  </a:lnTo>
                  <a:lnTo>
                    <a:pt x="820" y="810"/>
                  </a:lnTo>
                  <a:lnTo>
                    <a:pt x="821" y="810"/>
                  </a:lnTo>
                  <a:lnTo>
                    <a:pt x="822" y="810"/>
                  </a:lnTo>
                  <a:lnTo>
                    <a:pt x="823" y="810"/>
                  </a:lnTo>
                  <a:lnTo>
                    <a:pt x="824" y="810"/>
                  </a:lnTo>
                  <a:lnTo>
                    <a:pt x="825" y="810"/>
                  </a:lnTo>
                  <a:lnTo>
                    <a:pt x="826" y="810"/>
                  </a:lnTo>
                  <a:lnTo>
                    <a:pt x="827" y="810"/>
                  </a:lnTo>
                  <a:lnTo>
                    <a:pt x="828" y="810"/>
                  </a:lnTo>
                  <a:lnTo>
                    <a:pt x="829" y="810"/>
                  </a:lnTo>
                  <a:lnTo>
                    <a:pt x="830" y="810"/>
                  </a:lnTo>
                  <a:lnTo>
                    <a:pt x="830" y="810"/>
                  </a:lnTo>
                  <a:lnTo>
                    <a:pt x="832" y="810"/>
                  </a:lnTo>
                  <a:lnTo>
                    <a:pt x="832" y="809"/>
                  </a:lnTo>
                  <a:lnTo>
                    <a:pt x="833" y="809"/>
                  </a:lnTo>
                  <a:lnTo>
                    <a:pt x="834" y="807"/>
                  </a:lnTo>
                  <a:lnTo>
                    <a:pt x="835" y="805"/>
                  </a:lnTo>
                  <a:lnTo>
                    <a:pt x="836" y="803"/>
                  </a:lnTo>
                  <a:lnTo>
                    <a:pt x="837" y="801"/>
                  </a:lnTo>
                  <a:lnTo>
                    <a:pt x="838" y="796"/>
                  </a:lnTo>
                  <a:lnTo>
                    <a:pt x="839" y="790"/>
                  </a:lnTo>
                  <a:lnTo>
                    <a:pt x="840" y="785"/>
                  </a:lnTo>
                  <a:lnTo>
                    <a:pt x="841" y="781"/>
                  </a:lnTo>
                  <a:lnTo>
                    <a:pt x="842" y="779"/>
                  </a:lnTo>
                  <a:lnTo>
                    <a:pt x="843" y="777"/>
                  </a:lnTo>
                  <a:lnTo>
                    <a:pt x="844" y="777"/>
                  </a:lnTo>
                  <a:lnTo>
                    <a:pt x="844" y="777"/>
                  </a:lnTo>
                  <a:lnTo>
                    <a:pt x="845" y="777"/>
                  </a:lnTo>
                  <a:lnTo>
                    <a:pt x="846" y="776"/>
                  </a:lnTo>
                  <a:lnTo>
                    <a:pt x="847" y="770"/>
                  </a:lnTo>
                  <a:lnTo>
                    <a:pt x="848" y="755"/>
                  </a:lnTo>
                  <a:lnTo>
                    <a:pt x="849" y="735"/>
                  </a:lnTo>
                  <a:lnTo>
                    <a:pt x="850" y="714"/>
                  </a:lnTo>
                  <a:lnTo>
                    <a:pt x="851" y="692"/>
                  </a:lnTo>
                  <a:lnTo>
                    <a:pt x="852" y="674"/>
                  </a:lnTo>
                  <a:lnTo>
                    <a:pt x="853" y="665"/>
                  </a:lnTo>
                  <a:lnTo>
                    <a:pt x="854" y="665"/>
                  </a:lnTo>
                  <a:lnTo>
                    <a:pt x="855" y="660"/>
                  </a:lnTo>
                  <a:lnTo>
                    <a:pt x="856" y="648"/>
                  </a:lnTo>
                  <a:lnTo>
                    <a:pt x="856" y="632"/>
                  </a:lnTo>
                  <a:lnTo>
                    <a:pt x="858" y="619"/>
                  </a:lnTo>
                  <a:lnTo>
                    <a:pt x="858" y="595"/>
                  </a:lnTo>
                  <a:lnTo>
                    <a:pt x="859" y="558"/>
                  </a:lnTo>
                  <a:lnTo>
                    <a:pt x="860" y="554"/>
                  </a:lnTo>
                  <a:lnTo>
                    <a:pt x="861" y="544"/>
                  </a:lnTo>
                  <a:lnTo>
                    <a:pt x="862" y="536"/>
                  </a:lnTo>
                  <a:lnTo>
                    <a:pt x="863" y="530"/>
                  </a:lnTo>
                  <a:lnTo>
                    <a:pt x="864" y="525"/>
                  </a:lnTo>
                  <a:lnTo>
                    <a:pt x="865" y="519"/>
                  </a:lnTo>
                  <a:lnTo>
                    <a:pt x="866" y="514"/>
                  </a:lnTo>
                  <a:lnTo>
                    <a:pt x="867" y="509"/>
                  </a:lnTo>
                  <a:lnTo>
                    <a:pt x="868" y="503"/>
                  </a:lnTo>
                  <a:lnTo>
                    <a:pt x="868" y="497"/>
                  </a:lnTo>
                  <a:lnTo>
                    <a:pt x="870" y="491"/>
                  </a:lnTo>
                  <a:lnTo>
                    <a:pt x="870" y="485"/>
                  </a:lnTo>
                  <a:lnTo>
                    <a:pt x="871" y="478"/>
                  </a:lnTo>
                  <a:lnTo>
                    <a:pt x="872" y="472"/>
                  </a:lnTo>
                  <a:lnTo>
                    <a:pt x="873" y="467"/>
                  </a:lnTo>
                  <a:lnTo>
                    <a:pt x="874" y="463"/>
                  </a:lnTo>
                  <a:lnTo>
                    <a:pt x="875" y="463"/>
                  </a:lnTo>
                  <a:lnTo>
                    <a:pt x="876" y="463"/>
                  </a:lnTo>
                  <a:lnTo>
                    <a:pt x="877" y="465"/>
                  </a:lnTo>
                  <a:lnTo>
                    <a:pt x="878" y="466"/>
                  </a:lnTo>
                  <a:lnTo>
                    <a:pt x="879" y="467"/>
                  </a:lnTo>
                  <a:lnTo>
                    <a:pt x="880" y="466"/>
                  </a:lnTo>
                  <a:lnTo>
                    <a:pt x="880" y="466"/>
                  </a:lnTo>
                  <a:lnTo>
                    <a:pt x="882" y="466"/>
                  </a:lnTo>
                  <a:lnTo>
                    <a:pt x="882" y="467"/>
                  </a:lnTo>
                  <a:lnTo>
                    <a:pt x="883" y="468"/>
                  </a:lnTo>
                  <a:lnTo>
                    <a:pt x="884" y="469"/>
                  </a:lnTo>
                  <a:lnTo>
                    <a:pt x="885" y="469"/>
                  </a:lnTo>
                  <a:lnTo>
                    <a:pt x="886" y="469"/>
                  </a:lnTo>
                  <a:lnTo>
                    <a:pt x="887" y="468"/>
                  </a:lnTo>
                  <a:lnTo>
                    <a:pt x="888" y="468"/>
                  </a:lnTo>
                  <a:lnTo>
                    <a:pt x="889" y="468"/>
                  </a:lnTo>
                  <a:lnTo>
                    <a:pt x="890" y="467"/>
                  </a:lnTo>
                  <a:lnTo>
                    <a:pt x="891" y="467"/>
                  </a:lnTo>
                  <a:lnTo>
                    <a:pt x="892" y="467"/>
                  </a:lnTo>
                  <a:lnTo>
                    <a:pt x="892" y="467"/>
                  </a:lnTo>
                  <a:lnTo>
                    <a:pt x="894" y="466"/>
                  </a:lnTo>
                  <a:lnTo>
                    <a:pt x="894" y="465"/>
                  </a:lnTo>
                  <a:lnTo>
                    <a:pt x="895" y="464"/>
                  </a:lnTo>
                  <a:lnTo>
                    <a:pt x="896" y="463"/>
                  </a:lnTo>
                  <a:lnTo>
                    <a:pt x="897" y="463"/>
                  </a:lnTo>
                  <a:lnTo>
                    <a:pt x="898" y="462"/>
                  </a:lnTo>
                  <a:lnTo>
                    <a:pt x="899" y="461"/>
                  </a:lnTo>
                  <a:lnTo>
                    <a:pt x="900" y="461"/>
                  </a:lnTo>
                  <a:lnTo>
                    <a:pt x="901" y="460"/>
                  </a:lnTo>
                  <a:lnTo>
                    <a:pt x="902" y="458"/>
                  </a:lnTo>
                  <a:lnTo>
                    <a:pt x="903" y="445"/>
                  </a:lnTo>
                  <a:lnTo>
                    <a:pt x="904" y="431"/>
                  </a:lnTo>
                  <a:lnTo>
                    <a:pt x="905" y="430"/>
                  </a:lnTo>
                  <a:lnTo>
                    <a:pt x="906" y="429"/>
                  </a:lnTo>
                  <a:lnTo>
                    <a:pt x="906" y="425"/>
                  </a:lnTo>
                  <a:lnTo>
                    <a:pt x="908" y="413"/>
                  </a:lnTo>
                  <a:lnTo>
                    <a:pt x="908" y="412"/>
                  </a:lnTo>
                  <a:lnTo>
                    <a:pt x="909" y="411"/>
                  </a:lnTo>
                  <a:lnTo>
                    <a:pt x="910" y="411"/>
                  </a:lnTo>
                  <a:lnTo>
                    <a:pt x="911" y="410"/>
                  </a:lnTo>
                  <a:lnTo>
                    <a:pt x="912" y="407"/>
                  </a:lnTo>
                  <a:lnTo>
                    <a:pt x="913" y="387"/>
                  </a:lnTo>
                  <a:lnTo>
                    <a:pt x="914" y="337"/>
                  </a:lnTo>
                  <a:lnTo>
                    <a:pt x="915" y="325"/>
                  </a:lnTo>
                  <a:lnTo>
                    <a:pt x="916" y="325"/>
                  </a:lnTo>
                  <a:lnTo>
                    <a:pt x="917" y="325"/>
                  </a:lnTo>
                  <a:lnTo>
                    <a:pt x="918" y="325"/>
                  </a:lnTo>
                  <a:lnTo>
                    <a:pt x="918" y="325"/>
                  </a:lnTo>
                  <a:lnTo>
                    <a:pt x="920" y="326"/>
                  </a:lnTo>
                  <a:lnTo>
                    <a:pt x="920" y="324"/>
                  </a:lnTo>
                  <a:lnTo>
                    <a:pt x="921" y="308"/>
                  </a:lnTo>
                  <a:lnTo>
                    <a:pt x="922" y="291"/>
                  </a:lnTo>
                  <a:lnTo>
                    <a:pt x="923" y="246"/>
                  </a:lnTo>
                  <a:lnTo>
                    <a:pt x="924" y="231"/>
                  </a:lnTo>
                  <a:lnTo>
                    <a:pt x="925" y="229"/>
                  </a:lnTo>
                  <a:lnTo>
                    <a:pt x="926" y="229"/>
                  </a:lnTo>
                  <a:lnTo>
                    <a:pt x="927" y="228"/>
                  </a:lnTo>
                  <a:lnTo>
                    <a:pt x="928" y="228"/>
                  </a:lnTo>
                  <a:lnTo>
                    <a:pt x="929" y="227"/>
                  </a:lnTo>
                  <a:lnTo>
                    <a:pt x="930" y="226"/>
                  </a:lnTo>
                  <a:lnTo>
                    <a:pt x="930" y="226"/>
                  </a:lnTo>
                  <a:lnTo>
                    <a:pt x="932" y="225"/>
                  </a:lnTo>
                  <a:lnTo>
                    <a:pt x="933" y="225"/>
                  </a:lnTo>
                  <a:lnTo>
                    <a:pt x="933" y="225"/>
                  </a:lnTo>
                  <a:lnTo>
                    <a:pt x="935" y="225"/>
                  </a:lnTo>
                  <a:lnTo>
                    <a:pt x="935" y="225"/>
                  </a:lnTo>
                  <a:lnTo>
                    <a:pt x="936" y="224"/>
                  </a:lnTo>
                  <a:lnTo>
                    <a:pt x="937" y="224"/>
                  </a:lnTo>
                  <a:lnTo>
                    <a:pt x="938" y="224"/>
                  </a:lnTo>
                  <a:lnTo>
                    <a:pt x="939" y="224"/>
                  </a:lnTo>
                  <a:lnTo>
                    <a:pt x="940" y="223"/>
                  </a:lnTo>
                  <a:lnTo>
                    <a:pt x="941" y="222"/>
                  </a:lnTo>
                  <a:lnTo>
                    <a:pt x="942" y="222"/>
                  </a:lnTo>
                  <a:lnTo>
                    <a:pt x="943" y="222"/>
                  </a:lnTo>
                  <a:lnTo>
                    <a:pt x="944" y="222"/>
                  </a:lnTo>
                  <a:lnTo>
                    <a:pt x="945" y="221"/>
                  </a:lnTo>
                  <a:lnTo>
                    <a:pt x="945" y="221"/>
                  </a:lnTo>
                  <a:lnTo>
                    <a:pt x="947" y="221"/>
                  </a:lnTo>
                  <a:lnTo>
                    <a:pt x="947" y="220"/>
                  </a:lnTo>
                  <a:lnTo>
                    <a:pt x="948" y="220"/>
                  </a:lnTo>
                  <a:lnTo>
                    <a:pt x="949" y="220"/>
                  </a:lnTo>
                  <a:lnTo>
                    <a:pt x="950" y="220"/>
                  </a:lnTo>
                  <a:lnTo>
                    <a:pt x="951" y="219"/>
                  </a:lnTo>
                  <a:lnTo>
                    <a:pt x="952" y="218"/>
                  </a:lnTo>
                  <a:lnTo>
                    <a:pt x="953" y="218"/>
                  </a:lnTo>
                  <a:lnTo>
                    <a:pt x="954" y="217"/>
                  </a:lnTo>
                  <a:lnTo>
                    <a:pt x="955" y="216"/>
                  </a:lnTo>
                  <a:lnTo>
                    <a:pt x="956" y="215"/>
                  </a:lnTo>
                  <a:lnTo>
                    <a:pt x="957" y="214"/>
                  </a:lnTo>
                  <a:lnTo>
                    <a:pt x="958" y="214"/>
                  </a:lnTo>
                  <a:lnTo>
                    <a:pt x="959" y="213"/>
                  </a:lnTo>
                  <a:lnTo>
                    <a:pt x="959" y="213"/>
                  </a:lnTo>
                  <a:lnTo>
                    <a:pt x="960" y="212"/>
                  </a:lnTo>
                  <a:lnTo>
                    <a:pt x="961" y="212"/>
                  </a:lnTo>
                  <a:lnTo>
                    <a:pt x="962" y="212"/>
                  </a:lnTo>
                  <a:lnTo>
                    <a:pt x="963" y="212"/>
                  </a:lnTo>
                  <a:lnTo>
                    <a:pt x="964" y="212"/>
                  </a:lnTo>
                  <a:lnTo>
                    <a:pt x="965" y="212"/>
                  </a:lnTo>
                  <a:lnTo>
                    <a:pt x="966" y="213"/>
                  </a:lnTo>
                  <a:lnTo>
                    <a:pt x="967" y="213"/>
                  </a:lnTo>
                  <a:lnTo>
                    <a:pt x="968" y="213"/>
                  </a:lnTo>
                  <a:lnTo>
                    <a:pt x="969" y="213"/>
                  </a:lnTo>
                  <a:lnTo>
                    <a:pt x="970" y="213"/>
                  </a:lnTo>
                  <a:lnTo>
                    <a:pt x="971" y="214"/>
                  </a:lnTo>
                  <a:lnTo>
                    <a:pt x="971" y="214"/>
                  </a:lnTo>
                  <a:lnTo>
                    <a:pt x="973" y="214"/>
                  </a:lnTo>
                  <a:lnTo>
                    <a:pt x="973" y="214"/>
                  </a:lnTo>
                  <a:lnTo>
                    <a:pt x="974" y="214"/>
                  </a:lnTo>
                  <a:lnTo>
                    <a:pt x="975" y="214"/>
                  </a:lnTo>
                  <a:lnTo>
                    <a:pt x="976" y="214"/>
                  </a:lnTo>
                  <a:lnTo>
                    <a:pt x="977" y="214"/>
                  </a:lnTo>
                  <a:lnTo>
                    <a:pt x="978" y="214"/>
                  </a:lnTo>
                  <a:lnTo>
                    <a:pt x="979" y="214"/>
                  </a:lnTo>
                  <a:lnTo>
                    <a:pt x="980" y="214"/>
                  </a:lnTo>
                  <a:lnTo>
                    <a:pt x="981" y="213"/>
                  </a:lnTo>
                  <a:lnTo>
                    <a:pt x="982" y="213"/>
                  </a:lnTo>
                  <a:lnTo>
                    <a:pt x="983" y="207"/>
                  </a:lnTo>
                  <a:lnTo>
                    <a:pt x="983" y="207"/>
                  </a:lnTo>
                  <a:lnTo>
                    <a:pt x="985" y="207"/>
                  </a:lnTo>
                  <a:lnTo>
                    <a:pt x="985" y="207"/>
                  </a:lnTo>
                  <a:lnTo>
                    <a:pt x="986" y="207"/>
                  </a:lnTo>
                  <a:lnTo>
                    <a:pt x="987" y="207"/>
                  </a:lnTo>
                  <a:lnTo>
                    <a:pt x="988" y="207"/>
                  </a:lnTo>
                  <a:lnTo>
                    <a:pt x="989" y="207"/>
                  </a:lnTo>
                  <a:lnTo>
                    <a:pt x="990" y="207"/>
                  </a:lnTo>
                  <a:lnTo>
                    <a:pt x="991" y="207"/>
                  </a:lnTo>
                  <a:lnTo>
                    <a:pt x="992" y="207"/>
                  </a:lnTo>
                  <a:lnTo>
                    <a:pt x="993" y="207"/>
                  </a:lnTo>
                  <a:lnTo>
                    <a:pt x="994" y="207"/>
                  </a:lnTo>
                  <a:lnTo>
                    <a:pt x="995" y="208"/>
                  </a:lnTo>
                  <a:lnTo>
                    <a:pt x="995" y="208"/>
                  </a:lnTo>
                  <a:lnTo>
                    <a:pt x="997" y="208"/>
                  </a:lnTo>
                  <a:lnTo>
                    <a:pt x="997" y="208"/>
                  </a:lnTo>
                  <a:lnTo>
                    <a:pt x="998" y="208"/>
                  </a:lnTo>
                  <a:lnTo>
                    <a:pt x="999" y="208"/>
                  </a:lnTo>
                  <a:lnTo>
                    <a:pt x="1000" y="208"/>
                  </a:lnTo>
                  <a:lnTo>
                    <a:pt x="1001" y="208"/>
                  </a:lnTo>
                  <a:lnTo>
                    <a:pt x="1002" y="208"/>
                  </a:lnTo>
                  <a:lnTo>
                    <a:pt x="1003" y="208"/>
                  </a:lnTo>
                  <a:lnTo>
                    <a:pt x="1004" y="207"/>
                  </a:lnTo>
                  <a:lnTo>
                    <a:pt x="1005" y="207"/>
                  </a:lnTo>
                  <a:lnTo>
                    <a:pt x="1006" y="207"/>
                  </a:lnTo>
                  <a:lnTo>
                    <a:pt x="1007" y="206"/>
                  </a:lnTo>
                  <a:lnTo>
                    <a:pt x="1008" y="206"/>
                  </a:lnTo>
                  <a:lnTo>
                    <a:pt x="1009" y="205"/>
                  </a:lnTo>
                  <a:lnTo>
                    <a:pt x="1009" y="205"/>
                  </a:lnTo>
                  <a:lnTo>
                    <a:pt x="1010" y="204"/>
                  </a:lnTo>
                  <a:lnTo>
                    <a:pt x="1011" y="204"/>
                  </a:lnTo>
                  <a:lnTo>
                    <a:pt x="1012" y="203"/>
                  </a:lnTo>
                  <a:lnTo>
                    <a:pt x="1013" y="202"/>
                  </a:lnTo>
                  <a:lnTo>
                    <a:pt x="1014" y="202"/>
                  </a:lnTo>
                  <a:lnTo>
                    <a:pt x="1015" y="201"/>
                  </a:lnTo>
                  <a:lnTo>
                    <a:pt x="1016" y="201"/>
                  </a:lnTo>
                  <a:lnTo>
                    <a:pt x="1017" y="200"/>
                  </a:lnTo>
                  <a:lnTo>
                    <a:pt x="1018" y="200"/>
                  </a:lnTo>
                  <a:lnTo>
                    <a:pt x="1019" y="199"/>
                  </a:lnTo>
                  <a:lnTo>
                    <a:pt x="1020" y="199"/>
                  </a:lnTo>
                  <a:lnTo>
                    <a:pt x="1021" y="199"/>
                  </a:lnTo>
                  <a:lnTo>
                    <a:pt x="1021" y="199"/>
                  </a:lnTo>
                  <a:lnTo>
                    <a:pt x="1023" y="199"/>
                  </a:lnTo>
                  <a:lnTo>
                    <a:pt x="1023" y="199"/>
                  </a:lnTo>
                  <a:lnTo>
                    <a:pt x="1024" y="198"/>
                  </a:lnTo>
                  <a:lnTo>
                    <a:pt x="1025" y="198"/>
                  </a:lnTo>
                  <a:lnTo>
                    <a:pt x="1026" y="198"/>
                  </a:lnTo>
                  <a:lnTo>
                    <a:pt x="1027" y="198"/>
                  </a:lnTo>
                  <a:lnTo>
                    <a:pt x="1028" y="198"/>
                  </a:lnTo>
                  <a:lnTo>
                    <a:pt x="1029" y="198"/>
                  </a:lnTo>
                  <a:lnTo>
                    <a:pt x="1030" y="198"/>
                  </a:lnTo>
                  <a:lnTo>
                    <a:pt x="1031" y="198"/>
                  </a:lnTo>
                  <a:lnTo>
                    <a:pt x="1032" y="198"/>
                  </a:lnTo>
                  <a:lnTo>
                    <a:pt x="1033" y="198"/>
                  </a:lnTo>
                  <a:lnTo>
                    <a:pt x="1033" y="198"/>
                  </a:lnTo>
                  <a:lnTo>
                    <a:pt x="1035" y="198"/>
                  </a:lnTo>
                  <a:lnTo>
                    <a:pt x="1035" y="198"/>
                  </a:lnTo>
                  <a:lnTo>
                    <a:pt x="1036" y="198"/>
                  </a:lnTo>
                  <a:lnTo>
                    <a:pt x="1037" y="198"/>
                  </a:lnTo>
                  <a:lnTo>
                    <a:pt x="1038" y="198"/>
                  </a:lnTo>
                  <a:lnTo>
                    <a:pt x="1039" y="198"/>
                  </a:lnTo>
                  <a:lnTo>
                    <a:pt x="1040" y="197"/>
                  </a:lnTo>
                  <a:lnTo>
                    <a:pt x="1041" y="196"/>
                  </a:lnTo>
                  <a:lnTo>
                    <a:pt x="1042" y="189"/>
                  </a:lnTo>
                  <a:lnTo>
                    <a:pt x="1043" y="157"/>
                  </a:lnTo>
                  <a:lnTo>
                    <a:pt x="1044" y="99"/>
                  </a:lnTo>
                  <a:lnTo>
                    <a:pt x="1045" y="43"/>
                  </a:lnTo>
                  <a:lnTo>
                    <a:pt x="1045" y="38"/>
                  </a:lnTo>
                  <a:lnTo>
                    <a:pt x="1047" y="32"/>
                  </a:lnTo>
                  <a:lnTo>
                    <a:pt x="1047" y="20"/>
                  </a:lnTo>
                  <a:lnTo>
                    <a:pt x="1048" y="0"/>
                  </a:lnTo>
                  <a:lnTo>
                    <a:pt x="1049" y="9"/>
                  </a:lnTo>
                  <a:lnTo>
                    <a:pt x="1050" y="23"/>
                  </a:lnTo>
                  <a:lnTo>
                    <a:pt x="1051" y="36"/>
                  </a:lnTo>
                  <a:lnTo>
                    <a:pt x="1052" y="48"/>
                  </a:lnTo>
                  <a:lnTo>
                    <a:pt x="1053" y="57"/>
                  </a:lnTo>
                  <a:lnTo>
                    <a:pt x="1054" y="65"/>
                  </a:lnTo>
                  <a:lnTo>
                    <a:pt x="1055" y="70"/>
                  </a:lnTo>
                  <a:lnTo>
                    <a:pt x="1056" y="73"/>
                  </a:lnTo>
                  <a:lnTo>
                    <a:pt x="1057" y="74"/>
                  </a:lnTo>
                  <a:lnTo>
                    <a:pt x="1058" y="80"/>
                  </a:lnTo>
                  <a:lnTo>
                    <a:pt x="1059" y="95"/>
                  </a:lnTo>
                  <a:lnTo>
                    <a:pt x="1059" y="106"/>
                  </a:lnTo>
                  <a:lnTo>
                    <a:pt x="1060" y="113"/>
                  </a:lnTo>
                  <a:lnTo>
                    <a:pt x="1061" y="119"/>
                  </a:lnTo>
                  <a:lnTo>
                    <a:pt x="1062" y="121"/>
                  </a:lnTo>
                  <a:lnTo>
                    <a:pt x="1063" y="121"/>
                  </a:lnTo>
                  <a:lnTo>
                    <a:pt x="1064" y="121"/>
                  </a:lnTo>
                  <a:lnTo>
                    <a:pt x="1065" y="122"/>
                  </a:lnTo>
                  <a:lnTo>
                    <a:pt x="1066" y="122"/>
                  </a:lnTo>
                  <a:lnTo>
                    <a:pt x="1067" y="122"/>
                  </a:lnTo>
                  <a:lnTo>
                    <a:pt x="1068" y="122"/>
                  </a:lnTo>
                  <a:lnTo>
                    <a:pt x="1069" y="122"/>
                  </a:lnTo>
                  <a:lnTo>
                    <a:pt x="1070" y="123"/>
                  </a:lnTo>
                  <a:lnTo>
                    <a:pt x="1071" y="124"/>
                  </a:lnTo>
                  <a:lnTo>
                    <a:pt x="1071" y="125"/>
                  </a:lnTo>
                  <a:lnTo>
                    <a:pt x="1073" y="126"/>
                  </a:lnTo>
                  <a:lnTo>
                    <a:pt x="1073" y="127"/>
                  </a:lnTo>
                  <a:lnTo>
                    <a:pt x="1074" y="127"/>
                  </a:lnTo>
                  <a:lnTo>
                    <a:pt x="1075" y="128"/>
                  </a:lnTo>
                  <a:lnTo>
                    <a:pt x="1076" y="128"/>
                  </a:lnTo>
                  <a:lnTo>
                    <a:pt x="1077" y="129"/>
                  </a:lnTo>
                  <a:lnTo>
                    <a:pt x="1078" y="130"/>
                  </a:lnTo>
                  <a:lnTo>
                    <a:pt x="1079" y="131"/>
                  </a:lnTo>
                  <a:lnTo>
                    <a:pt x="1080" y="132"/>
                  </a:lnTo>
                  <a:lnTo>
                    <a:pt x="1081" y="133"/>
                  </a:lnTo>
                  <a:lnTo>
                    <a:pt x="1082" y="133"/>
                  </a:lnTo>
                  <a:lnTo>
                    <a:pt x="1083" y="134"/>
                  </a:lnTo>
                  <a:lnTo>
                    <a:pt x="1083" y="135"/>
                  </a:lnTo>
                  <a:lnTo>
                    <a:pt x="1085" y="136"/>
                  </a:lnTo>
                  <a:lnTo>
                    <a:pt x="1085" y="137"/>
                  </a:lnTo>
                  <a:lnTo>
                    <a:pt x="1086" y="137"/>
                  </a:lnTo>
                  <a:lnTo>
                    <a:pt x="1087" y="138"/>
                  </a:lnTo>
                  <a:lnTo>
                    <a:pt x="1088" y="139"/>
                  </a:lnTo>
                  <a:lnTo>
                    <a:pt x="1089" y="139"/>
                  </a:lnTo>
                  <a:lnTo>
                    <a:pt x="1090" y="139"/>
                  </a:lnTo>
                  <a:lnTo>
                    <a:pt x="1091" y="140"/>
                  </a:lnTo>
                  <a:lnTo>
                    <a:pt x="1092" y="140"/>
                  </a:lnTo>
                  <a:lnTo>
                    <a:pt x="1093" y="141"/>
                  </a:lnTo>
                  <a:lnTo>
                    <a:pt x="1094" y="141"/>
                  </a:lnTo>
                  <a:lnTo>
                    <a:pt x="1095" y="141"/>
                  </a:lnTo>
                  <a:lnTo>
                    <a:pt x="1095" y="141"/>
                  </a:lnTo>
                  <a:lnTo>
                    <a:pt x="1097" y="142"/>
                  </a:lnTo>
                  <a:lnTo>
                    <a:pt x="1098" y="142"/>
                  </a:lnTo>
                  <a:lnTo>
                    <a:pt x="1098" y="143"/>
                  </a:lnTo>
                  <a:lnTo>
                    <a:pt x="1100" y="143"/>
                  </a:lnTo>
                  <a:lnTo>
                    <a:pt x="1100" y="143"/>
                  </a:lnTo>
                  <a:lnTo>
                    <a:pt x="1101" y="143"/>
                  </a:lnTo>
                  <a:lnTo>
                    <a:pt x="1102" y="143"/>
                  </a:lnTo>
                  <a:lnTo>
                    <a:pt x="1103" y="144"/>
                  </a:lnTo>
                  <a:lnTo>
                    <a:pt x="1104" y="144"/>
                  </a:lnTo>
                  <a:lnTo>
                    <a:pt x="1105" y="144"/>
                  </a:lnTo>
                  <a:lnTo>
                    <a:pt x="1106" y="144"/>
                  </a:lnTo>
                  <a:lnTo>
                    <a:pt x="1107" y="144"/>
                  </a:lnTo>
                  <a:lnTo>
                    <a:pt x="1108" y="144"/>
                  </a:lnTo>
                  <a:lnTo>
                    <a:pt x="1109" y="144"/>
                  </a:lnTo>
                  <a:lnTo>
                    <a:pt x="1110" y="144"/>
                  </a:lnTo>
                  <a:lnTo>
                    <a:pt x="1110" y="144"/>
                  </a:lnTo>
                  <a:lnTo>
                    <a:pt x="1112" y="143"/>
                  </a:lnTo>
                  <a:lnTo>
                    <a:pt x="1112" y="143"/>
                  </a:lnTo>
                  <a:lnTo>
                    <a:pt x="1113" y="143"/>
                  </a:lnTo>
                  <a:lnTo>
                    <a:pt x="1114" y="143"/>
                  </a:lnTo>
                  <a:lnTo>
                    <a:pt x="1115" y="143"/>
                  </a:lnTo>
                  <a:lnTo>
                    <a:pt x="1116" y="143"/>
                  </a:lnTo>
                  <a:lnTo>
                    <a:pt x="1117" y="143"/>
                  </a:lnTo>
                  <a:lnTo>
                    <a:pt x="1118" y="143"/>
                  </a:lnTo>
                  <a:lnTo>
                    <a:pt x="1119" y="143"/>
                  </a:lnTo>
                  <a:lnTo>
                    <a:pt x="1120" y="144"/>
                  </a:lnTo>
                  <a:lnTo>
                    <a:pt x="1121" y="145"/>
                  </a:lnTo>
                  <a:lnTo>
                    <a:pt x="1122" y="146"/>
                  </a:lnTo>
                  <a:lnTo>
                    <a:pt x="1123" y="148"/>
                  </a:lnTo>
                  <a:lnTo>
                    <a:pt x="1124" y="149"/>
                  </a:lnTo>
                  <a:lnTo>
                    <a:pt x="1124" y="151"/>
                  </a:lnTo>
                  <a:lnTo>
                    <a:pt x="1125" y="153"/>
                  </a:lnTo>
                  <a:lnTo>
                    <a:pt x="1126" y="156"/>
                  </a:lnTo>
                  <a:lnTo>
                    <a:pt x="1127" y="158"/>
                  </a:lnTo>
                  <a:lnTo>
                    <a:pt x="1128" y="160"/>
                  </a:lnTo>
                  <a:lnTo>
                    <a:pt x="1129" y="163"/>
                  </a:lnTo>
                  <a:lnTo>
                    <a:pt x="1130" y="165"/>
                  </a:lnTo>
                  <a:lnTo>
                    <a:pt x="1131" y="167"/>
                  </a:lnTo>
                  <a:lnTo>
                    <a:pt x="1132" y="169"/>
                  </a:lnTo>
                  <a:lnTo>
                    <a:pt x="1133" y="172"/>
                  </a:lnTo>
                  <a:lnTo>
                    <a:pt x="1134" y="175"/>
                  </a:lnTo>
                  <a:lnTo>
                    <a:pt x="1135" y="177"/>
                  </a:lnTo>
                  <a:lnTo>
                    <a:pt x="1136" y="178"/>
                  </a:lnTo>
                  <a:lnTo>
                    <a:pt x="1136" y="180"/>
                  </a:lnTo>
                  <a:lnTo>
                    <a:pt x="1138" y="181"/>
                  </a:lnTo>
                  <a:lnTo>
                    <a:pt x="1138" y="183"/>
                  </a:lnTo>
                  <a:lnTo>
                    <a:pt x="1139" y="184"/>
                  </a:lnTo>
                  <a:lnTo>
                    <a:pt x="1140" y="185"/>
                  </a:lnTo>
                  <a:lnTo>
                    <a:pt x="1141" y="187"/>
                  </a:lnTo>
                  <a:lnTo>
                    <a:pt x="1142" y="188"/>
                  </a:lnTo>
                  <a:lnTo>
                    <a:pt x="1143" y="189"/>
                  </a:lnTo>
                  <a:lnTo>
                    <a:pt x="1144" y="189"/>
                  </a:lnTo>
                  <a:lnTo>
                    <a:pt x="1145" y="191"/>
                  </a:lnTo>
                  <a:lnTo>
                    <a:pt x="1146" y="192"/>
                  </a:lnTo>
                  <a:lnTo>
                    <a:pt x="1147" y="193"/>
                  </a:lnTo>
                  <a:lnTo>
                    <a:pt x="1148" y="193"/>
                  </a:lnTo>
                  <a:lnTo>
                    <a:pt x="1148" y="193"/>
                  </a:lnTo>
                  <a:lnTo>
                    <a:pt x="1150" y="194"/>
                  </a:lnTo>
                  <a:lnTo>
                    <a:pt x="1150" y="195"/>
                  </a:lnTo>
                  <a:lnTo>
                    <a:pt x="1151" y="195"/>
                  </a:lnTo>
                  <a:lnTo>
                    <a:pt x="1152" y="196"/>
                  </a:lnTo>
                  <a:lnTo>
                    <a:pt x="1153" y="197"/>
                  </a:lnTo>
                  <a:lnTo>
                    <a:pt x="1154" y="197"/>
                  </a:lnTo>
                  <a:lnTo>
                    <a:pt x="1155" y="197"/>
                  </a:lnTo>
                  <a:lnTo>
                    <a:pt x="1156" y="197"/>
                  </a:lnTo>
                  <a:lnTo>
                    <a:pt x="1157" y="197"/>
                  </a:lnTo>
                  <a:lnTo>
                    <a:pt x="1158" y="197"/>
                  </a:lnTo>
                  <a:lnTo>
                    <a:pt x="1159" y="196"/>
                  </a:lnTo>
                  <a:lnTo>
                    <a:pt x="1160" y="195"/>
                  </a:lnTo>
                  <a:lnTo>
                    <a:pt x="1160" y="195"/>
                  </a:lnTo>
                  <a:lnTo>
                    <a:pt x="1162" y="193"/>
                  </a:lnTo>
                  <a:lnTo>
                    <a:pt x="1162" y="193"/>
                  </a:lnTo>
                  <a:lnTo>
                    <a:pt x="1163" y="191"/>
                  </a:lnTo>
                  <a:lnTo>
                    <a:pt x="1164" y="216"/>
                  </a:lnTo>
                  <a:lnTo>
                    <a:pt x="1165" y="241"/>
                  </a:lnTo>
                  <a:lnTo>
                    <a:pt x="1166" y="254"/>
                  </a:lnTo>
                  <a:lnTo>
                    <a:pt x="1167" y="264"/>
                  </a:lnTo>
                  <a:lnTo>
                    <a:pt x="1168" y="272"/>
                  </a:lnTo>
                  <a:lnTo>
                    <a:pt x="1169" y="281"/>
                  </a:lnTo>
                  <a:lnTo>
                    <a:pt x="1170" y="288"/>
                  </a:lnTo>
                  <a:lnTo>
                    <a:pt x="1171" y="292"/>
                  </a:lnTo>
                  <a:lnTo>
                    <a:pt x="1172" y="290"/>
                  </a:lnTo>
                  <a:lnTo>
                    <a:pt x="1173" y="285"/>
                  </a:lnTo>
                  <a:lnTo>
                    <a:pt x="1174" y="278"/>
                  </a:lnTo>
                  <a:lnTo>
                    <a:pt x="1174" y="270"/>
                  </a:lnTo>
                  <a:lnTo>
                    <a:pt x="1175" y="262"/>
                  </a:lnTo>
                  <a:lnTo>
                    <a:pt x="1176" y="255"/>
                  </a:lnTo>
                  <a:lnTo>
                    <a:pt x="1177" y="250"/>
                  </a:lnTo>
                  <a:lnTo>
                    <a:pt x="1178" y="256"/>
                  </a:lnTo>
                  <a:lnTo>
                    <a:pt x="1179" y="280"/>
                  </a:lnTo>
                  <a:lnTo>
                    <a:pt x="1180" y="324"/>
                  </a:lnTo>
                  <a:lnTo>
                    <a:pt x="1181" y="377"/>
                  </a:lnTo>
                  <a:lnTo>
                    <a:pt x="1182" y="429"/>
                  </a:lnTo>
                  <a:lnTo>
                    <a:pt x="1183" y="484"/>
                  </a:lnTo>
                  <a:lnTo>
                    <a:pt x="1184" y="542"/>
                  </a:lnTo>
                  <a:lnTo>
                    <a:pt x="1185" y="581"/>
                  </a:lnTo>
                  <a:lnTo>
                    <a:pt x="1186" y="601"/>
                  </a:lnTo>
                  <a:lnTo>
                    <a:pt x="1186" y="614"/>
                  </a:lnTo>
                  <a:lnTo>
                    <a:pt x="1188" y="624"/>
                  </a:lnTo>
                  <a:lnTo>
                    <a:pt x="1188" y="632"/>
                  </a:lnTo>
                  <a:lnTo>
                    <a:pt x="1189" y="636"/>
                  </a:lnTo>
                  <a:lnTo>
                    <a:pt x="1190" y="640"/>
                  </a:lnTo>
                  <a:lnTo>
                    <a:pt x="1191" y="642"/>
                  </a:lnTo>
                  <a:lnTo>
                    <a:pt x="1192" y="642"/>
                  </a:lnTo>
                  <a:lnTo>
                    <a:pt x="1193" y="642"/>
                  </a:lnTo>
                  <a:lnTo>
                    <a:pt x="1194" y="642"/>
                  </a:lnTo>
                  <a:lnTo>
                    <a:pt x="1195" y="641"/>
                  </a:lnTo>
                  <a:lnTo>
                    <a:pt x="1196" y="641"/>
                  </a:lnTo>
                  <a:lnTo>
                    <a:pt x="1197" y="641"/>
                  </a:lnTo>
                  <a:lnTo>
                    <a:pt x="1198" y="640"/>
                  </a:lnTo>
                  <a:lnTo>
                    <a:pt x="1198" y="640"/>
                  </a:lnTo>
                  <a:lnTo>
                    <a:pt x="1200" y="639"/>
                  </a:lnTo>
                  <a:lnTo>
                    <a:pt x="1200" y="639"/>
                  </a:lnTo>
                  <a:lnTo>
                    <a:pt x="1201" y="638"/>
                  </a:lnTo>
                  <a:lnTo>
                    <a:pt x="1202" y="638"/>
                  </a:lnTo>
                  <a:lnTo>
                    <a:pt x="1203" y="638"/>
                  </a:lnTo>
                  <a:lnTo>
                    <a:pt x="1204" y="638"/>
                  </a:lnTo>
                  <a:lnTo>
                    <a:pt x="1205" y="638"/>
                  </a:lnTo>
                  <a:lnTo>
                    <a:pt x="1206" y="638"/>
                  </a:lnTo>
                  <a:lnTo>
                    <a:pt x="1207" y="638"/>
                  </a:lnTo>
                  <a:lnTo>
                    <a:pt x="1208" y="639"/>
                  </a:lnTo>
                  <a:lnTo>
                    <a:pt x="1209" y="639"/>
                  </a:lnTo>
                  <a:lnTo>
                    <a:pt x="1210" y="639"/>
                  </a:lnTo>
                  <a:lnTo>
                    <a:pt x="1210" y="640"/>
                  </a:lnTo>
                  <a:lnTo>
                    <a:pt x="1212" y="640"/>
                  </a:lnTo>
                  <a:lnTo>
                    <a:pt x="1212" y="640"/>
                  </a:lnTo>
                  <a:lnTo>
                    <a:pt x="1213" y="640"/>
                  </a:lnTo>
                  <a:lnTo>
                    <a:pt x="1214" y="641"/>
                  </a:lnTo>
                  <a:lnTo>
                    <a:pt x="1215" y="642"/>
                  </a:lnTo>
                  <a:lnTo>
                    <a:pt x="1216" y="642"/>
                  </a:lnTo>
                  <a:lnTo>
                    <a:pt x="1217" y="643"/>
                  </a:lnTo>
                  <a:lnTo>
                    <a:pt x="1218" y="644"/>
                  </a:lnTo>
                  <a:lnTo>
                    <a:pt x="1219" y="646"/>
                  </a:lnTo>
                  <a:lnTo>
                    <a:pt x="1220" y="647"/>
                  </a:lnTo>
                  <a:lnTo>
                    <a:pt x="1221" y="648"/>
                  </a:lnTo>
                  <a:lnTo>
                    <a:pt x="1222" y="649"/>
                  </a:lnTo>
                  <a:lnTo>
                    <a:pt x="1223" y="650"/>
                  </a:lnTo>
                  <a:lnTo>
                    <a:pt x="1224" y="651"/>
                  </a:lnTo>
                  <a:lnTo>
                    <a:pt x="1224" y="652"/>
                  </a:lnTo>
                  <a:lnTo>
                    <a:pt x="1225" y="652"/>
                  </a:lnTo>
                  <a:lnTo>
                    <a:pt x="1226" y="653"/>
                  </a:lnTo>
                  <a:lnTo>
                    <a:pt x="1227" y="654"/>
                  </a:lnTo>
                  <a:lnTo>
                    <a:pt x="1228" y="654"/>
                  </a:lnTo>
                  <a:lnTo>
                    <a:pt x="1229" y="655"/>
                  </a:lnTo>
                  <a:lnTo>
                    <a:pt x="1230" y="656"/>
                  </a:lnTo>
                  <a:lnTo>
                    <a:pt x="1231" y="654"/>
                  </a:lnTo>
                  <a:lnTo>
                    <a:pt x="1232" y="647"/>
                  </a:lnTo>
                  <a:lnTo>
                    <a:pt x="1233" y="599"/>
                  </a:lnTo>
                  <a:lnTo>
                    <a:pt x="1234" y="594"/>
                  </a:lnTo>
                  <a:lnTo>
                    <a:pt x="1235" y="600"/>
                  </a:lnTo>
                  <a:lnTo>
                    <a:pt x="1236" y="605"/>
                  </a:lnTo>
                  <a:lnTo>
                    <a:pt x="1236" y="608"/>
                  </a:lnTo>
                  <a:lnTo>
                    <a:pt x="1238" y="613"/>
                  </a:lnTo>
                  <a:lnTo>
                    <a:pt x="1238" y="618"/>
                  </a:lnTo>
                  <a:lnTo>
                    <a:pt x="1239" y="624"/>
                  </a:lnTo>
                  <a:lnTo>
                    <a:pt x="1240" y="629"/>
                  </a:lnTo>
                  <a:lnTo>
                    <a:pt x="1241" y="635"/>
                  </a:lnTo>
                  <a:lnTo>
                    <a:pt x="1242" y="640"/>
                  </a:lnTo>
                  <a:lnTo>
                    <a:pt x="1243" y="644"/>
                  </a:lnTo>
                  <a:lnTo>
                    <a:pt x="1244" y="648"/>
                  </a:lnTo>
                  <a:lnTo>
                    <a:pt x="1245" y="652"/>
                  </a:lnTo>
                  <a:lnTo>
                    <a:pt x="1246" y="656"/>
                  </a:lnTo>
                  <a:lnTo>
                    <a:pt x="1247" y="658"/>
                  </a:lnTo>
                  <a:lnTo>
                    <a:pt x="1248" y="659"/>
                  </a:lnTo>
                  <a:lnTo>
                    <a:pt x="1248" y="659"/>
                  </a:lnTo>
                  <a:lnTo>
                    <a:pt x="1250" y="657"/>
                  </a:lnTo>
                  <a:lnTo>
                    <a:pt x="1250" y="655"/>
                  </a:lnTo>
                  <a:lnTo>
                    <a:pt x="1251" y="652"/>
                  </a:lnTo>
                  <a:lnTo>
                    <a:pt x="1252" y="649"/>
                  </a:lnTo>
                  <a:lnTo>
                    <a:pt x="1253" y="645"/>
                  </a:lnTo>
                  <a:lnTo>
                    <a:pt x="1254" y="645"/>
                  </a:lnTo>
                  <a:lnTo>
                    <a:pt x="1255" y="645"/>
                  </a:lnTo>
                  <a:lnTo>
                    <a:pt x="1256" y="645"/>
                  </a:lnTo>
                  <a:lnTo>
                    <a:pt x="1257" y="646"/>
                  </a:lnTo>
                  <a:lnTo>
                    <a:pt x="1258" y="646"/>
                  </a:lnTo>
                  <a:lnTo>
                    <a:pt x="1259" y="647"/>
                  </a:lnTo>
                  <a:lnTo>
                    <a:pt x="1260" y="649"/>
                  </a:lnTo>
                  <a:lnTo>
                    <a:pt x="1260" y="651"/>
                  </a:lnTo>
                  <a:lnTo>
                    <a:pt x="1262" y="654"/>
                  </a:lnTo>
                  <a:lnTo>
                    <a:pt x="1263" y="656"/>
                  </a:lnTo>
                  <a:lnTo>
                    <a:pt x="1263" y="658"/>
                  </a:lnTo>
                  <a:lnTo>
                    <a:pt x="1265" y="662"/>
                  </a:lnTo>
                  <a:lnTo>
                    <a:pt x="1265" y="665"/>
                  </a:lnTo>
                  <a:lnTo>
                    <a:pt x="1266" y="669"/>
                  </a:lnTo>
                  <a:lnTo>
                    <a:pt x="1267" y="674"/>
                  </a:lnTo>
                  <a:lnTo>
                    <a:pt x="1268" y="678"/>
                  </a:lnTo>
                  <a:lnTo>
                    <a:pt x="1269" y="683"/>
                  </a:lnTo>
                  <a:lnTo>
                    <a:pt x="1270" y="689"/>
                  </a:lnTo>
                  <a:lnTo>
                    <a:pt x="1271" y="693"/>
                  </a:lnTo>
                  <a:lnTo>
                    <a:pt x="1272" y="697"/>
                  </a:lnTo>
                  <a:lnTo>
                    <a:pt x="1273" y="700"/>
                  </a:lnTo>
                  <a:lnTo>
                    <a:pt x="1274" y="703"/>
                  </a:lnTo>
                  <a:lnTo>
                    <a:pt x="1275" y="705"/>
                  </a:lnTo>
                  <a:lnTo>
                    <a:pt x="1275" y="708"/>
                  </a:lnTo>
                  <a:lnTo>
                    <a:pt x="1277" y="710"/>
                  </a:lnTo>
                  <a:lnTo>
                    <a:pt x="1277" y="711"/>
                  </a:lnTo>
                  <a:lnTo>
                    <a:pt x="1278" y="712"/>
                  </a:lnTo>
                  <a:lnTo>
                    <a:pt x="1279" y="713"/>
                  </a:lnTo>
                  <a:lnTo>
                    <a:pt x="1280" y="714"/>
                  </a:lnTo>
                  <a:lnTo>
                    <a:pt x="1281" y="715"/>
                  </a:lnTo>
                  <a:lnTo>
                    <a:pt x="1282" y="716"/>
                  </a:lnTo>
                  <a:lnTo>
                    <a:pt x="1283" y="716"/>
                  </a:lnTo>
                  <a:lnTo>
                    <a:pt x="1284" y="717"/>
                  </a:lnTo>
                  <a:lnTo>
                    <a:pt x="1285" y="717"/>
                  </a:lnTo>
                  <a:lnTo>
                    <a:pt x="1286" y="718"/>
                  </a:lnTo>
                  <a:lnTo>
                    <a:pt x="1287" y="719"/>
                  </a:lnTo>
                  <a:lnTo>
                    <a:pt x="1288" y="720"/>
                  </a:lnTo>
                  <a:lnTo>
                    <a:pt x="1289" y="721"/>
                  </a:lnTo>
                  <a:lnTo>
                    <a:pt x="1289" y="722"/>
                  </a:lnTo>
                  <a:lnTo>
                    <a:pt x="1290" y="723"/>
                  </a:lnTo>
                  <a:lnTo>
                    <a:pt x="1291" y="724"/>
                  </a:lnTo>
                  <a:lnTo>
                    <a:pt x="1292" y="725"/>
                  </a:lnTo>
                  <a:lnTo>
                    <a:pt x="1293" y="726"/>
                  </a:lnTo>
                  <a:lnTo>
                    <a:pt x="1294" y="727"/>
                  </a:lnTo>
                  <a:lnTo>
                    <a:pt x="1295" y="728"/>
                  </a:lnTo>
                  <a:lnTo>
                    <a:pt x="1296" y="729"/>
                  </a:lnTo>
                  <a:lnTo>
                    <a:pt x="1297" y="730"/>
                  </a:lnTo>
                  <a:lnTo>
                    <a:pt x="1298" y="731"/>
                  </a:lnTo>
                  <a:lnTo>
                    <a:pt x="1299" y="732"/>
                  </a:lnTo>
                  <a:lnTo>
                    <a:pt x="1300" y="733"/>
                  </a:lnTo>
                  <a:lnTo>
                    <a:pt x="1301" y="734"/>
                  </a:lnTo>
                  <a:lnTo>
                    <a:pt x="1301" y="734"/>
                  </a:lnTo>
                  <a:lnTo>
                    <a:pt x="1303" y="735"/>
                  </a:lnTo>
                  <a:lnTo>
                    <a:pt x="1303" y="735"/>
                  </a:lnTo>
                  <a:lnTo>
                    <a:pt x="1304" y="736"/>
                  </a:lnTo>
                  <a:lnTo>
                    <a:pt x="1305" y="737"/>
                  </a:lnTo>
                  <a:lnTo>
                    <a:pt x="1306" y="737"/>
                  </a:lnTo>
                  <a:lnTo>
                    <a:pt x="1307" y="670"/>
                  </a:lnTo>
                  <a:lnTo>
                    <a:pt x="1308" y="610"/>
                  </a:lnTo>
                  <a:lnTo>
                    <a:pt x="1309" y="610"/>
                  </a:lnTo>
                  <a:lnTo>
                    <a:pt x="1310" y="609"/>
                  </a:lnTo>
                  <a:lnTo>
                    <a:pt x="1311" y="608"/>
                  </a:lnTo>
                  <a:lnTo>
                    <a:pt x="1312" y="607"/>
                  </a:lnTo>
                  <a:lnTo>
                    <a:pt x="1313" y="606"/>
                  </a:lnTo>
                  <a:lnTo>
                    <a:pt x="1313" y="606"/>
                  </a:lnTo>
                  <a:lnTo>
                    <a:pt x="1315" y="604"/>
                  </a:lnTo>
                  <a:lnTo>
                    <a:pt x="1315" y="604"/>
                  </a:lnTo>
                  <a:lnTo>
                    <a:pt x="1316" y="604"/>
                  </a:lnTo>
                  <a:lnTo>
                    <a:pt x="1317" y="604"/>
                  </a:lnTo>
                  <a:lnTo>
                    <a:pt x="1318" y="605"/>
                  </a:lnTo>
                  <a:lnTo>
                    <a:pt x="1319" y="605"/>
                  </a:lnTo>
                  <a:lnTo>
                    <a:pt x="1320" y="605"/>
                  </a:lnTo>
                  <a:lnTo>
                    <a:pt x="1321" y="605"/>
                  </a:lnTo>
                  <a:lnTo>
                    <a:pt x="1322" y="604"/>
                  </a:lnTo>
                  <a:lnTo>
                    <a:pt x="1323" y="603"/>
                  </a:lnTo>
                  <a:lnTo>
                    <a:pt x="1324" y="602"/>
                  </a:lnTo>
                  <a:lnTo>
                    <a:pt x="1325" y="603"/>
                  </a:lnTo>
                  <a:lnTo>
                    <a:pt x="1325" y="603"/>
                  </a:lnTo>
                  <a:lnTo>
                    <a:pt x="1327" y="603"/>
                  </a:lnTo>
                  <a:lnTo>
                    <a:pt x="1327" y="603"/>
                  </a:lnTo>
                  <a:lnTo>
                    <a:pt x="1328" y="603"/>
                  </a:lnTo>
                  <a:lnTo>
                    <a:pt x="1329" y="604"/>
                  </a:lnTo>
                  <a:lnTo>
                    <a:pt x="1330" y="604"/>
                  </a:lnTo>
                  <a:lnTo>
                    <a:pt x="1331" y="604"/>
                  </a:lnTo>
                  <a:lnTo>
                    <a:pt x="1332" y="604"/>
                  </a:lnTo>
                  <a:lnTo>
                    <a:pt x="1333" y="604"/>
                  </a:lnTo>
                  <a:lnTo>
                    <a:pt x="1334" y="606"/>
                  </a:lnTo>
                  <a:lnTo>
                    <a:pt x="1335" y="606"/>
                  </a:lnTo>
                  <a:lnTo>
                    <a:pt x="1336" y="607"/>
                  </a:lnTo>
                  <a:lnTo>
                    <a:pt x="1337" y="608"/>
                  </a:lnTo>
                  <a:lnTo>
                    <a:pt x="1338" y="608"/>
                  </a:lnTo>
                  <a:lnTo>
                    <a:pt x="1339" y="609"/>
                  </a:lnTo>
                  <a:lnTo>
                    <a:pt x="1339" y="610"/>
                  </a:lnTo>
                  <a:lnTo>
                    <a:pt x="1340" y="610"/>
                  </a:lnTo>
                  <a:lnTo>
                    <a:pt x="1341" y="610"/>
                  </a:lnTo>
                  <a:lnTo>
                    <a:pt x="1342" y="611"/>
                  </a:lnTo>
                  <a:lnTo>
                    <a:pt x="1343" y="612"/>
                  </a:lnTo>
                  <a:lnTo>
                    <a:pt x="1344" y="613"/>
                  </a:lnTo>
                  <a:lnTo>
                    <a:pt x="1345" y="614"/>
                  </a:lnTo>
                  <a:lnTo>
                    <a:pt x="1346" y="615"/>
                  </a:lnTo>
                  <a:lnTo>
                    <a:pt x="1347" y="616"/>
                  </a:lnTo>
                  <a:lnTo>
                    <a:pt x="1348" y="617"/>
                  </a:lnTo>
                  <a:lnTo>
                    <a:pt x="1349" y="618"/>
                  </a:lnTo>
                  <a:lnTo>
                    <a:pt x="1350" y="619"/>
                  </a:lnTo>
                  <a:lnTo>
                    <a:pt x="1351" y="620"/>
                  </a:lnTo>
                  <a:lnTo>
                    <a:pt x="1351" y="621"/>
                  </a:lnTo>
                  <a:lnTo>
                    <a:pt x="1353" y="622"/>
                  </a:lnTo>
                  <a:lnTo>
                    <a:pt x="1353" y="624"/>
                  </a:lnTo>
                  <a:lnTo>
                    <a:pt x="1354" y="625"/>
                  </a:lnTo>
                  <a:lnTo>
                    <a:pt x="1355" y="626"/>
                  </a:lnTo>
                  <a:lnTo>
                    <a:pt x="1356" y="627"/>
                  </a:lnTo>
                  <a:lnTo>
                    <a:pt x="1357" y="628"/>
                  </a:lnTo>
                  <a:lnTo>
                    <a:pt x="1358" y="628"/>
                  </a:lnTo>
                  <a:lnTo>
                    <a:pt x="1359" y="629"/>
                  </a:lnTo>
                  <a:lnTo>
                    <a:pt x="1360" y="630"/>
                  </a:lnTo>
                  <a:lnTo>
                    <a:pt x="1361" y="630"/>
                  </a:lnTo>
                  <a:lnTo>
                    <a:pt x="1362" y="630"/>
                  </a:lnTo>
                  <a:lnTo>
                    <a:pt x="1363" y="631"/>
                  </a:lnTo>
                  <a:lnTo>
                    <a:pt x="1363" y="631"/>
                  </a:lnTo>
                  <a:lnTo>
                    <a:pt x="1365" y="631"/>
                  </a:lnTo>
                  <a:lnTo>
                    <a:pt x="1365" y="657"/>
                  </a:lnTo>
                  <a:lnTo>
                    <a:pt x="1366" y="659"/>
                  </a:lnTo>
                  <a:lnTo>
                    <a:pt x="1367" y="665"/>
                  </a:lnTo>
                  <a:lnTo>
                    <a:pt x="1368" y="680"/>
                  </a:lnTo>
                  <a:lnTo>
                    <a:pt x="1369" y="689"/>
                  </a:lnTo>
                  <a:lnTo>
                    <a:pt x="1370" y="686"/>
                  </a:lnTo>
                  <a:lnTo>
                    <a:pt x="1371" y="684"/>
                  </a:lnTo>
                  <a:lnTo>
                    <a:pt x="1372" y="682"/>
                  </a:lnTo>
                  <a:lnTo>
                    <a:pt x="1373" y="679"/>
                  </a:lnTo>
                  <a:lnTo>
                    <a:pt x="1374" y="675"/>
                  </a:lnTo>
                  <a:lnTo>
                    <a:pt x="1375" y="683"/>
                  </a:lnTo>
                  <a:lnTo>
                    <a:pt x="1375" y="679"/>
                  </a:lnTo>
                  <a:lnTo>
                    <a:pt x="1377" y="675"/>
                  </a:lnTo>
                  <a:lnTo>
                    <a:pt x="1377" y="671"/>
                  </a:lnTo>
                  <a:lnTo>
                    <a:pt x="1378" y="666"/>
                  </a:lnTo>
                  <a:lnTo>
                    <a:pt x="1379" y="662"/>
                  </a:lnTo>
                  <a:lnTo>
                    <a:pt x="1380" y="656"/>
                  </a:lnTo>
                  <a:lnTo>
                    <a:pt x="1381" y="650"/>
                  </a:lnTo>
                  <a:lnTo>
                    <a:pt x="1382" y="646"/>
                  </a:lnTo>
                  <a:lnTo>
                    <a:pt x="1383" y="652"/>
                  </a:lnTo>
                  <a:lnTo>
                    <a:pt x="1384" y="660"/>
                  </a:lnTo>
                  <a:lnTo>
                    <a:pt x="1385" y="676"/>
                  </a:lnTo>
                  <a:lnTo>
                    <a:pt x="1386" y="694"/>
                  </a:lnTo>
                  <a:lnTo>
                    <a:pt x="1387" y="699"/>
                  </a:lnTo>
                  <a:lnTo>
                    <a:pt x="1388" y="699"/>
                  </a:lnTo>
                  <a:lnTo>
                    <a:pt x="1389" y="698"/>
                  </a:lnTo>
                  <a:lnTo>
                    <a:pt x="1389" y="696"/>
                  </a:lnTo>
                  <a:lnTo>
                    <a:pt x="1390" y="695"/>
                  </a:lnTo>
                  <a:lnTo>
                    <a:pt x="1391" y="698"/>
                  </a:lnTo>
                  <a:lnTo>
                    <a:pt x="1392" y="701"/>
                  </a:lnTo>
                  <a:lnTo>
                    <a:pt x="1393" y="703"/>
                  </a:lnTo>
                  <a:lnTo>
                    <a:pt x="1394" y="703"/>
                  </a:lnTo>
                  <a:lnTo>
                    <a:pt x="1395" y="702"/>
                  </a:lnTo>
                  <a:lnTo>
                    <a:pt x="1396" y="702"/>
                  </a:lnTo>
                  <a:lnTo>
                    <a:pt x="1397" y="701"/>
                  </a:lnTo>
                  <a:lnTo>
                    <a:pt x="1398" y="701"/>
                  </a:lnTo>
                  <a:lnTo>
                    <a:pt x="1399" y="699"/>
                  </a:lnTo>
                  <a:lnTo>
                    <a:pt x="1400" y="697"/>
                  </a:lnTo>
                  <a:lnTo>
                    <a:pt x="1401" y="694"/>
                  </a:lnTo>
                  <a:lnTo>
                    <a:pt x="1401" y="692"/>
                  </a:lnTo>
                  <a:lnTo>
                    <a:pt x="1403" y="691"/>
                  </a:lnTo>
                  <a:lnTo>
                    <a:pt x="1403" y="689"/>
                  </a:lnTo>
                  <a:lnTo>
                    <a:pt x="1404" y="687"/>
                  </a:lnTo>
                  <a:lnTo>
                    <a:pt x="1405" y="687"/>
                  </a:lnTo>
                  <a:lnTo>
                    <a:pt x="1406" y="686"/>
                  </a:lnTo>
                  <a:lnTo>
                    <a:pt x="1407" y="685"/>
                  </a:lnTo>
                  <a:lnTo>
                    <a:pt x="1408" y="682"/>
                  </a:lnTo>
                  <a:lnTo>
                    <a:pt x="1409" y="681"/>
                  </a:lnTo>
                  <a:lnTo>
                    <a:pt x="1410" y="680"/>
                  </a:lnTo>
                  <a:lnTo>
                    <a:pt x="1411" y="678"/>
                  </a:lnTo>
                  <a:lnTo>
                    <a:pt x="1412" y="676"/>
                  </a:lnTo>
                  <a:lnTo>
                    <a:pt x="1413" y="676"/>
                  </a:lnTo>
                  <a:lnTo>
                    <a:pt x="1413" y="676"/>
                  </a:lnTo>
                  <a:lnTo>
                    <a:pt x="1415" y="675"/>
                  </a:lnTo>
                  <a:lnTo>
                    <a:pt x="1415" y="674"/>
                  </a:lnTo>
                  <a:lnTo>
                    <a:pt x="1416" y="673"/>
                  </a:lnTo>
                  <a:lnTo>
                    <a:pt x="1417" y="673"/>
                  </a:lnTo>
                  <a:lnTo>
                    <a:pt x="1418" y="672"/>
                  </a:lnTo>
                  <a:lnTo>
                    <a:pt x="1419" y="671"/>
                  </a:lnTo>
                  <a:lnTo>
                    <a:pt x="1420" y="669"/>
                  </a:lnTo>
                  <a:lnTo>
                    <a:pt x="1421" y="668"/>
                  </a:lnTo>
                  <a:lnTo>
                    <a:pt x="1422" y="667"/>
                  </a:lnTo>
                  <a:lnTo>
                    <a:pt x="1423" y="666"/>
                  </a:lnTo>
                  <a:lnTo>
                    <a:pt x="1424" y="665"/>
                  </a:lnTo>
                  <a:lnTo>
                    <a:pt x="1425" y="664"/>
                  </a:lnTo>
                  <a:lnTo>
                    <a:pt x="1426" y="664"/>
                  </a:lnTo>
                  <a:lnTo>
                    <a:pt x="1427" y="665"/>
                  </a:lnTo>
                  <a:lnTo>
                    <a:pt x="1428" y="659"/>
                  </a:lnTo>
                  <a:lnTo>
                    <a:pt x="1428" y="662"/>
                  </a:lnTo>
                  <a:lnTo>
                    <a:pt x="1430" y="673"/>
                  </a:lnTo>
                  <a:lnTo>
                    <a:pt x="1430" y="650"/>
                  </a:lnTo>
                  <a:lnTo>
                    <a:pt x="1431" y="649"/>
                  </a:lnTo>
                  <a:lnTo>
                    <a:pt x="1432" y="652"/>
                  </a:lnTo>
                  <a:lnTo>
                    <a:pt x="1433" y="658"/>
                  </a:lnTo>
                  <a:lnTo>
                    <a:pt x="1434" y="663"/>
                  </a:lnTo>
                  <a:lnTo>
                    <a:pt x="1435" y="668"/>
                  </a:lnTo>
                  <a:lnTo>
                    <a:pt x="1436" y="675"/>
                  </a:lnTo>
                  <a:lnTo>
                    <a:pt x="1437" y="682"/>
                  </a:lnTo>
                  <a:lnTo>
                    <a:pt x="1438" y="688"/>
                  </a:lnTo>
                  <a:lnTo>
                    <a:pt x="1439" y="694"/>
                  </a:lnTo>
                  <a:lnTo>
                    <a:pt x="1440" y="700"/>
                  </a:lnTo>
                  <a:lnTo>
                    <a:pt x="1440" y="707"/>
                  </a:lnTo>
                  <a:lnTo>
                    <a:pt x="1442" y="713"/>
                  </a:lnTo>
                  <a:lnTo>
                    <a:pt x="1442" y="718"/>
                  </a:lnTo>
                  <a:lnTo>
                    <a:pt x="1443" y="723"/>
                  </a:lnTo>
                  <a:lnTo>
                    <a:pt x="1444" y="725"/>
                  </a:lnTo>
                  <a:lnTo>
                    <a:pt x="1445" y="724"/>
                  </a:lnTo>
                  <a:lnTo>
                    <a:pt x="1446" y="719"/>
                  </a:lnTo>
                  <a:lnTo>
                    <a:pt x="1447" y="711"/>
                  </a:lnTo>
                  <a:lnTo>
                    <a:pt x="1448" y="702"/>
                  </a:lnTo>
                  <a:lnTo>
                    <a:pt x="1449" y="687"/>
                  </a:lnTo>
                  <a:lnTo>
                    <a:pt x="1450" y="671"/>
                  </a:lnTo>
                  <a:lnTo>
                    <a:pt x="1451" y="663"/>
                  </a:lnTo>
                  <a:lnTo>
                    <a:pt x="1452" y="661"/>
                  </a:lnTo>
                  <a:lnTo>
                    <a:pt x="1453" y="661"/>
                  </a:lnTo>
                  <a:lnTo>
                    <a:pt x="1454" y="660"/>
                  </a:lnTo>
                  <a:lnTo>
                    <a:pt x="1454" y="658"/>
                  </a:lnTo>
                  <a:lnTo>
                    <a:pt x="1455" y="655"/>
                  </a:lnTo>
                  <a:lnTo>
                    <a:pt x="1456" y="653"/>
                  </a:lnTo>
                  <a:lnTo>
                    <a:pt x="1457" y="651"/>
                  </a:lnTo>
                  <a:lnTo>
                    <a:pt x="1458" y="651"/>
                  </a:lnTo>
                  <a:lnTo>
                    <a:pt x="1459" y="651"/>
                  </a:lnTo>
                  <a:lnTo>
                    <a:pt x="1460" y="652"/>
                  </a:lnTo>
                  <a:lnTo>
                    <a:pt x="1461" y="652"/>
                  </a:lnTo>
                  <a:lnTo>
                    <a:pt x="1462" y="653"/>
                  </a:lnTo>
                  <a:lnTo>
                    <a:pt x="1463" y="653"/>
                  </a:lnTo>
                  <a:lnTo>
                    <a:pt x="1464" y="653"/>
                  </a:lnTo>
                  <a:lnTo>
                    <a:pt x="1465" y="652"/>
                  </a:lnTo>
                  <a:lnTo>
                    <a:pt x="1466" y="651"/>
                  </a:lnTo>
                  <a:lnTo>
                    <a:pt x="1466" y="651"/>
                  </a:lnTo>
                  <a:lnTo>
                    <a:pt x="1468" y="651"/>
                  </a:lnTo>
                  <a:lnTo>
                    <a:pt x="1468" y="651"/>
                  </a:lnTo>
                  <a:lnTo>
                    <a:pt x="1469" y="651"/>
                  </a:lnTo>
                  <a:lnTo>
                    <a:pt x="1470" y="651"/>
                  </a:lnTo>
                  <a:lnTo>
                    <a:pt x="1471" y="652"/>
                  </a:lnTo>
                  <a:lnTo>
                    <a:pt x="1472" y="652"/>
                  </a:lnTo>
                  <a:lnTo>
                    <a:pt x="1473" y="652"/>
                  </a:lnTo>
                  <a:lnTo>
                    <a:pt x="1474" y="652"/>
                  </a:lnTo>
                  <a:lnTo>
                    <a:pt x="1475" y="652"/>
                  </a:lnTo>
                  <a:lnTo>
                    <a:pt x="1476" y="652"/>
                  </a:lnTo>
                  <a:lnTo>
                    <a:pt x="1477" y="651"/>
                  </a:lnTo>
                  <a:lnTo>
                    <a:pt x="1478" y="651"/>
                  </a:lnTo>
                  <a:lnTo>
                    <a:pt x="1478" y="651"/>
                  </a:lnTo>
                  <a:lnTo>
                    <a:pt x="1480" y="651"/>
                  </a:lnTo>
                  <a:lnTo>
                    <a:pt x="1480" y="650"/>
                  </a:lnTo>
                  <a:lnTo>
                    <a:pt x="1481" y="650"/>
                  </a:lnTo>
                  <a:lnTo>
                    <a:pt x="1482" y="650"/>
                  </a:lnTo>
                  <a:lnTo>
                    <a:pt x="1483" y="650"/>
                  </a:lnTo>
                  <a:lnTo>
                    <a:pt x="1484" y="650"/>
                  </a:lnTo>
                  <a:lnTo>
                    <a:pt x="1485" y="650"/>
                  </a:lnTo>
                  <a:lnTo>
                    <a:pt x="1486" y="650"/>
                  </a:lnTo>
                  <a:lnTo>
                    <a:pt x="1487" y="650"/>
                  </a:lnTo>
                  <a:lnTo>
                    <a:pt x="1488" y="650"/>
                  </a:lnTo>
                  <a:lnTo>
                    <a:pt x="1489" y="650"/>
                  </a:lnTo>
                  <a:lnTo>
                    <a:pt x="1490" y="650"/>
                  </a:lnTo>
                  <a:lnTo>
                    <a:pt x="1490" y="650"/>
                  </a:lnTo>
                  <a:lnTo>
                    <a:pt x="1492" y="651"/>
                  </a:lnTo>
                  <a:lnTo>
                    <a:pt x="1492" y="651"/>
                  </a:lnTo>
                  <a:lnTo>
                    <a:pt x="1493" y="651"/>
                  </a:lnTo>
                  <a:lnTo>
                    <a:pt x="1494" y="652"/>
                  </a:lnTo>
                  <a:lnTo>
                    <a:pt x="1495" y="652"/>
                  </a:lnTo>
                  <a:lnTo>
                    <a:pt x="1496" y="652"/>
                  </a:lnTo>
                  <a:lnTo>
                    <a:pt x="1497" y="652"/>
                  </a:lnTo>
                  <a:lnTo>
                    <a:pt x="1498" y="652"/>
                  </a:lnTo>
                  <a:lnTo>
                    <a:pt x="1499" y="652"/>
                  </a:lnTo>
                  <a:lnTo>
                    <a:pt x="1500" y="652"/>
                  </a:lnTo>
                  <a:lnTo>
                    <a:pt x="1501" y="653"/>
                  </a:lnTo>
                  <a:lnTo>
                    <a:pt x="1502" y="653"/>
                  </a:lnTo>
                  <a:lnTo>
                    <a:pt x="1503" y="653"/>
                  </a:lnTo>
                  <a:lnTo>
                    <a:pt x="1504" y="654"/>
                  </a:lnTo>
                  <a:lnTo>
                    <a:pt x="1504" y="654"/>
                  </a:lnTo>
                  <a:lnTo>
                    <a:pt x="1505" y="654"/>
                  </a:lnTo>
                  <a:lnTo>
                    <a:pt x="1506" y="655"/>
                  </a:lnTo>
                  <a:lnTo>
                    <a:pt x="1507" y="655"/>
                  </a:lnTo>
                  <a:lnTo>
                    <a:pt x="1508" y="656"/>
                  </a:lnTo>
                  <a:lnTo>
                    <a:pt x="1509" y="656"/>
                  </a:lnTo>
                  <a:lnTo>
                    <a:pt x="1510" y="657"/>
                  </a:lnTo>
                  <a:lnTo>
                    <a:pt x="1511" y="658"/>
                  </a:lnTo>
                  <a:lnTo>
                    <a:pt x="1512" y="659"/>
                  </a:lnTo>
                  <a:lnTo>
                    <a:pt x="1513" y="660"/>
                  </a:lnTo>
                  <a:lnTo>
                    <a:pt x="1514" y="660"/>
                  </a:lnTo>
                  <a:lnTo>
                    <a:pt x="1515" y="661"/>
                  </a:lnTo>
                  <a:lnTo>
                    <a:pt x="1516" y="661"/>
                  </a:lnTo>
                  <a:lnTo>
                    <a:pt x="1516" y="660"/>
                  </a:lnTo>
                  <a:lnTo>
                    <a:pt x="1518" y="660"/>
                  </a:lnTo>
                  <a:lnTo>
                    <a:pt x="1518" y="660"/>
                  </a:lnTo>
                  <a:lnTo>
                    <a:pt x="1519" y="659"/>
                  </a:lnTo>
                  <a:lnTo>
                    <a:pt x="1520" y="658"/>
                  </a:lnTo>
                  <a:lnTo>
                    <a:pt x="1521" y="658"/>
                  </a:lnTo>
                  <a:lnTo>
                    <a:pt x="1522" y="658"/>
                  </a:lnTo>
                  <a:lnTo>
                    <a:pt x="1523" y="657"/>
                  </a:lnTo>
                  <a:lnTo>
                    <a:pt x="1524" y="656"/>
                  </a:lnTo>
                  <a:lnTo>
                    <a:pt x="1525" y="655"/>
                  </a:lnTo>
                  <a:lnTo>
                    <a:pt x="1526" y="655"/>
                  </a:lnTo>
                  <a:lnTo>
                    <a:pt x="1527" y="654"/>
                  </a:lnTo>
                  <a:lnTo>
                    <a:pt x="1528" y="653"/>
                  </a:lnTo>
                  <a:lnTo>
                    <a:pt x="1528" y="653"/>
                  </a:lnTo>
                  <a:lnTo>
                    <a:pt x="1530" y="653"/>
                  </a:lnTo>
                  <a:lnTo>
                    <a:pt x="1530" y="652"/>
                  </a:lnTo>
                  <a:lnTo>
                    <a:pt x="1531" y="652"/>
                  </a:lnTo>
                  <a:lnTo>
                    <a:pt x="1532" y="651"/>
                  </a:lnTo>
                  <a:lnTo>
                    <a:pt x="1533" y="651"/>
                  </a:lnTo>
                  <a:lnTo>
                    <a:pt x="1534" y="651"/>
                  </a:lnTo>
                  <a:lnTo>
                    <a:pt x="1535" y="651"/>
                  </a:lnTo>
                  <a:lnTo>
                    <a:pt x="1536" y="650"/>
                  </a:lnTo>
                  <a:lnTo>
                    <a:pt x="1537" y="651"/>
                  </a:lnTo>
                  <a:lnTo>
                    <a:pt x="1538" y="651"/>
                  </a:lnTo>
                  <a:lnTo>
                    <a:pt x="1539" y="651"/>
                  </a:lnTo>
                  <a:lnTo>
                    <a:pt x="1540" y="650"/>
                  </a:lnTo>
                  <a:lnTo>
                    <a:pt x="1540" y="650"/>
                  </a:lnTo>
                  <a:lnTo>
                    <a:pt x="1542" y="651"/>
                  </a:lnTo>
                  <a:lnTo>
                    <a:pt x="1542" y="650"/>
                  </a:lnTo>
                  <a:lnTo>
                    <a:pt x="1543" y="650"/>
                  </a:lnTo>
                  <a:lnTo>
                    <a:pt x="1544" y="650"/>
                  </a:lnTo>
                  <a:lnTo>
                    <a:pt x="1545" y="650"/>
                  </a:lnTo>
                  <a:lnTo>
                    <a:pt x="1546" y="651"/>
                  </a:lnTo>
                  <a:lnTo>
                    <a:pt x="1547" y="652"/>
                  </a:lnTo>
                  <a:lnTo>
                    <a:pt x="1548" y="652"/>
                  </a:lnTo>
                  <a:lnTo>
                    <a:pt x="1549" y="652"/>
                  </a:lnTo>
                  <a:lnTo>
                    <a:pt x="1550" y="652"/>
                  </a:lnTo>
                  <a:lnTo>
                    <a:pt x="1551" y="654"/>
                  </a:lnTo>
                  <a:lnTo>
                    <a:pt x="1552" y="655"/>
                  </a:lnTo>
                  <a:lnTo>
                    <a:pt x="1553" y="656"/>
                  </a:lnTo>
                  <a:lnTo>
                    <a:pt x="1554" y="658"/>
                  </a:lnTo>
                  <a:lnTo>
                    <a:pt x="1554" y="669"/>
                  </a:lnTo>
                  <a:lnTo>
                    <a:pt x="1555" y="685"/>
                  </a:lnTo>
                  <a:lnTo>
                    <a:pt x="1556" y="703"/>
                  </a:lnTo>
                  <a:lnTo>
                    <a:pt x="1557" y="715"/>
                  </a:lnTo>
                  <a:lnTo>
                    <a:pt x="1558" y="711"/>
                  </a:lnTo>
                  <a:lnTo>
                    <a:pt x="1559" y="708"/>
                  </a:lnTo>
                  <a:lnTo>
                    <a:pt x="1560" y="709"/>
                  </a:lnTo>
                  <a:lnTo>
                    <a:pt x="1561" y="716"/>
                  </a:lnTo>
                  <a:lnTo>
                    <a:pt x="1562" y="720"/>
                  </a:lnTo>
                  <a:lnTo>
                    <a:pt x="1563" y="723"/>
                  </a:lnTo>
                  <a:lnTo>
                    <a:pt x="1564" y="727"/>
                  </a:lnTo>
                  <a:lnTo>
                    <a:pt x="1565" y="729"/>
                  </a:lnTo>
                  <a:lnTo>
                    <a:pt x="1566" y="730"/>
                  </a:lnTo>
                  <a:lnTo>
                    <a:pt x="1566" y="730"/>
                  </a:lnTo>
                  <a:lnTo>
                    <a:pt x="1568" y="732"/>
                  </a:lnTo>
                  <a:lnTo>
                    <a:pt x="1568" y="735"/>
                  </a:lnTo>
                  <a:lnTo>
                    <a:pt x="1569" y="736"/>
                  </a:lnTo>
                  <a:lnTo>
                    <a:pt x="1570" y="736"/>
                  </a:lnTo>
                  <a:lnTo>
                    <a:pt x="1571" y="735"/>
                  </a:lnTo>
                  <a:lnTo>
                    <a:pt x="1572" y="734"/>
                  </a:lnTo>
                  <a:lnTo>
                    <a:pt x="1573" y="733"/>
                  </a:lnTo>
                  <a:lnTo>
                    <a:pt x="1574" y="741"/>
                  </a:lnTo>
                  <a:lnTo>
                    <a:pt x="1575" y="747"/>
                  </a:lnTo>
                  <a:lnTo>
                    <a:pt x="1576" y="748"/>
                  </a:lnTo>
                  <a:lnTo>
                    <a:pt x="1577" y="747"/>
                  </a:lnTo>
                  <a:lnTo>
                    <a:pt x="1578" y="747"/>
                  </a:lnTo>
                  <a:lnTo>
                    <a:pt x="1578" y="748"/>
                  </a:lnTo>
                  <a:lnTo>
                    <a:pt x="1580" y="752"/>
                  </a:lnTo>
                  <a:lnTo>
                    <a:pt x="1580" y="753"/>
                  </a:lnTo>
                  <a:lnTo>
                    <a:pt x="1581" y="753"/>
                  </a:lnTo>
                  <a:lnTo>
                    <a:pt x="1582" y="752"/>
                  </a:lnTo>
                  <a:lnTo>
                    <a:pt x="1583" y="753"/>
                  </a:lnTo>
                  <a:lnTo>
                    <a:pt x="1584" y="756"/>
                  </a:lnTo>
                  <a:lnTo>
                    <a:pt x="1585" y="758"/>
                  </a:lnTo>
                  <a:lnTo>
                    <a:pt x="1586" y="760"/>
                  </a:lnTo>
                  <a:lnTo>
                    <a:pt x="1587" y="761"/>
                  </a:lnTo>
                  <a:lnTo>
                    <a:pt x="1588" y="761"/>
                  </a:lnTo>
                  <a:lnTo>
                    <a:pt x="1589" y="761"/>
                  </a:lnTo>
                  <a:lnTo>
                    <a:pt x="1590" y="760"/>
                  </a:lnTo>
                  <a:lnTo>
                    <a:pt x="1591" y="759"/>
                  </a:lnTo>
                  <a:lnTo>
                    <a:pt x="1592" y="760"/>
                  </a:lnTo>
                  <a:lnTo>
                    <a:pt x="1593" y="760"/>
                  </a:lnTo>
                  <a:lnTo>
                    <a:pt x="1593" y="760"/>
                  </a:lnTo>
                  <a:lnTo>
                    <a:pt x="1595" y="761"/>
                  </a:lnTo>
                  <a:lnTo>
                    <a:pt x="1595" y="762"/>
                  </a:lnTo>
                  <a:lnTo>
                    <a:pt x="1596" y="763"/>
                  </a:lnTo>
                  <a:lnTo>
                    <a:pt x="1597" y="762"/>
                  </a:lnTo>
                  <a:lnTo>
                    <a:pt x="1598" y="762"/>
                  </a:lnTo>
                  <a:lnTo>
                    <a:pt x="1599" y="763"/>
                  </a:lnTo>
                  <a:lnTo>
                    <a:pt x="1600" y="765"/>
                  </a:lnTo>
                  <a:lnTo>
                    <a:pt x="1601" y="766"/>
                  </a:lnTo>
                  <a:lnTo>
                    <a:pt x="1602" y="766"/>
                  </a:lnTo>
                  <a:lnTo>
                    <a:pt x="1603" y="766"/>
                  </a:lnTo>
                  <a:lnTo>
                    <a:pt x="1604" y="766"/>
                  </a:lnTo>
                  <a:lnTo>
                    <a:pt x="1605" y="765"/>
                  </a:lnTo>
                  <a:lnTo>
                    <a:pt x="1605" y="765"/>
                  </a:lnTo>
                  <a:lnTo>
                    <a:pt x="1607" y="766"/>
                  </a:lnTo>
                  <a:lnTo>
                    <a:pt x="1607" y="767"/>
                  </a:lnTo>
                  <a:lnTo>
                    <a:pt x="1608" y="769"/>
                  </a:lnTo>
                  <a:lnTo>
                    <a:pt x="1609" y="770"/>
                  </a:lnTo>
                  <a:lnTo>
                    <a:pt x="1610" y="771"/>
                  </a:lnTo>
                  <a:lnTo>
                    <a:pt x="1611" y="773"/>
                  </a:lnTo>
                  <a:lnTo>
                    <a:pt x="1612" y="775"/>
                  </a:lnTo>
                  <a:lnTo>
                    <a:pt x="1613" y="776"/>
                  </a:lnTo>
                  <a:lnTo>
                    <a:pt x="1614" y="776"/>
                  </a:lnTo>
                  <a:lnTo>
                    <a:pt x="1615" y="776"/>
                  </a:lnTo>
                  <a:lnTo>
                    <a:pt x="1616" y="775"/>
                  </a:lnTo>
                  <a:lnTo>
                    <a:pt x="1617" y="769"/>
                  </a:lnTo>
                  <a:lnTo>
                    <a:pt x="1618" y="756"/>
                  </a:lnTo>
                  <a:lnTo>
                    <a:pt x="1619" y="755"/>
                  </a:lnTo>
                  <a:lnTo>
                    <a:pt x="1619" y="755"/>
                  </a:lnTo>
                  <a:lnTo>
                    <a:pt x="1621" y="755"/>
                  </a:lnTo>
                  <a:lnTo>
                    <a:pt x="1621" y="755"/>
                  </a:lnTo>
                  <a:lnTo>
                    <a:pt x="1622" y="755"/>
                  </a:lnTo>
                  <a:lnTo>
                    <a:pt x="1623" y="754"/>
                  </a:lnTo>
                  <a:lnTo>
                    <a:pt x="1624" y="754"/>
                  </a:lnTo>
                  <a:lnTo>
                    <a:pt x="1625" y="754"/>
                  </a:lnTo>
                  <a:lnTo>
                    <a:pt x="1626" y="754"/>
                  </a:lnTo>
                  <a:lnTo>
                    <a:pt x="1627" y="754"/>
                  </a:lnTo>
                  <a:lnTo>
                    <a:pt x="1628" y="754"/>
                  </a:lnTo>
                  <a:lnTo>
                    <a:pt x="1629" y="754"/>
                  </a:lnTo>
                  <a:lnTo>
                    <a:pt x="1630" y="754"/>
                  </a:lnTo>
                  <a:lnTo>
                    <a:pt x="1631" y="754"/>
                  </a:lnTo>
                  <a:lnTo>
                    <a:pt x="1631" y="751"/>
                  </a:lnTo>
                  <a:lnTo>
                    <a:pt x="1633" y="752"/>
                  </a:lnTo>
                  <a:lnTo>
                    <a:pt x="1633" y="763"/>
                  </a:lnTo>
                  <a:lnTo>
                    <a:pt x="1634" y="751"/>
                  </a:lnTo>
                  <a:lnTo>
                    <a:pt x="1635" y="750"/>
                  </a:lnTo>
                  <a:lnTo>
                    <a:pt x="1636" y="752"/>
                  </a:lnTo>
                  <a:lnTo>
                    <a:pt x="1637" y="754"/>
                  </a:lnTo>
                  <a:lnTo>
                    <a:pt x="1638" y="757"/>
                  </a:lnTo>
                  <a:lnTo>
                    <a:pt x="1639" y="759"/>
                  </a:lnTo>
                  <a:lnTo>
                    <a:pt x="1640" y="762"/>
                  </a:lnTo>
                  <a:lnTo>
                    <a:pt x="1641" y="765"/>
                  </a:lnTo>
                  <a:lnTo>
                    <a:pt x="1642" y="767"/>
                  </a:lnTo>
                  <a:lnTo>
                    <a:pt x="1643" y="770"/>
                  </a:lnTo>
                  <a:lnTo>
                    <a:pt x="1643" y="773"/>
                  </a:lnTo>
                  <a:lnTo>
                    <a:pt x="1645" y="776"/>
                  </a:lnTo>
                  <a:lnTo>
                    <a:pt x="1645" y="778"/>
                  </a:lnTo>
                  <a:lnTo>
                    <a:pt x="1646" y="779"/>
                  </a:lnTo>
                  <a:lnTo>
                    <a:pt x="1647" y="780"/>
                  </a:lnTo>
                  <a:lnTo>
                    <a:pt x="1648" y="779"/>
                  </a:lnTo>
                  <a:lnTo>
                    <a:pt x="1649" y="773"/>
                  </a:lnTo>
                  <a:lnTo>
                    <a:pt x="1650" y="766"/>
                  </a:lnTo>
                  <a:lnTo>
                    <a:pt x="1651" y="762"/>
                  </a:lnTo>
                  <a:lnTo>
                    <a:pt x="1652" y="759"/>
                  </a:lnTo>
                  <a:lnTo>
                    <a:pt x="1653" y="757"/>
                  </a:lnTo>
                  <a:lnTo>
                    <a:pt x="1654" y="756"/>
                  </a:lnTo>
                  <a:lnTo>
                    <a:pt x="1655" y="757"/>
                  </a:lnTo>
                  <a:lnTo>
                    <a:pt x="1655" y="757"/>
                  </a:lnTo>
                  <a:lnTo>
                    <a:pt x="1657" y="757"/>
                  </a:lnTo>
                  <a:lnTo>
                    <a:pt x="1657" y="758"/>
                  </a:lnTo>
                  <a:lnTo>
                    <a:pt x="1658" y="759"/>
                  </a:lnTo>
                  <a:lnTo>
                    <a:pt x="1659" y="760"/>
                  </a:lnTo>
                  <a:lnTo>
                    <a:pt x="1660" y="761"/>
                  </a:lnTo>
                  <a:lnTo>
                    <a:pt x="1661" y="761"/>
                  </a:lnTo>
                  <a:lnTo>
                    <a:pt x="1662" y="762"/>
                  </a:lnTo>
                  <a:lnTo>
                    <a:pt x="1663" y="762"/>
                  </a:lnTo>
                  <a:lnTo>
                    <a:pt x="1664" y="762"/>
                  </a:lnTo>
                  <a:lnTo>
                    <a:pt x="1665" y="763"/>
                  </a:lnTo>
                  <a:lnTo>
                    <a:pt x="1666" y="764"/>
                  </a:lnTo>
                  <a:lnTo>
                    <a:pt x="1667" y="764"/>
                  </a:lnTo>
                  <a:lnTo>
                    <a:pt x="1668" y="765"/>
                  </a:lnTo>
                  <a:lnTo>
                    <a:pt x="1669" y="765"/>
                  </a:lnTo>
                  <a:lnTo>
                    <a:pt x="1669" y="766"/>
                  </a:lnTo>
                  <a:lnTo>
                    <a:pt x="1670" y="766"/>
                  </a:lnTo>
                  <a:lnTo>
                    <a:pt x="1671" y="767"/>
                  </a:lnTo>
                  <a:lnTo>
                    <a:pt x="1672" y="767"/>
                  </a:lnTo>
                  <a:lnTo>
                    <a:pt x="1673" y="767"/>
                  </a:lnTo>
                  <a:lnTo>
                    <a:pt x="1674" y="767"/>
                  </a:lnTo>
                  <a:lnTo>
                    <a:pt x="1675" y="767"/>
                  </a:lnTo>
                  <a:lnTo>
                    <a:pt x="1676" y="768"/>
                  </a:lnTo>
                  <a:lnTo>
                    <a:pt x="1677" y="768"/>
                  </a:lnTo>
                  <a:lnTo>
                    <a:pt x="1678" y="769"/>
                  </a:lnTo>
                  <a:lnTo>
                    <a:pt x="1679" y="769"/>
                  </a:lnTo>
                  <a:lnTo>
                    <a:pt x="1680" y="769"/>
                  </a:lnTo>
                  <a:lnTo>
                    <a:pt x="1681" y="769"/>
                  </a:lnTo>
                  <a:lnTo>
                    <a:pt x="1681" y="769"/>
                  </a:lnTo>
                  <a:lnTo>
                    <a:pt x="1683" y="769"/>
                  </a:lnTo>
                  <a:lnTo>
                    <a:pt x="1683" y="769"/>
                  </a:lnTo>
                  <a:lnTo>
                    <a:pt x="1684" y="769"/>
                  </a:lnTo>
                  <a:lnTo>
                    <a:pt x="1685" y="768"/>
                  </a:lnTo>
                  <a:lnTo>
                    <a:pt x="1686" y="769"/>
                  </a:lnTo>
                  <a:lnTo>
                    <a:pt x="1687" y="769"/>
                  </a:lnTo>
                  <a:lnTo>
                    <a:pt x="1688" y="769"/>
                  </a:lnTo>
                  <a:lnTo>
                    <a:pt x="1689" y="769"/>
                  </a:lnTo>
                  <a:lnTo>
                    <a:pt x="1690" y="769"/>
                  </a:lnTo>
                  <a:lnTo>
                    <a:pt x="1691" y="769"/>
                  </a:lnTo>
                  <a:lnTo>
                    <a:pt x="1692" y="770"/>
                  </a:lnTo>
                  <a:lnTo>
                    <a:pt x="1693" y="770"/>
                  </a:lnTo>
                  <a:lnTo>
                    <a:pt x="1693" y="770"/>
                  </a:lnTo>
                  <a:lnTo>
                    <a:pt x="1695" y="771"/>
                  </a:lnTo>
                  <a:lnTo>
                    <a:pt x="1695" y="771"/>
                  </a:lnTo>
                  <a:lnTo>
                    <a:pt x="1696" y="772"/>
                  </a:lnTo>
                  <a:lnTo>
                    <a:pt x="1697" y="772"/>
                  </a:lnTo>
                  <a:lnTo>
                    <a:pt x="1698" y="772"/>
                  </a:lnTo>
                  <a:lnTo>
                    <a:pt x="1699" y="772"/>
                  </a:lnTo>
                  <a:lnTo>
                    <a:pt x="1700" y="772"/>
                  </a:lnTo>
                  <a:lnTo>
                    <a:pt x="1701" y="771"/>
                  </a:lnTo>
                  <a:lnTo>
                    <a:pt x="1702" y="771"/>
                  </a:lnTo>
                  <a:lnTo>
                    <a:pt x="1703" y="771"/>
                  </a:lnTo>
                  <a:lnTo>
                    <a:pt x="1704" y="771"/>
                  </a:lnTo>
                  <a:lnTo>
                    <a:pt x="1705" y="770"/>
                  </a:lnTo>
                  <a:lnTo>
                    <a:pt x="1705" y="771"/>
                  </a:lnTo>
                  <a:lnTo>
                    <a:pt x="1707" y="771"/>
                  </a:lnTo>
                  <a:lnTo>
                    <a:pt x="1707" y="771"/>
                  </a:lnTo>
                  <a:lnTo>
                    <a:pt x="1708" y="770"/>
                  </a:lnTo>
                  <a:lnTo>
                    <a:pt x="1709" y="771"/>
                  </a:lnTo>
                  <a:lnTo>
                    <a:pt x="1710" y="771"/>
                  </a:lnTo>
                  <a:lnTo>
                    <a:pt x="1711" y="771"/>
                  </a:lnTo>
                  <a:lnTo>
                    <a:pt x="1712" y="771"/>
                  </a:lnTo>
                  <a:lnTo>
                    <a:pt x="1713" y="771"/>
                  </a:lnTo>
                  <a:lnTo>
                    <a:pt x="1714" y="770"/>
                  </a:lnTo>
                  <a:lnTo>
                    <a:pt x="1715" y="770"/>
                  </a:lnTo>
                  <a:lnTo>
                    <a:pt x="1716" y="770"/>
                  </a:lnTo>
                  <a:lnTo>
                    <a:pt x="1717" y="770"/>
                  </a:lnTo>
                  <a:lnTo>
                    <a:pt x="1718" y="769"/>
                  </a:lnTo>
                  <a:lnTo>
                    <a:pt x="1719" y="769"/>
                  </a:lnTo>
                  <a:lnTo>
                    <a:pt x="1719" y="769"/>
                  </a:lnTo>
                  <a:lnTo>
                    <a:pt x="1720" y="769"/>
                  </a:lnTo>
                  <a:lnTo>
                    <a:pt x="1721" y="769"/>
                  </a:lnTo>
                  <a:lnTo>
                    <a:pt x="1722" y="769"/>
                  </a:lnTo>
                  <a:lnTo>
                    <a:pt x="1723" y="769"/>
                  </a:lnTo>
                  <a:lnTo>
                    <a:pt x="1724" y="769"/>
                  </a:lnTo>
                  <a:lnTo>
                    <a:pt x="1725" y="770"/>
                  </a:lnTo>
                  <a:lnTo>
                    <a:pt x="1726" y="770"/>
                  </a:lnTo>
                  <a:lnTo>
                    <a:pt x="1727" y="770"/>
                  </a:lnTo>
                  <a:lnTo>
                    <a:pt x="1728" y="771"/>
                  </a:lnTo>
                  <a:lnTo>
                    <a:pt x="1729" y="771"/>
                  </a:lnTo>
                  <a:lnTo>
                    <a:pt x="1730" y="772"/>
                  </a:lnTo>
                  <a:lnTo>
                    <a:pt x="1731" y="772"/>
                  </a:lnTo>
                  <a:lnTo>
                    <a:pt x="1731" y="773"/>
                  </a:lnTo>
                  <a:lnTo>
                    <a:pt x="1733" y="775"/>
                  </a:lnTo>
                  <a:lnTo>
                    <a:pt x="1733" y="776"/>
                  </a:lnTo>
                  <a:lnTo>
                    <a:pt x="1734" y="776"/>
                  </a:lnTo>
                  <a:lnTo>
                    <a:pt x="1735" y="776"/>
                  </a:lnTo>
                  <a:lnTo>
                    <a:pt x="1736" y="777"/>
                  </a:lnTo>
                  <a:lnTo>
                    <a:pt x="1737" y="778"/>
                  </a:lnTo>
                  <a:lnTo>
                    <a:pt x="1738" y="778"/>
                  </a:lnTo>
                  <a:lnTo>
                    <a:pt x="1739" y="778"/>
                  </a:lnTo>
                  <a:lnTo>
                    <a:pt x="1740" y="778"/>
                  </a:lnTo>
                  <a:lnTo>
                    <a:pt x="1741" y="779"/>
                  </a:lnTo>
                  <a:lnTo>
                    <a:pt x="1742" y="778"/>
                  </a:lnTo>
                  <a:lnTo>
                    <a:pt x="1743" y="778"/>
                  </a:lnTo>
                  <a:lnTo>
                    <a:pt x="1743" y="778"/>
                  </a:lnTo>
                  <a:lnTo>
                    <a:pt x="1745" y="778"/>
                  </a:lnTo>
                  <a:lnTo>
                    <a:pt x="1745" y="778"/>
                  </a:lnTo>
                  <a:lnTo>
                    <a:pt x="1746" y="779"/>
                  </a:lnTo>
                  <a:lnTo>
                    <a:pt x="1747" y="779"/>
                  </a:lnTo>
                  <a:lnTo>
                    <a:pt x="1748" y="779"/>
                  </a:lnTo>
                  <a:lnTo>
                    <a:pt x="1749" y="779"/>
                  </a:lnTo>
                  <a:lnTo>
                    <a:pt x="1750" y="779"/>
                  </a:lnTo>
                  <a:lnTo>
                    <a:pt x="1751" y="779"/>
                  </a:lnTo>
                  <a:lnTo>
                    <a:pt x="1752" y="782"/>
                  </a:lnTo>
                  <a:lnTo>
                    <a:pt x="1753" y="793"/>
                  </a:lnTo>
                  <a:lnTo>
                    <a:pt x="1754" y="787"/>
                  </a:lnTo>
                  <a:lnTo>
                    <a:pt x="1755" y="783"/>
                  </a:lnTo>
                  <a:lnTo>
                    <a:pt x="1756" y="781"/>
                  </a:lnTo>
                  <a:lnTo>
                    <a:pt x="1757" y="779"/>
                  </a:lnTo>
                  <a:lnTo>
                    <a:pt x="1758" y="777"/>
                  </a:lnTo>
                  <a:lnTo>
                    <a:pt x="1758" y="775"/>
                  </a:lnTo>
                  <a:lnTo>
                    <a:pt x="1760" y="772"/>
                  </a:lnTo>
                  <a:lnTo>
                    <a:pt x="1760" y="788"/>
                  </a:lnTo>
                  <a:lnTo>
                    <a:pt x="1761" y="786"/>
                  </a:lnTo>
                  <a:lnTo>
                    <a:pt x="1762" y="784"/>
                  </a:lnTo>
                  <a:lnTo>
                    <a:pt x="1763" y="782"/>
                  </a:lnTo>
                  <a:lnTo>
                    <a:pt x="1764" y="779"/>
                  </a:lnTo>
                  <a:lnTo>
                    <a:pt x="1765" y="776"/>
                  </a:lnTo>
                  <a:lnTo>
                    <a:pt x="1766" y="773"/>
                  </a:lnTo>
                  <a:lnTo>
                    <a:pt x="1767" y="771"/>
                  </a:lnTo>
                  <a:lnTo>
                    <a:pt x="1768" y="770"/>
                  </a:lnTo>
                  <a:lnTo>
                    <a:pt x="1769" y="769"/>
                  </a:lnTo>
                  <a:lnTo>
                    <a:pt x="1770" y="770"/>
                  </a:lnTo>
                  <a:lnTo>
                    <a:pt x="1770" y="771"/>
                  </a:lnTo>
                  <a:lnTo>
                    <a:pt x="1772" y="785"/>
                  </a:lnTo>
                  <a:lnTo>
                    <a:pt x="1772" y="799"/>
                  </a:lnTo>
                  <a:lnTo>
                    <a:pt x="1773" y="809"/>
                  </a:lnTo>
                  <a:lnTo>
                    <a:pt x="1774" y="823"/>
                  </a:lnTo>
                  <a:lnTo>
                    <a:pt x="1775" y="839"/>
                  </a:lnTo>
                  <a:lnTo>
                    <a:pt x="1776" y="850"/>
                  </a:lnTo>
                  <a:lnTo>
                    <a:pt x="1777" y="852"/>
                  </a:lnTo>
                  <a:lnTo>
                    <a:pt x="1778" y="853"/>
                  </a:lnTo>
                  <a:lnTo>
                    <a:pt x="1779" y="853"/>
                  </a:lnTo>
                  <a:lnTo>
                    <a:pt x="1780" y="854"/>
                  </a:lnTo>
                  <a:lnTo>
                    <a:pt x="1781" y="854"/>
                  </a:lnTo>
                  <a:lnTo>
                    <a:pt x="1782" y="854"/>
                  </a:lnTo>
                  <a:lnTo>
                    <a:pt x="1783" y="855"/>
                  </a:lnTo>
                  <a:lnTo>
                    <a:pt x="1784" y="854"/>
                  </a:lnTo>
                  <a:lnTo>
                    <a:pt x="1784" y="854"/>
                  </a:lnTo>
                  <a:lnTo>
                    <a:pt x="1786" y="854"/>
                  </a:lnTo>
                  <a:lnTo>
                    <a:pt x="1786" y="854"/>
                  </a:lnTo>
                  <a:lnTo>
                    <a:pt x="1787" y="854"/>
                  </a:lnTo>
                  <a:lnTo>
                    <a:pt x="1788" y="855"/>
                  </a:lnTo>
                  <a:lnTo>
                    <a:pt x="1789" y="866"/>
                  </a:lnTo>
                  <a:lnTo>
                    <a:pt x="1790" y="869"/>
                  </a:lnTo>
                  <a:lnTo>
                    <a:pt x="1791" y="873"/>
                  </a:lnTo>
                  <a:lnTo>
                    <a:pt x="1792" y="881"/>
                  </a:lnTo>
                  <a:lnTo>
                    <a:pt x="1793" y="890"/>
                  </a:lnTo>
                  <a:lnTo>
                    <a:pt x="1794" y="894"/>
                  </a:lnTo>
                  <a:lnTo>
                    <a:pt x="1795" y="894"/>
                  </a:lnTo>
                  <a:lnTo>
                    <a:pt x="1796" y="896"/>
                  </a:lnTo>
                  <a:lnTo>
                    <a:pt x="1796" y="896"/>
                  </a:lnTo>
                  <a:lnTo>
                    <a:pt x="1798" y="896"/>
                  </a:lnTo>
                  <a:lnTo>
                    <a:pt x="1798" y="896"/>
                  </a:lnTo>
                  <a:lnTo>
                    <a:pt x="1799" y="896"/>
                  </a:lnTo>
                  <a:lnTo>
                    <a:pt x="1800" y="897"/>
                  </a:lnTo>
                  <a:lnTo>
                    <a:pt x="1801" y="897"/>
                  </a:lnTo>
                  <a:lnTo>
                    <a:pt x="1802" y="897"/>
                  </a:lnTo>
                  <a:lnTo>
                    <a:pt x="1803" y="897"/>
                  </a:lnTo>
                  <a:lnTo>
                    <a:pt x="1804" y="897"/>
                  </a:lnTo>
                  <a:lnTo>
                    <a:pt x="1805" y="897"/>
                  </a:lnTo>
                  <a:lnTo>
                    <a:pt x="1806" y="897"/>
                  </a:lnTo>
                  <a:lnTo>
                    <a:pt x="1807" y="897"/>
                  </a:lnTo>
                  <a:lnTo>
                    <a:pt x="1808" y="897"/>
                  </a:lnTo>
                  <a:lnTo>
                    <a:pt x="1808" y="896"/>
                  </a:lnTo>
                  <a:lnTo>
                    <a:pt x="1810" y="896"/>
                  </a:lnTo>
                  <a:lnTo>
                    <a:pt x="1810" y="895"/>
                  </a:lnTo>
                  <a:lnTo>
                    <a:pt x="1811" y="894"/>
                  </a:lnTo>
                  <a:lnTo>
                    <a:pt x="1812" y="894"/>
                  </a:lnTo>
                  <a:lnTo>
                    <a:pt x="1813" y="894"/>
                  </a:lnTo>
                  <a:lnTo>
                    <a:pt x="1814" y="893"/>
                  </a:lnTo>
                  <a:lnTo>
                    <a:pt x="1815" y="888"/>
                  </a:lnTo>
                  <a:lnTo>
                    <a:pt x="1816" y="866"/>
                  </a:lnTo>
                  <a:lnTo>
                    <a:pt x="1817" y="839"/>
                  </a:lnTo>
                  <a:lnTo>
                    <a:pt x="1818" y="839"/>
                  </a:lnTo>
                  <a:lnTo>
                    <a:pt x="1819" y="839"/>
                  </a:lnTo>
                  <a:lnTo>
                    <a:pt x="1820" y="838"/>
                  </a:lnTo>
                  <a:lnTo>
                    <a:pt x="1820" y="838"/>
                  </a:lnTo>
                  <a:lnTo>
                    <a:pt x="1822" y="838"/>
                  </a:lnTo>
                  <a:lnTo>
                    <a:pt x="1822" y="838"/>
                  </a:lnTo>
                  <a:lnTo>
                    <a:pt x="1823" y="837"/>
                  </a:lnTo>
                  <a:lnTo>
                    <a:pt x="1824" y="835"/>
                  </a:lnTo>
                  <a:lnTo>
                    <a:pt x="1825" y="804"/>
                  </a:lnTo>
                  <a:lnTo>
                    <a:pt x="1826" y="770"/>
                  </a:lnTo>
                  <a:lnTo>
                    <a:pt x="1827" y="785"/>
                  </a:lnTo>
                  <a:lnTo>
                    <a:pt x="1828" y="777"/>
                  </a:lnTo>
                  <a:lnTo>
                    <a:pt x="1829" y="779"/>
                  </a:lnTo>
                  <a:lnTo>
                    <a:pt x="1830" y="781"/>
                  </a:lnTo>
                  <a:lnTo>
                    <a:pt x="1831" y="783"/>
                  </a:lnTo>
                  <a:lnTo>
                    <a:pt x="1832" y="786"/>
                  </a:lnTo>
                  <a:lnTo>
                    <a:pt x="1833" y="788"/>
                  </a:lnTo>
                  <a:lnTo>
                    <a:pt x="1834" y="791"/>
                  </a:lnTo>
                  <a:lnTo>
                    <a:pt x="1834" y="792"/>
                  </a:lnTo>
                  <a:lnTo>
                    <a:pt x="1836" y="791"/>
                  </a:lnTo>
                  <a:lnTo>
                    <a:pt x="1836" y="792"/>
                  </a:lnTo>
                  <a:lnTo>
                    <a:pt x="1837" y="795"/>
                  </a:lnTo>
                  <a:lnTo>
                    <a:pt x="1838" y="794"/>
                  </a:lnTo>
                  <a:lnTo>
                    <a:pt x="1839" y="791"/>
                  </a:lnTo>
                  <a:lnTo>
                    <a:pt x="1840" y="785"/>
                  </a:lnTo>
                  <a:lnTo>
                    <a:pt x="1841" y="774"/>
                  </a:lnTo>
                  <a:lnTo>
                    <a:pt x="1842" y="754"/>
                  </a:lnTo>
                  <a:lnTo>
                    <a:pt x="1843" y="732"/>
                  </a:lnTo>
                  <a:lnTo>
                    <a:pt x="1844" y="711"/>
                  </a:lnTo>
                  <a:lnTo>
                    <a:pt x="1845" y="696"/>
                  </a:lnTo>
                  <a:lnTo>
                    <a:pt x="1846" y="688"/>
                  </a:lnTo>
                  <a:lnTo>
                    <a:pt x="1846" y="687"/>
                  </a:lnTo>
                  <a:lnTo>
                    <a:pt x="1848" y="687"/>
                  </a:lnTo>
                  <a:lnTo>
                    <a:pt x="1848" y="687"/>
                  </a:lnTo>
                  <a:lnTo>
                    <a:pt x="1849" y="687"/>
                  </a:lnTo>
                  <a:lnTo>
                    <a:pt x="1850" y="687"/>
                  </a:lnTo>
                  <a:lnTo>
                    <a:pt x="1851" y="687"/>
                  </a:lnTo>
                  <a:lnTo>
                    <a:pt x="1852" y="687"/>
                  </a:lnTo>
                  <a:lnTo>
                    <a:pt x="1853" y="687"/>
                  </a:lnTo>
                  <a:lnTo>
                    <a:pt x="1854" y="687"/>
                  </a:lnTo>
                  <a:lnTo>
                    <a:pt x="1855" y="686"/>
                  </a:lnTo>
                  <a:lnTo>
                    <a:pt x="1856" y="686"/>
                  </a:lnTo>
                  <a:lnTo>
                    <a:pt x="1857" y="686"/>
                  </a:lnTo>
                  <a:lnTo>
                    <a:pt x="1858" y="687"/>
                  </a:lnTo>
                  <a:lnTo>
                    <a:pt x="1858" y="687"/>
                  </a:lnTo>
                  <a:lnTo>
                    <a:pt x="1860" y="688"/>
                  </a:lnTo>
                  <a:lnTo>
                    <a:pt x="1860" y="689"/>
                  </a:lnTo>
                  <a:lnTo>
                    <a:pt x="1861" y="689"/>
                  </a:lnTo>
                  <a:lnTo>
                    <a:pt x="1862" y="690"/>
                  </a:lnTo>
                  <a:lnTo>
                    <a:pt x="1863" y="691"/>
                  </a:lnTo>
                  <a:lnTo>
                    <a:pt x="1864" y="691"/>
                  </a:lnTo>
                  <a:lnTo>
                    <a:pt x="1865" y="691"/>
                  </a:lnTo>
                  <a:lnTo>
                    <a:pt x="1866" y="692"/>
                  </a:lnTo>
                  <a:lnTo>
                    <a:pt x="1867" y="692"/>
                  </a:lnTo>
                  <a:lnTo>
                    <a:pt x="1868" y="693"/>
                  </a:lnTo>
                  <a:lnTo>
                    <a:pt x="1869" y="693"/>
                  </a:lnTo>
                  <a:lnTo>
                    <a:pt x="1870" y="693"/>
                  </a:lnTo>
                  <a:lnTo>
                    <a:pt x="1870" y="694"/>
                  </a:lnTo>
                  <a:lnTo>
                    <a:pt x="1872" y="694"/>
                  </a:lnTo>
                  <a:lnTo>
                    <a:pt x="1872" y="695"/>
                  </a:lnTo>
                  <a:lnTo>
                    <a:pt x="1873" y="695"/>
                  </a:lnTo>
                  <a:lnTo>
                    <a:pt x="1874" y="696"/>
                  </a:lnTo>
                  <a:lnTo>
                    <a:pt x="1875" y="697"/>
                  </a:lnTo>
                  <a:lnTo>
                    <a:pt x="1876" y="697"/>
                  </a:lnTo>
                  <a:lnTo>
                    <a:pt x="1877" y="698"/>
                  </a:lnTo>
                  <a:lnTo>
                    <a:pt x="1878" y="699"/>
                  </a:lnTo>
                  <a:lnTo>
                    <a:pt x="1879" y="699"/>
                  </a:lnTo>
                  <a:lnTo>
                    <a:pt x="1880" y="700"/>
                  </a:lnTo>
                  <a:lnTo>
                    <a:pt x="1881" y="700"/>
                  </a:lnTo>
                  <a:lnTo>
                    <a:pt x="1882" y="701"/>
                  </a:lnTo>
                  <a:lnTo>
                    <a:pt x="1883" y="701"/>
                  </a:lnTo>
                  <a:lnTo>
                    <a:pt x="1884" y="702"/>
                  </a:lnTo>
                  <a:lnTo>
                    <a:pt x="1884" y="702"/>
                  </a:lnTo>
                  <a:lnTo>
                    <a:pt x="1886" y="702"/>
                  </a:lnTo>
                  <a:lnTo>
                    <a:pt x="1886" y="703"/>
                  </a:lnTo>
                  <a:lnTo>
                    <a:pt x="1887" y="703"/>
                  </a:lnTo>
                  <a:lnTo>
                    <a:pt x="1888" y="703"/>
                  </a:lnTo>
                  <a:lnTo>
                    <a:pt x="1889" y="703"/>
                  </a:lnTo>
                  <a:lnTo>
                    <a:pt x="1890" y="703"/>
                  </a:lnTo>
                  <a:lnTo>
                    <a:pt x="1891" y="703"/>
                  </a:lnTo>
                  <a:lnTo>
                    <a:pt x="1892" y="702"/>
                  </a:lnTo>
                  <a:lnTo>
                    <a:pt x="1893" y="701"/>
                  </a:lnTo>
                  <a:lnTo>
                    <a:pt x="1894" y="700"/>
                  </a:lnTo>
                  <a:lnTo>
                    <a:pt x="1895" y="699"/>
                  </a:lnTo>
                  <a:lnTo>
                    <a:pt x="1896" y="699"/>
                  </a:lnTo>
                  <a:lnTo>
                    <a:pt x="1896" y="698"/>
                  </a:lnTo>
                  <a:lnTo>
                    <a:pt x="1898" y="697"/>
                  </a:lnTo>
                  <a:lnTo>
                    <a:pt x="1898" y="695"/>
                  </a:lnTo>
                  <a:lnTo>
                    <a:pt x="1899" y="693"/>
                  </a:lnTo>
                  <a:lnTo>
                    <a:pt x="1900" y="691"/>
                  </a:lnTo>
                  <a:lnTo>
                    <a:pt x="1901" y="689"/>
                  </a:lnTo>
                  <a:lnTo>
                    <a:pt x="1902" y="688"/>
                  </a:lnTo>
                  <a:lnTo>
                    <a:pt x="1903" y="687"/>
                  </a:lnTo>
                  <a:lnTo>
                    <a:pt x="1904" y="685"/>
                  </a:lnTo>
                  <a:lnTo>
                    <a:pt x="1905" y="684"/>
                  </a:lnTo>
                  <a:lnTo>
                    <a:pt x="1906" y="682"/>
                  </a:lnTo>
                  <a:lnTo>
                    <a:pt x="1907" y="681"/>
                  </a:lnTo>
                  <a:lnTo>
                    <a:pt x="1908" y="680"/>
                  </a:lnTo>
                  <a:lnTo>
                    <a:pt x="1908" y="679"/>
                  </a:lnTo>
                  <a:lnTo>
                    <a:pt x="1910" y="679"/>
                  </a:lnTo>
                  <a:lnTo>
                    <a:pt x="1910" y="678"/>
                  </a:lnTo>
                  <a:lnTo>
                    <a:pt x="1911" y="678"/>
                  </a:lnTo>
                  <a:lnTo>
                    <a:pt x="1912" y="677"/>
                  </a:lnTo>
                  <a:lnTo>
                    <a:pt x="1913" y="677"/>
                  </a:lnTo>
                  <a:lnTo>
                    <a:pt x="1914" y="677"/>
                  </a:lnTo>
                  <a:lnTo>
                    <a:pt x="1915" y="677"/>
                  </a:lnTo>
                  <a:lnTo>
                    <a:pt x="1916" y="676"/>
                  </a:lnTo>
                  <a:lnTo>
                    <a:pt x="1917" y="676"/>
                  </a:lnTo>
                  <a:lnTo>
                    <a:pt x="1918" y="676"/>
                  </a:lnTo>
                  <a:lnTo>
                    <a:pt x="1919" y="676"/>
                  </a:lnTo>
                  <a:lnTo>
                    <a:pt x="1920" y="676"/>
                  </a:lnTo>
                  <a:lnTo>
                    <a:pt x="1921" y="676"/>
                  </a:lnTo>
                  <a:lnTo>
                    <a:pt x="1922" y="675"/>
                  </a:lnTo>
                  <a:lnTo>
                    <a:pt x="1923" y="675"/>
                  </a:lnTo>
                  <a:lnTo>
                    <a:pt x="1923" y="675"/>
                  </a:lnTo>
                  <a:lnTo>
                    <a:pt x="1925" y="674"/>
                  </a:lnTo>
                  <a:lnTo>
                    <a:pt x="1925" y="674"/>
                  </a:lnTo>
                  <a:lnTo>
                    <a:pt x="1926" y="674"/>
                  </a:lnTo>
                  <a:lnTo>
                    <a:pt x="1927" y="674"/>
                  </a:lnTo>
                  <a:lnTo>
                    <a:pt x="1928" y="674"/>
                  </a:lnTo>
                  <a:lnTo>
                    <a:pt x="1929" y="675"/>
                  </a:lnTo>
                  <a:lnTo>
                    <a:pt x="1930" y="675"/>
                  </a:lnTo>
                  <a:lnTo>
                    <a:pt x="1931" y="675"/>
                  </a:lnTo>
                  <a:lnTo>
                    <a:pt x="1932" y="675"/>
                  </a:lnTo>
                  <a:lnTo>
                    <a:pt x="1933" y="674"/>
                  </a:lnTo>
                  <a:lnTo>
                    <a:pt x="1934" y="674"/>
                  </a:lnTo>
                  <a:lnTo>
                    <a:pt x="1935" y="674"/>
                  </a:lnTo>
                  <a:lnTo>
                    <a:pt x="1935" y="674"/>
                  </a:lnTo>
                  <a:lnTo>
                    <a:pt x="1937" y="673"/>
                  </a:lnTo>
                  <a:lnTo>
                    <a:pt x="1937" y="673"/>
                  </a:lnTo>
                  <a:lnTo>
                    <a:pt x="1938" y="673"/>
                  </a:lnTo>
                  <a:lnTo>
                    <a:pt x="1939" y="673"/>
                  </a:lnTo>
                  <a:lnTo>
                    <a:pt x="1940" y="672"/>
                  </a:lnTo>
                  <a:lnTo>
                    <a:pt x="1941" y="672"/>
                  </a:lnTo>
                  <a:lnTo>
                    <a:pt x="1942" y="672"/>
                  </a:lnTo>
                  <a:lnTo>
                    <a:pt x="1943" y="672"/>
                  </a:lnTo>
                  <a:lnTo>
                    <a:pt x="1944" y="672"/>
                  </a:lnTo>
                  <a:lnTo>
                    <a:pt x="1945" y="672"/>
                  </a:lnTo>
                  <a:lnTo>
                    <a:pt x="1946" y="672"/>
                  </a:lnTo>
                  <a:lnTo>
                    <a:pt x="1947" y="672"/>
                  </a:lnTo>
                  <a:lnTo>
                    <a:pt x="1948" y="672"/>
                  </a:lnTo>
                  <a:lnTo>
                    <a:pt x="1949" y="672"/>
                  </a:lnTo>
                  <a:lnTo>
                    <a:pt x="1949" y="672"/>
                  </a:lnTo>
                  <a:lnTo>
                    <a:pt x="1951" y="672"/>
                  </a:lnTo>
                  <a:lnTo>
                    <a:pt x="1951" y="672"/>
                  </a:lnTo>
                  <a:lnTo>
                    <a:pt x="1952" y="672"/>
                  </a:lnTo>
                  <a:lnTo>
                    <a:pt x="1953" y="672"/>
                  </a:lnTo>
                  <a:lnTo>
                    <a:pt x="1954" y="674"/>
                  </a:lnTo>
                  <a:lnTo>
                    <a:pt x="1955" y="685"/>
                  </a:lnTo>
                  <a:lnTo>
                    <a:pt x="1956" y="700"/>
                  </a:lnTo>
                  <a:lnTo>
                    <a:pt x="1957" y="688"/>
                  </a:lnTo>
                  <a:lnTo>
                    <a:pt x="1958" y="700"/>
                  </a:lnTo>
                  <a:lnTo>
                    <a:pt x="1959" y="705"/>
                  </a:lnTo>
                  <a:lnTo>
                    <a:pt x="1960" y="703"/>
                  </a:lnTo>
                  <a:lnTo>
                    <a:pt x="1961" y="700"/>
                  </a:lnTo>
                  <a:lnTo>
                    <a:pt x="1961" y="697"/>
                  </a:lnTo>
                  <a:lnTo>
                    <a:pt x="1963" y="694"/>
                  </a:lnTo>
                  <a:lnTo>
                    <a:pt x="1963" y="691"/>
                  </a:lnTo>
                  <a:lnTo>
                    <a:pt x="1964" y="687"/>
                  </a:lnTo>
                  <a:lnTo>
                    <a:pt x="1965" y="683"/>
                  </a:lnTo>
                  <a:lnTo>
                    <a:pt x="1966" y="679"/>
                  </a:lnTo>
                  <a:lnTo>
                    <a:pt x="1967" y="675"/>
                  </a:lnTo>
                  <a:lnTo>
                    <a:pt x="1968" y="671"/>
                  </a:lnTo>
                  <a:lnTo>
                    <a:pt x="1969" y="667"/>
                  </a:lnTo>
                  <a:lnTo>
                    <a:pt x="1970" y="662"/>
                  </a:lnTo>
                  <a:lnTo>
                    <a:pt x="1971" y="688"/>
                  </a:lnTo>
                  <a:lnTo>
                    <a:pt x="1972" y="719"/>
                  </a:lnTo>
                  <a:lnTo>
                    <a:pt x="1973" y="737"/>
                  </a:lnTo>
                  <a:lnTo>
                    <a:pt x="1973" y="745"/>
                  </a:lnTo>
                  <a:lnTo>
                    <a:pt x="1975" y="752"/>
                  </a:lnTo>
                  <a:lnTo>
                    <a:pt x="1975" y="758"/>
                  </a:lnTo>
                  <a:lnTo>
                    <a:pt x="1976" y="761"/>
                  </a:lnTo>
                  <a:lnTo>
                    <a:pt x="1977" y="761"/>
                  </a:lnTo>
                  <a:lnTo>
                    <a:pt x="1978" y="760"/>
                  </a:lnTo>
                  <a:lnTo>
                    <a:pt x="1979" y="763"/>
                  </a:lnTo>
                  <a:lnTo>
                    <a:pt x="1980" y="797"/>
                  </a:lnTo>
                  <a:lnTo>
                    <a:pt x="1981" y="816"/>
                  </a:lnTo>
                  <a:lnTo>
                    <a:pt x="1982" y="823"/>
                  </a:lnTo>
                  <a:lnTo>
                    <a:pt x="1983" y="827"/>
                  </a:lnTo>
                  <a:lnTo>
                    <a:pt x="1984" y="827"/>
                  </a:lnTo>
                  <a:lnTo>
                    <a:pt x="1985" y="827"/>
                  </a:lnTo>
                  <a:lnTo>
                    <a:pt x="1985" y="827"/>
                  </a:lnTo>
                  <a:lnTo>
                    <a:pt x="1987" y="827"/>
                  </a:lnTo>
                  <a:lnTo>
                    <a:pt x="1987" y="827"/>
                  </a:lnTo>
                  <a:lnTo>
                    <a:pt x="1988" y="827"/>
                  </a:lnTo>
                  <a:lnTo>
                    <a:pt x="1989" y="826"/>
                  </a:lnTo>
                  <a:lnTo>
                    <a:pt x="1990" y="826"/>
                  </a:lnTo>
                  <a:lnTo>
                    <a:pt x="1991" y="826"/>
                  </a:lnTo>
                  <a:lnTo>
                    <a:pt x="1992" y="826"/>
                  </a:lnTo>
                  <a:lnTo>
                    <a:pt x="1993" y="827"/>
                  </a:lnTo>
                  <a:lnTo>
                    <a:pt x="1994" y="830"/>
                  </a:lnTo>
                  <a:lnTo>
                    <a:pt x="1995" y="833"/>
                  </a:lnTo>
                  <a:lnTo>
                    <a:pt x="1996" y="835"/>
                  </a:lnTo>
                  <a:lnTo>
                    <a:pt x="1997" y="836"/>
                  </a:lnTo>
                  <a:lnTo>
                    <a:pt x="1998" y="837"/>
                  </a:lnTo>
                  <a:lnTo>
                    <a:pt x="1999" y="837"/>
                  </a:lnTo>
                  <a:lnTo>
                    <a:pt x="1999" y="837"/>
                  </a:lnTo>
                  <a:lnTo>
                    <a:pt x="2001" y="837"/>
                  </a:lnTo>
                  <a:lnTo>
                    <a:pt x="2001" y="836"/>
                  </a:lnTo>
                  <a:lnTo>
                    <a:pt x="2002" y="836"/>
                  </a:lnTo>
                  <a:lnTo>
                    <a:pt x="2003" y="835"/>
                  </a:lnTo>
                  <a:lnTo>
                    <a:pt x="2004" y="835"/>
                  </a:lnTo>
                  <a:lnTo>
                    <a:pt x="2005" y="835"/>
                  </a:lnTo>
                  <a:lnTo>
                    <a:pt x="2006" y="835"/>
                  </a:lnTo>
                  <a:lnTo>
                    <a:pt x="2007" y="834"/>
                  </a:lnTo>
                  <a:lnTo>
                    <a:pt x="2008" y="833"/>
                  </a:lnTo>
                  <a:lnTo>
                    <a:pt x="2009" y="830"/>
                  </a:lnTo>
                  <a:lnTo>
                    <a:pt x="2010" y="813"/>
                  </a:lnTo>
                  <a:lnTo>
                    <a:pt x="2011" y="824"/>
                  </a:lnTo>
                  <a:lnTo>
                    <a:pt x="2011" y="831"/>
                  </a:lnTo>
                  <a:lnTo>
                    <a:pt x="2013" y="832"/>
                  </a:lnTo>
                  <a:lnTo>
                    <a:pt x="2013" y="833"/>
                  </a:lnTo>
                  <a:lnTo>
                    <a:pt x="2014" y="834"/>
                  </a:lnTo>
                  <a:lnTo>
                    <a:pt x="2015" y="836"/>
                  </a:lnTo>
                  <a:lnTo>
                    <a:pt x="2016" y="838"/>
                  </a:lnTo>
                  <a:lnTo>
                    <a:pt x="2017" y="840"/>
                  </a:lnTo>
                  <a:lnTo>
                    <a:pt x="2018" y="842"/>
                  </a:lnTo>
                  <a:lnTo>
                    <a:pt x="2019" y="844"/>
                  </a:lnTo>
                  <a:lnTo>
                    <a:pt x="2020" y="846"/>
                  </a:lnTo>
                  <a:lnTo>
                    <a:pt x="2021" y="848"/>
                  </a:lnTo>
                  <a:lnTo>
                    <a:pt x="2022" y="850"/>
                  </a:lnTo>
                  <a:lnTo>
                    <a:pt x="2023" y="851"/>
                  </a:lnTo>
                  <a:lnTo>
                    <a:pt x="2023" y="852"/>
                  </a:lnTo>
                  <a:lnTo>
                    <a:pt x="2025" y="853"/>
                  </a:lnTo>
                  <a:lnTo>
                    <a:pt x="2025" y="851"/>
                  </a:lnTo>
                  <a:lnTo>
                    <a:pt x="2026" y="847"/>
                  </a:lnTo>
                  <a:lnTo>
                    <a:pt x="2027" y="843"/>
                  </a:lnTo>
                  <a:lnTo>
                    <a:pt x="2028" y="837"/>
                  </a:lnTo>
                  <a:lnTo>
                    <a:pt x="2029" y="831"/>
                  </a:lnTo>
                  <a:lnTo>
                    <a:pt x="2030" y="829"/>
                  </a:lnTo>
                  <a:lnTo>
                    <a:pt x="2031" y="829"/>
                  </a:lnTo>
                  <a:lnTo>
                    <a:pt x="2032" y="828"/>
                  </a:lnTo>
                  <a:lnTo>
                    <a:pt x="2033" y="827"/>
                  </a:lnTo>
                  <a:lnTo>
                    <a:pt x="2034" y="826"/>
                  </a:lnTo>
                  <a:lnTo>
                    <a:pt x="2035" y="824"/>
                  </a:lnTo>
                  <a:lnTo>
                    <a:pt x="2035" y="823"/>
                  </a:lnTo>
                  <a:lnTo>
                    <a:pt x="2037" y="822"/>
                  </a:lnTo>
                  <a:lnTo>
                    <a:pt x="2037" y="823"/>
                  </a:lnTo>
                  <a:lnTo>
                    <a:pt x="2038" y="823"/>
                  </a:lnTo>
                  <a:lnTo>
                    <a:pt x="2039" y="823"/>
                  </a:lnTo>
                  <a:lnTo>
                    <a:pt x="2040" y="824"/>
                  </a:lnTo>
                  <a:lnTo>
                    <a:pt x="2041" y="824"/>
                  </a:lnTo>
                  <a:lnTo>
                    <a:pt x="2042" y="824"/>
                  </a:lnTo>
                  <a:lnTo>
                    <a:pt x="2043" y="825"/>
                  </a:lnTo>
                  <a:lnTo>
                    <a:pt x="2044" y="825"/>
                  </a:lnTo>
                  <a:lnTo>
                    <a:pt x="2045" y="825"/>
                  </a:lnTo>
                  <a:lnTo>
                    <a:pt x="2046" y="826"/>
                  </a:lnTo>
                  <a:lnTo>
                    <a:pt x="2047" y="826"/>
                  </a:lnTo>
                  <a:lnTo>
                    <a:pt x="2048" y="827"/>
                  </a:lnTo>
                  <a:lnTo>
                    <a:pt x="2049" y="827"/>
                  </a:lnTo>
                  <a:lnTo>
                    <a:pt x="2049" y="827"/>
                  </a:lnTo>
                  <a:lnTo>
                    <a:pt x="2051" y="828"/>
                  </a:lnTo>
                  <a:lnTo>
                    <a:pt x="2051" y="828"/>
                  </a:lnTo>
                  <a:lnTo>
                    <a:pt x="2052" y="829"/>
                  </a:lnTo>
                  <a:lnTo>
                    <a:pt x="2053" y="829"/>
                  </a:lnTo>
                  <a:lnTo>
                    <a:pt x="2054" y="829"/>
                  </a:lnTo>
                  <a:lnTo>
                    <a:pt x="2055" y="829"/>
                  </a:lnTo>
                  <a:lnTo>
                    <a:pt x="2056" y="830"/>
                  </a:lnTo>
                  <a:lnTo>
                    <a:pt x="2057" y="830"/>
                  </a:lnTo>
                  <a:lnTo>
                    <a:pt x="2058" y="830"/>
                  </a:lnTo>
                  <a:lnTo>
                    <a:pt x="2059" y="830"/>
                  </a:lnTo>
                  <a:lnTo>
                    <a:pt x="2060" y="830"/>
                  </a:lnTo>
                  <a:lnTo>
                    <a:pt x="2061" y="830"/>
                  </a:lnTo>
                  <a:lnTo>
                    <a:pt x="2061" y="830"/>
                  </a:lnTo>
                  <a:lnTo>
                    <a:pt x="2063" y="830"/>
                  </a:lnTo>
                  <a:lnTo>
                    <a:pt x="2063" y="830"/>
                  </a:lnTo>
                  <a:lnTo>
                    <a:pt x="2064" y="830"/>
                  </a:lnTo>
                  <a:lnTo>
                    <a:pt x="2065" y="830"/>
                  </a:lnTo>
                  <a:lnTo>
                    <a:pt x="2066" y="831"/>
                  </a:lnTo>
                  <a:lnTo>
                    <a:pt x="2067" y="831"/>
                  </a:lnTo>
                  <a:lnTo>
                    <a:pt x="2068" y="831"/>
                  </a:lnTo>
                  <a:lnTo>
                    <a:pt x="2069" y="831"/>
                  </a:lnTo>
                  <a:lnTo>
                    <a:pt x="2070" y="831"/>
                  </a:lnTo>
                  <a:lnTo>
                    <a:pt x="2071" y="831"/>
                  </a:lnTo>
                  <a:lnTo>
                    <a:pt x="2072" y="831"/>
                  </a:lnTo>
                  <a:lnTo>
                    <a:pt x="2073" y="830"/>
                  </a:lnTo>
                  <a:lnTo>
                    <a:pt x="2073" y="830"/>
                  </a:lnTo>
                  <a:lnTo>
                    <a:pt x="2075" y="830"/>
                  </a:lnTo>
                  <a:lnTo>
                    <a:pt x="2075" y="830"/>
                  </a:lnTo>
                  <a:lnTo>
                    <a:pt x="2076" y="829"/>
                  </a:lnTo>
                  <a:lnTo>
                    <a:pt x="2077" y="829"/>
                  </a:lnTo>
                  <a:lnTo>
                    <a:pt x="2078" y="829"/>
                  </a:lnTo>
                  <a:lnTo>
                    <a:pt x="2079" y="828"/>
                  </a:lnTo>
                  <a:lnTo>
                    <a:pt x="2080" y="828"/>
                  </a:lnTo>
                  <a:lnTo>
                    <a:pt x="2081" y="827"/>
                  </a:lnTo>
                  <a:lnTo>
                    <a:pt x="2082" y="827"/>
                  </a:lnTo>
                  <a:lnTo>
                    <a:pt x="2083" y="827"/>
                  </a:lnTo>
                  <a:lnTo>
                    <a:pt x="2084" y="825"/>
                  </a:lnTo>
                  <a:lnTo>
                    <a:pt x="2085" y="825"/>
                  </a:lnTo>
                  <a:lnTo>
                    <a:pt x="2086" y="824"/>
                  </a:lnTo>
                  <a:lnTo>
                    <a:pt x="2087" y="824"/>
                  </a:lnTo>
                  <a:lnTo>
                    <a:pt x="2088" y="823"/>
                  </a:lnTo>
                  <a:lnTo>
                    <a:pt x="2088" y="823"/>
                  </a:lnTo>
                  <a:lnTo>
                    <a:pt x="2090" y="822"/>
                  </a:lnTo>
                  <a:lnTo>
                    <a:pt x="2090" y="822"/>
                  </a:lnTo>
                  <a:lnTo>
                    <a:pt x="2091" y="822"/>
                  </a:lnTo>
                  <a:lnTo>
                    <a:pt x="2092" y="822"/>
                  </a:lnTo>
                  <a:lnTo>
                    <a:pt x="2093" y="822"/>
                  </a:lnTo>
                  <a:lnTo>
                    <a:pt x="2094" y="822"/>
                  </a:lnTo>
                  <a:lnTo>
                    <a:pt x="2095" y="822"/>
                  </a:lnTo>
                  <a:lnTo>
                    <a:pt x="2096" y="823"/>
                  </a:lnTo>
                  <a:lnTo>
                    <a:pt x="2097" y="823"/>
                  </a:lnTo>
                  <a:lnTo>
                    <a:pt x="2098" y="823"/>
                  </a:lnTo>
                  <a:lnTo>
                    <a:pt x="2099" y="823"/>
                  </a:lnTo>
                  <a:lnTo>
                    <a:pt x="2100" y="823"/>
                  </a:lnTo>
                  <a:lnTo>
                    <a:pt x="2101" y="823"/>
                  </a:lnTo>
                  <a:lnTo>
                    <a:pt x="2102" y="823"/>
                  </a:lnTo>
                  <a:lnTo>
                    <a:pt x="2102" y="823"/>
                  </a:lnTo>
                  <a:lnTo>
                    <a:pt x="2103" y="823"/>
                  </a:lnTo>
                  <a:lnTo>
                    <a:pt x="2104" y="823"/>
                  </a:lnTo>
                  <a:lnTo>
                    <a:pt x="2105" y="823"/>
                  </a:lnTo>
                  <a:lnTo>
                    <a:pt x="2106" y="823"/>
                  </a:lnTo>
                  <a:lnTo>
                    <a:pt x="2107" y="823"/>
                  </a:lnTo>
                  <a:lnTo>
                    <a:pt x="2108" y="822"/>
                  </a:lnTo>
                  <a:lnTo>
                    <a:pt x="2109" y="822"/>
                  </a:lnTo>
                  <a:lnTo>
                    <a:pt x="2110" y="822"/>
                  </a:lnTo>
                  <a:lnTo>
                    <a:pt x="2111" y="821"/>
                  </a:lnTo>
                  <a:lnTo>
                    <a:pt x="2112" y="821"/>
                  </a:lnTo>
                  <a:lnTo>
                    <a:pt x="2113" y="821"/>
                  </a:lnTo>
                  <a:lnTo>
                    <a:pt x="2114" y="821"/>
                  </a:lnTo>
                  <a:lnTo>
                    <a:pt x="2114" y="821"/>
                  </a:lnTo>
                  <a:lnTo>
                    <a:pt x="2116" y="821"/>
                  </a:lnTo>
                  <a:lnTo>
                    <a:pt x="2116" y="821"/>
                  </a:lnTo>
                  <a:lnTo>
                    <a:pt x="2117" y="821"/>
                  </a:lnTo>
                  <a:lnTo>
                    <a:pt x="2118" y="821"/>
                  </a:lnTo>
                  <a:lnTo>
                    <a:pt x="2119" y="821"/>
                  </a:lnTo>
                  <a:lnTo>
                    <a:pt x="2120" y="821"/>
                  </a:lnTo>
                  <a:lnTo>
                    <a:pt x="2121" y="821"/>
                  </a:lnTo>
                  <a:lnTo>
                    <a:pt x="2122" y="821"/>
                  </a:lnTo>
                  <a:lnTo>
                    <a:pt x="2123" y="821"/>
                  </a:lnTo>
                  <a:lnTo>
                    <a:pt x="2124" y="821"/>
                  </a:lnTo>
                  <a:lnTo>
                    <a:pt x="2125" y="821"/>
                  </a:lnTo>
                  <a:lnTo>
                    <a:pt x="2126" y="820"/>
                  </a:lnTo>
                  <a:lnTo>
                    <a:pt x="2126" y="821"/>
                  </a:lnTo>
                  <a:lnTo>
                    <a:pt x="2128" y="821"/>
                  </a:lnTo>
                  <a:lnTo>
                    <a:pt x="2128" y="821"/>
                  </a:lnTo>
                  <a:lnTo>
                    <a:pt x="2129" y="821"/>
                  </a:lnTo>
                  <a:lnTo>
                    <a:pt x="2130" y="820"/>
                  </a:lnTo>
                  <a:lnTo>
                    <a:pt x="2131" y="820"/>
                  </a:lnTo>
                  <a:lnTo>
                    <a:pt x="2132" y="820"/>
                  </a:lnTo>
                  <a:lnTo>
                    <a:pt x="2133" y="820"/>
                  </a:lnTo>
                  <a:lnTo>
                    <a:pt x="2134" y="819"/>
                  </a:lnTo>
                  <a:lnTo>
                    <a:pt x="2135" y="819"/>
                  </a:lnTo>
                  <a:lnTo>
                    <a:pt x="2136" y="819"/>
                  </a:lnTo>
                  <a:lnTo>
                    <a:pt x="2137" y="819"/>
                  </a:lnTo>
                  <a:lnTo>
                    <a:pt x="2138" y="819"/>
                  </a:lnTo>
                  <a:lnTo>
                    <a:pt x="2138" y="819"/>
                  </a:lnTo>
                  <a:lnTo>
                    <a:pt x="2140" y="819"/>
                  </a:lnTo>
                  <a:lnTo>
                    <a:pt x="2140" y="819"/>
                  </a:lnTo>
                  <a:lnTo>
                    <a:pt x="2141" y="819"/>
                  </a:lnTo>
                  <a:lnTo>
                    <a:pt x="2142" y="819"/>
                  </a:lnTo>
                  <a:lnTo>
                    <a:pt x="2143" y="819"/>
                  </a:lnTo>
                  <a:lnTo>
                    <a:pt x="2144" y="819"/>
                  </a:lnTo>
                  <a:lnTo>
                    <a:pt x="2145" y="819"/>
                  </a:lnTo>
                  <a:lnTo>
                    <a:pt x="2146" y="819"/>
                  </a:lnTo>
                  <a:lnTo>
                    <a:pt x="2147" y="819"/>
                  </a:lnTo>
                  <a:lnTo>
                    <a:pt x="2148" y="819"/>
                  </a:lnTo>
                  <a:lnTo>
                    <a:pt x="2149" y="819"/>
                  </a:lnTo>
                  <a:lnTo>
                    <a:pt x="2150" y="817"/>
                  </a:lnTo>
                  <a:lnTo>
                    <a:pt x="2150" y="804"/>
                  </a:lnTo>
                  <a:lnTo>
                    <a:pt x="2152" y="821"/>
                  </a:lnTo>
                  <a:lnTo>
                    <a:pt x="2152" y="822"/>
                  </a:lnTo>
                  <a:lnTo>
                    <a:pt x="2153" y="820"/>
                  </a:lnTo>
                  <a:lnTo>
                    <a:pt x="2154" y="818"/>
                  </a:lnTo>
                  <a:lnTo>
                    <a:pt x="2155" y="815"/>
                  </a:lnTo>
                  <a:lnTo>
                    <a:pt x="2156" y="813"/>
                  </a:lnTo>
                  <a:lnTo>
                    <a:pt x="2157" y="809"/>
                  </a:lnTo>
                  <a:lnTo>
                    <a:pt x="2158" y="806"/>
                  </a:lnTo>
                  <a:lnTo>
                    <a:pt x="2159" y="803"/>
                  </a:lnTo>
                  <a:lnTo>
                    <a:pt x="2160" y="800"/>
                  </a:lnTo>
                  <a:lnTo>
                    <a:pt x="2161" y="797"/>
                  </a:lnTo>
                  <a:lnTo>
                    <a:pt x="2162" y="793"/>
                  </a:lnTo>
                  <a:lnTo>
                    <a:pt x="2163" y="790"/>
                  </a:lnTo>
                  <a:lnTo>
                    <a:pt x="2164" y="787"/>
                  </a:lnTo>
                  <a:lnTo>
                    <a:pt x="2164" y="797"/>
                  </a:lnTo>
                  <a:lnTo>
                    <a:pt x="2166" y="816"/>
                  </a:lnTo>
                  <a:lnTo>
                    <a:pt x="2166" y="823"/>
                  </a:lnTo>
                  <a:lnTo>
                    <a:pt x="2167" y="827"/>
                  </a:lnTo>
                  <a:lnTo>
                    <a:pt x="2168" y="827"/>
                  </a:lnTo>
                  <a:lnTo>
                    <a:pt x="2169" y="827"/>
                  </a:lnTo>
                  <a:lnTo>
                    <a:pt x="2170" y="827"/>
                  </a:lnTo>
                  <a:lnTo>
                    <a:pt x="2171" y="827"/>
                  </a:lnTo>
                  <a:lnTo>
                    <a:pt x="2172" y="827"/>
                  </a:lnTo>
                  <a:lnTo>
                    <a:pt x="2173" y="827"/>
                  </a:lnTo>
                  <a:lnTo>
                    <a:pt x="2174" y="826"/>
                  </a:lnTo>
                  <a:lnTo>
                    <a:pt x="2175" y="826"/>
                  </a:lnTo>
                  <a:lnTo>
                    <a:pt x="2176" y="826"/>
                  </a:lnTo>
                  <a:lnTo>
                    <a:pt x="2176" y="826"/>
                  </a:lnTo>
                  <a:lnTo>
                    <a:pt x="2178" y="827"/>
                  </a:lnTo>
                  <a:lnTo>
                    <a:pt x="2178" y="830"/>
                  </a:lnTo>
                  <a:lnTo>
                    <a:pt x="2179" y="833"/>
                  </a:lnTo>
                  <a:lnTo>
                    <a:pt x="2180" y="835"/>
                  </a:lnTo>
                  <a:lnTo>
                    <a:pt x="2181" y="836"/>
                  </a:lnTo>
                  <a:lnTo>
                    <a:pt x="2182" y="837"/>
                  </a:lnTo>
                  <a:lnTo>
                    <a:pt x="2183" y="837"/>
                  </a:lnTo>
                  <a:lnTo>
                    <a:pt x="2184" y="837"/>
                  </a:lnTo>
                  <a:lnTo>
                    <a:pt x="2185" y="837"/>
                  </a:lnTo>
                  <a:lnTo>
                    <a:pt x="2186" y="836"/>
                  </a:lnTo>
                  <a:lnTo>
                    <a:pt x="2187" y="836"/>
                  </a:lnTo>
                  <a:lnTo>
                    <a:pt x="2188" y="835"/>
                  </a:lnTo>
                  <a:lnTo>
                    <a:pt x="2188" y="835"/>
                  </a:lnTo>
                  <a:lnTo>
                    <a:pt x="2190" y="835"/>
                  </a:lnTo>
                  <a:lnTo>
                    <a:pt x="2190" y="835"/>
                  </a:lnTo>
                  <a:lnTo>
                    <a:pt x="2191" y="834"/>
                  </a:lnTo>
                  <a:lnTo>
                    <a:pt x="2192" y="833"/>
                  </a:lnTo>
                  <a:lnTo>
                    <a:pt x="2193" y="830"/>
                  </a:lnTo>
                  <a:lnTo>
                    <a:pt x="2194" y="813"/>
                  </a:lnTo>
                  <a:lnTo>
                    <a:pt x="2195" y="824"/>
                  </a:lnTo>
                  <a:lnTo>
                    <a:pt x="2196" y="831"/>
                  </a:lnTo>
                  <a:lnTo>
                    <a:pt x="2197" y="832"/>
                  </a:lnTo>
                  <a:lnTo>
                    <a:pt x="2198" y="833"/>
                  </a:lnTo>
                  <a:lnTo>
                    <a:pt x="2199" y="834"/>
                  </a:lnTo>
                  <a:lnTo>
                    <a:pt x="2200" y="836"/>
                  </a:lnTo>
                  <a:lnTo>
                    <a:pt x="2200" y="838"/>
                  </a:lnTo>
                  <a:lnTo>
                    <a:pt x="2202" y="840"/>
                  </a:lnTo>
                  <a:lnTo>
                    <a:pt x="2202" y="842"/>
                  </a:lnTo>
                  <a:lnTo>
                    <a:pt x="2203" y="844"/>
                  </a:lnTo>
                  <a:lnTo>
                    <a:pt x="2204" y="846"/>
                  </a:lnTo>
                  <a:lnTo>
                    <a:pt x="2205" y="848"/>
                  </a:lnTo>
                  <a:lnTo>
                    <a:pt x="2206" y="850"/>
                  </a:lnTo>
                  <a:lnTo>
                    <a:pt x="2207" y="851"/>
                  </a:lnTo>
                  <a:lnTo>
                    <a:pt x="2208" y="852"/>
                  </a:lnTo>
                  <a:lnTo>
                    <a:pt x="2209" y="853"/>
                  </a:lnTo>
                  <a:lnTo>
                    <a:pt x="2210" y="851"/>
                  </a:lnTo>
                  <a:lnTo>
                    <a:pt x="2211" y="847"/>
                  </a:lnTo>
                  <a:lnTo>
                    <a:pt x="2212" y="843"/>
                  </a:lnTo>
                  <a:lnTo>
                    <a:pt x="2213" y="837"/>
                  </a:lnTo>
                  <a:lnTo>
                    <a:pt x="2214" y="831"/>
                  </a:lnTo>
                  <a:lnTo>
                    <a:pt x="2214" y="829"/>
                  </a:lnTo>
                  <a:lnTo>
                    <a:pt x="2216" y="829"/>
                  </a:lnTo>
                  <a:lnTo>
                    <a:pt x="2216" y="828"/>
                  </a:lnTo>
                  <a:lnTo>
                    <a:pt x="2217" y="827"/>
                  </a:lnTo>
                  <a:lnTo>
                    <a:pt x="2218" y="826"/>
                  </a:lnTo>
                  <a:lnTo>
                    <a:pt x="2219" y="824"/>
                  </a:lnTo>
                  <a:lnTo>
                    <a:pt x="2220" y="823"/>
                  </a:lnTo>
                  <a:lnTo>
                    <a:pt x="2221" y="822"/>
                  </a:lnTo>
                  <a:lnTo>
                    <a:pt x="2222" y="823"/>
                  </a:lnTo>
                  <a:lnTo>
                    <a:pt x="2223" y="823"/>
                  </a:lnTo>
                  <a:lnTo>
                    <a:pt x="2224" y="823"/>
                  </a:lnTo>
                  <a:lnTo>
                    <a:pt x="2225" y="824"/>
                  </a:lnTo>
                  <a:lnTo>
                    <a:pt x="2226" y="824"/>
                  </a:lnTo>
                  <a:lnTo>
                    <a:pt x="2226" y="824"/>
                  </a:lnTo>
                  <a:lnTo>
                    <a:pt x="2228" y="825"/>
                  </a:lnTo>
                  <a:lnTo>
                    <a:pt x="2228" y="825"/>
                  </a:lnTo>
                  <a:lnTo>
                    <a:pt x="2229" y="825"/>
                  </a:lnTo>
                  <a:lnTo>
                    <a:pt x="2230" y="826"/>
                  </a:lnTo>
                  <a:lnTo>
                    <a:pt x="2231" y="826"/>
                  </a:lnTo>
                  <a:lnTo>
                    <a:pt x="2232" y="827"/>
                  </a:lnTo>
                  <a:lnTo>
                    <a:pt x="2233" y="827"/>
                  </a:lnTo>
                  <a:lnTo>
                    <a:pt x="2234" y="827"/>
                  </a:lnTo>
                  <a:lnTo>
                    <a:pt x="2235" y="828"/>
                  </a:lnTo>
                  <a:lnTo>
                    <a:pt x="2236" y="828"/>
                  </a:lnTo>
                  <a:lnTo>
                    <a:pt x="2237" y="829"/>
                  </a:lnTo>
                  <a:lnTo>
                    <a:pt x="2238" y="829"/>
                  </a:lnTo>
                  <a:lnTo>
                    <a:pt x="2238" y="829"/>
                  </a:lnTo>
                  <a:lnTo>
                    <a:pt x="2240" y="829"/>
                  </a:lnTo>
                  <a:lnTo>
                    <a:pt x="2240" y="830"/>
                  </a:lnTo>
                  <a:lnTo>
                    <a:pt x="2241" y="830"/>
                  </a:lnTo>
                  <a:lnTo>
                    <a:pt x="2242" y="830"/>
                  </a:lnTo>
                  <a:lnTo>
                    <a:pt x="2243" y="830"/>
                  </a:lnTo>
                  <a:lnTo>
                    <a:pt x="2244" y="830"/>
                  </a:lnTo>
                  <a:lnTo>
                    <a:pt x="2245" y="830"/>
                  </a:lnTo>
                  <a:lnTo>
                    <a:pt x="2246" y="830"/>
                  </a:lnTo>
                  <a:lnTo>
                    <a:pt x="2247" y="830"/>
                  </a:lnTo>
                  <a:lnTo>
                    <a:pt x="2248" y="830"/>
                  </a:lnTo>
                  <a:lnTo>
                    <a:pt x="2249" y="830"/>
                  </a:lnTo>
                  <a:lnTo>
                    <a:pt x="2250" y="830"/>
                  </a:lnTo>
                  <a:lnTo>
                    <a:pt x="2251" y="831"/>
                  </a:lnTo>
                  <a:lnTo>
                    <a:pt x="2252" y="831"/>
                  </a:lnTo>
                  <a:lnTo>
                    <a:pt x="2253" y="831"/>
                  </a:lnTo>
                  <a:lnTo>
                    <a:pt x="2253" y="831"/>
                  </a:lnTo>
                  <a:lnTo>
                    <a:pt x="2255" y="831"/>
                  </a:lnTo>
                  <a:lnTo>
                    <a:pt x="2255" y="831"/>
                  </a:lnTo>
                  <a:lnTo>
                    <a:pt x="2256" y="831"/>
                  </a:lnTo>
                  <a:lnTo>
                    <a:pt x="2257" y="830"/>
                  </a:lnTo>
                  <a:lnTo>
                    <a:pt x="2258" y="830"/>
                  </a:lnTo>
                  <a:lnTo>
                    <a:pt x="2259" y="830"/>
                  </a:lnTo>
                  <a:lnTo>
                    <a:pt x="2260" y="830"/>
                  </a:lnTo>
                  <a:lnTo>
                    <a:pt x="2261" y="829"/>
                  </a:lnTo>
                  <a:lnTo>
                    <a:pt x="2262" y="829"/>
                  </a:lnTo>
                  <a:lnTo>
                    <a:pt x="2263" y="829"/>
                  </a:lnTo>
                  <a:lnTo>
                    <a:pt x="2264" y="828"/>
                  </a:lnTo>
                  <a:lnTo>
                    <a:pt x="2265" y="828"/>
                  </a:lnTo>
                  <a:lnTo>
                    <a:pt x="2266" y="827"/>
                  </a:lnTo>
                  <a:lnTo>
                    <a:pt x="2267" y="827"/>
                  </a:lnTo>
                  <a:lnTo>
                    <a:pt x="2267" y="827"/>
                  </a:lnTo>
                  <a:lnTo>
                    <a:pt x="2268" y="825"/>
                  </a:lnTo>
                  <a:lnTo>
                    <a:pt x="2269" y="825"/>
                  </a:lnTo>
                  <a:lnTo>
                    <a:pt x="2270" y="824"/>
                  </a:lnTo>
                  <a:lnTo>
                    <a:pt x="2271" y="824"/>
                  </a:lnTo>
                  <a:lnTo>
                    <a:pt x="2272" y="823"/>
                  </a:lnTo>
                  <a:lnTo>
                    <a:pt x="2273" y="823"/>
                  </a:lnTo>
                  <a:lnTo>
                    <a:pt x="2274" y="822"/>
                  </a:lnTo>
                  <a:lnTo>
                    <a:pt x="2275" y="822"/>
                  </a:lnTo>
                  <a:lnTo>
                    <a:pt x="2276" y="822"/>
                  </a:lnTo>
                  <a:lnTo>
                    <a:pt x="2277" y="822"/>
                  </a:lnTo>
                  <a:lnTo>
                    <a:pt x="2278" y="822"/>
                  </a:lnTo>
                  <a:lnTo>
                    <a:pt x="2279" y="822"/>
                  </a:lnTo>
                  <a:lnTo>
                    <a:pt x="2279" y="822"/>
                  </a:lnTo>
                  <a:lnTo>
                    <a:pt x="2281" y="823"/>
                  </a:lnTo>
                  <a:lnTo>
                    <a:pt x="2281" y="823"/>
                  </a:lnTo>
                  <a:lnTo>
                    <a:pt x="2282" y="823"/>
                  </a:lnTo>
                  <a:lnTo>
                    <a:pt x="2283" y="823"/>
                  </a:lnTo>
                  <a:lnTo>
                    <a:pt x="2284" y="823"/>
                  </a:lnTo>
                  <a:lnTo>
                    <a:pt x="2285" y="823"/>
                  </a:lnTo>
                  <a:lnTo>
                    <a:pt x="2286" y="823"/>
                  </a:lnTo>
                  <a:lnTo>
                    <a:pt x="2287" y="823"/>
                  </a:lnTo>
                  <a:lnTo>
                    <a:pt x="2288" y="823"/>
                  </a:lnTo>
                  <a:lnTo>
                    <a:pt x="2289" y="823"/>
                  </a:lnTo>
                  <a:lnTo>
                    <a:pt x="2290" y="823"/>
                  </a:lnTo>
                  <a:lnTo>
                    <a:pt x="2291" y="823"/>
                  </a:lnTo>
                  <a:lnTo>
                    <a:pt x="2291" y="823"/>
                  </a:lnTo>
                  <a:lnTo>
                    <a:pt x="2293" y="822"/>
                  </a:lnTo>
                  <a:lnTo>
                    <a:pt x="2293" y="822"/>
                  </a:lnTo>
                  <a:lnTo>
                    <a:pt x="2294" y="822"/>
                  </a:lnTo>
                  <a:lnTo>
                    <a:pt x="2295" y="821"/>
                  </a:lnTo>
                  <a:lnTo>
                    <a:pt x="2296" y="821"/>
                  </a:lnTo>
                  <a:lnTo>
                    <a:pt x="2297" y="821"/>
                  </a:lnTo>
                  <a:lnTo>
                    <a:pt x="2298" y="821"/>
                  </a:lnTo>
                  <a:lnTo>
                    <a:pt x="2299" y="821"/>
                  </a:lnTo>
                  <a:lnTo>
                    <a:pt x="2300" y="821"/>
                  </a:lnTo>
                  <a:lnTo>
                    <a:pt x="2301" y="821"/>
                  </a:lnTo>
                  <a:lnTo>
                    <a:pt x="2302" y="821"/>
                  </a:lnTo>
                  <a:lnTo>
                    <a:pt x="2303" y="821"/>
                  </a:lnTo>
                  <a:lnTo>
                    <a:pt x="2303" y="821"/>
                  </a:lnTo>
                  <a:lnTo>
                    <a:pt x="2305" y="821"/>
                  </a:lnTo>
                  <a:lnTo>
                    <a:pt x="2305" y="821"/>
                  </a:lnTo>
                  <a:lnTo>
                    <a:pt x="2306" y="821"/>
                  </a:lnTo>
                  <a:lnTo>
                    <a:pt x="2307" y="821"/>
                  </a:lnTo>
                  <a:lnTo>
                    <a:pt x="2308" y="821"/>
                  </a:lnTo>
                  <a:lnTo>
                    <a:pt x="2309" y="821"/>
                  </a:lnTo>
                  <a:lnTo>
                    <a:pt x="2310" y="820"/>
                  </a:lnTo>
                  <a:lnTo>
                    <a:pt x="2311" y="821"/>
                  </a:lnTo>
                  <a:lnTo>
                    <a:pt x="2312" y="821"/>
                  </a:lnTo>
                  <a:lnTo>
                    <a:pt x="2313" y="821"/>
                  </a:lnTo>
                  <a:lnTo>
                    <a:pt x="2314" y="821"/>
                  </a:lnTo>
                  <a:lnTo>
                    <a:pt x="2315" y="820"/>
                  </a:lnTo>
                  <a:lnTo>
                    <a:pt x="2316" y="820"/>
                  </a:lnTo>
                  <a:lnTo>
                    <a:pt x="2317" y="820"/>
                  </a:lnTo>
                  <a:lnTo>
                    <a:pt x="2317" y="820"/>
                  </a:lnTo>
                  <a:lnTo>
                    <a:pt x="2318" y="819"/>
                  </a:lnTo>
                  <a:lnTo>
                    <a:pt x="2319" y="819"/>
                  </a:lnTo>
                  <a:lnTo>
                    <a:pt x="2320" y="819"/>
                  </a:lnTo>
                  <a:lnTo>
                    <a:pt x="2321" y="819"/>
                  </a:lnTo>
                  <a:lnTo>
                    <a:pt x="2322" y="819"/>
                  </a:lnTo>
                  <a:lnTo>
                    <a:pt x="2323" y="819"/>
                  </a:lnTo>
                  <a:lnTo>
                    <a:pt x="2324" y="819"/>
                  </a:lnTo>
                  <a:lnTo>
                    <a:pt x="2325" y="819"/>
                  </a:lnTo>
                  <a:lnTo>
                    <a:pt x="2326" y="819"/>
                  </a:lnTo>
                  <a:lnTo>
                    <a:pt x="2327" y="819"/>
                  </a:lnTo>
                  <a:lnTo>
                    <a:pt x="2328" y="819"/>
                  </a:lnTo>
                  <a:lnTo>
                    <a:pt x="2329" y="819"/>
                  </a:lnTo>
                  <a:lnTo>
                    <a:pt x="2329" y="819"/>
                  </a:lnTo>
                  <a:lnTo>
                    <a:pt x="2331" y="819"/>
                  </a:lnTo>
                  <a:lnTo>
                    <a:pt x="2331" y="819"/>
                  </a:lnTo>
                  <a:lnTo>
                    <a:pt x="2332" y="819"/>
                  </a:lnTo>
                  <a:lnTo>
                    <a:pt x="2333" y="819"/>
                  </a:lnTo>
                  <a:lnTo>
                    <a:pt x="2334" y="817"/>
                  </a:lnTo>
                  <a:lnTo>
                    <a:pt x="2335" y="804"/>
                  </a:lnTo>
                  <a:lnTo>
                    <a:pt x="2336" y="816"/>
                  </a:lnTo>
                  <a:lnTo>
                    <a:pt x="2337" y="821"/>
                  </a:lnTo>
                  <a:lnTo>
                    <a:pt x="2338" y="822"/>
                  </a:lnTo>
                  <a:lnTo>
                    <a:pt x="2339" y="820"/>
                  </a:lnTo>
                  <a:lnTo>
                    <a:pt x="2340" y="818"/>
                  </a:lnTo>
                  <a:lnTo>
                    <a:pt x="2341" y="815"/>
                  </a:lnTo>
                  <a:lnTo>
                    <a:pt x="2341" y="813"/>
                  </a:lnTo>
                  <a:lnTo>
                    <a:pt x="2343" y="809"/>
                  </a:lnTo>
                  <a:lnTo>
                    <a:pt x="2343" y="806"/>
                  </a:lnTo>
                  <a:lnTo>
                    <a:pt x="2344" y="803"/>
                  </a:lnTo>
                  <a:lnTo>
                    <a:pt x="2345" y="800"/>
                  </a:lnTo>
                  <a:lnTo>
                    <a:pt x="2346" y="797"/>
                  </a:lnTo>
                  <a:lnTo>
                    <a:pt x="2347" y="795"/>
                  </a:lnTo>
                  <a:lnTo>
                    <a:pt x="2348" y="791"/>
                  </a:lnTo>
                  <a:lnTo>
                    <a:pt x="2349" y="789"/>
                  </a:lnTo>
                  <a:lnTo>
                    <a:pt x="2350" y="788"/>
                  </a:lnTo>
                  <a:lnTo>
                    <a:pt x="2351" y="789"/>
                  </a:lnTo>
                  <a:lnTo>
                    <a:pt x="2352" y="791"/>
                  </a:lnTo>
                  <a:lnTo>
                    <a:pt x="2353" y="794"/>
                  </a:lnTo>
                  <a:lnTo>
                    <a:pt x="2353" y="798"/>
                  </a:lnTo>
                  <a:lnTo>
                    <a:pt x="2355" y="808"/>
                  </a:lnTo>
                  <a:lnTo>
                    <a:pt x="2355" y="819"/>
                  </a:lnTo>
                  <a:lnTo>
                    <a:pt x="2356" y="824"/>
                  </a:lnTo>
                  <a:lnTo>
                    <a:pt x="2357" y="827"/>
                  </a:lnTo>
                  <a:lnTo>
                    <a:pt x="2358" y="829"/>
                  </a:lnTo>
                  <a:lnTo>
                    <a:pt x="2359" y="832"/>
                  </a:lnTo>
                  <a:lnTo>
                    <a:pt x="2360" y="837"/>
                  </a:lnTo>
                  <a:lnTo>
                    <a:pt x="2361" y="842"/>
                  </a:lnTo>
                  <a:lnTo>
                    <a:pt x="2362" y="845"/>
                  </a:lnTo>
                  <a:lnTo>
                    <a:pt x="2363" y="847"/>
                  </a:lnTo>
                  <a:lnTo>
                    <a:pt x="2364" y="848"/>
                  </a:lnTo>
                  <a:lnTo>
                    <a:pt x="2365" y="848"/>
                  </a:lnTo>
                  <a:lnTo>
                    <a:pt x="2365" y="848"/>
                  </a:lnTo>
                  <a:lnTo>
                    <a:pt x="2367" y="847"/>
                  </a:lnTo>
                  <a:lnTo>
                    <a:pt x="2367" y="848"/>
                  </a:lnTo>
                  <a:lnTo>
                    <a:pt x="2368" y="848"/>
                  </a:lnTo>
                  <a:lnTo>
                    <a:pt x="2369" y="847"/>
                  </a:lnTo>
                  <a:lnTo>
                    <a:pt x="2370" y="847"/>
                  </a:lnTo>
                  <a:lnTo>
                    <a:pt x="2371" y="847"/>
                  </a:lnTo>
                  <a:lnTo>
                    <a:pt x="2372" y="848"/>
                  </a:lnTo>
                  <a:lnTo>
                    <a:pt x="2373" y="848"/>
                  </a:lnTo>
                  <a:lnTo>
                    <a:pt x="2374" y="848"/>
                  </a:lnTo>
                  <a:lnTo>
                    <a:pt x="2375" y="849"/>
                  </a:lnTo>
                  <a:lnTo>
                    <a:pt x="2376" y="849"/>
                  </a:lnTo>
                  <a:lnTo>
                    <a:pt x="2377" y="849"/>
                  </a:lnTo>
                  <a:lnTo>
                    <a:pt x="2378" y="848"/>
                  </a:lnTo>
                  <a:lnTo>
                    <a:pt x="2379" y="835"/>
                  </a:lnTo>
                  <a:lnTo>
                    <a:pt x="2379" y="796"/>
                  </a:lnTo>
                  <a:lnTo>
                    <a:pt x="2381" y="775"/>
                  </a:lnTo>
                  <a:lnTo>
                    <a:pt x="2381" y="769"/>
                  </a:lnTo>
                  <a:lnTo>
                    <a:pt x="2382" y="757"/>
                  </a:lnTo>
                  <a:lnTo>
                    <a:pt x="2383" y="705"/>
                  </a:lnTo>
                  <a:lnTo>
                    <a:pt x="2384" y="686"/>
                  </a:lnTo>
                  <a:lnTo>
                    <a:pt x="2385" y="673"/>
                  </a:lnTo>
                  <a:lnTo>
                    <a:pt x="2386" y="671"/>
                  </a:lnTo>
                  <a:lnTo>
                    <a:pt x="2387" y="673"/>
                  </a:lnTo>
                  <a:lnTo>
                    <a:pt x="2388" y="675"/>
                  </a:lnTo>
                  <a:lnTo>
                    <a:pt x="2389" y="677"/>
                  </a:lnTo>
                  <a:lnTo>
                    <a:pt x="2390" y="680"/>
                  </a:lnTo>
                  <a:lnTo>
                    <a:pt x="2391" y="682"/>
                  </a:lnTo>
                  <a:lnTo>
                    <a:pt x="2391" y="685"/>
                  </a:lnTo>
                  <a:lnTo>
                    <a:pt x="2393" y="689"/>
                  </a:lnTo>
                  <a:lnTo>
                    <a:pt x="2393" y="692"/>
                  </a:lnTo>
                  <a:lnTo>
                    <a:pt x="2394" y="696"/>
                  </a:lnTo>
                  <a:lnTo>
                    <a:pt x="2395" y="700"/>
                  </a:lnTo>
                  <a:lnTo>
                    <a:pt x="2396" y="703"/>
                  </a:lnTo>
                  <a:lnTo>
                    <a:pt x="2397" y="707"/>
                  </a:lnTo>
                  <a:lnTo>
                    <a:pt x="2398" y="709"/>
                  </a:lnTo>
                  <a:lnTo>
                    <a:pt x="2399" y="712"/>
                  </a:lnTo>
                  <a:lnTo>
                    <a:pt x="2400" y="715"/>
                  </a:lnTo>
                  <a:lnTo>
                    <a:pt x="2401" y="717"/>
                  </a:lnTo>
                  <a:lnTo>
                    <a:pt x="2402" y="719"/>
                  </a:lnTo>
                  <a:lnTo>
                    <a:pt x="2403" y="721"/>
                  </a:lnTo>
                  <a:lnTo>
                    <a:pt x="2403" y="723"/>
                  </a:lnTo>
                  <a:lnTo>
                    <a:pt x="2405" y="725"/>
                  </a:lnTo>
                  <a:lnTo>
                    <a:pt x="2405" y="728"/>
                  </a:lnTo>
                  <a:lnTo>
                    <a:pt x="2406" y="730"/>
                  </a:lnTo>
                  <a:lnTo>
                    <a:pt x="2407" y="731"/>
                  </a:lnTo>
                  <a:lnTo>
                    <a:pt x="2408" y="732"/>
                  </a:lnTo>
                  <a:lnTo>
                    <a:pt x="2409" y="733"/>
                  </a:lnTo>
                  <a:lnTo>
                    <a:pt x="2410" y="734"/>
                  </a:lnTo>
                  <a:lnTo>
                    <a:pt x="2411" y="735"/>
                  </a:lnTo>
                  <a:lnTo>
                    <a:pt x="2412" y="735"/>
                  </a:lnTo>
                  <a:lnTo>
                    <a:pt x="2413" y="735"/>
                  </a:lnTo>
                  <a:lnTo>
                    <a:pt x="2414" y="735"/>
                  </a:lnTo>
                  <a:lnTo>
                    <a:pt x="2415" y="734"/>
                  </a:lnTo>
                  <a:lnTo>
                    <a:pt x="2416" y="733"/>
                  </a:lnTo>
                  <a:lnTo>
                    <a:pt x="2417" y="732"/>
                  </a:lnTo>
                  <a:lnTo>
                    <a:pt x="2418" y="732"/>
                  </a:lnTo>
                  <a:lnTo>
                    <a:pt x="2418" y="731"/>
                  </a:lnTo>
                  <a:lnTo>
                    <a:pt x="2420" y="731"/>
                  </a:lnTo>
                  <a:lnTo>
                    <a:pt x="2420" y="730"/>
                  </a:lnTo>
                  <a:lnTo>
                    <a:pt x="2421" y="729"/>
                  </a:lnTo>
                  <a:lnTo>
                    <a:pt x="2422" y="729"/>
                  </a:lnTo>
                  <a:lnTo>
                    <a:pt x="2423" y="727"/>
                  </a:lnTo>
                  <a:lnTo>
                    <a:pt x="2424" y="725"/>
                  </a:lnTo>
                  <a:lnTo>
                    <a:pt x="2425" y="723"/>
                  </a:lnTo>
                  <a:lnTo>
                    <a:pt x="2426" y="722"/>
                  </a:lnTo>
                  <a:lnTo>
                    <a:pt x="2427" y="720"/>
                  </a:lnTo>
                  <a:lnTo>
                    <a:pt x="2428" y="719"/>
                  </a:lnTo>
                  <a:lnTo>
                    <a:pt x="2429" y="717"/>
                  </a:lnTo>
                  <a:lnTo>
                    <a:pt x="2430" y="716"/>
                  </a:lnTo>
                  <a:lnTo>
                    <a:pt x="2431" y="715"/>
                  </a:lnTo>
                  <a:lnTo>
                    <a:pt x="2432" y="714"/>
                  </a:lnTo>
                  <a:lnTo>
                    <a:pt x="2432" y="715"/>
                  </a:lnTo>
                  <a:lnTo>
                    <a:pt x="2433" y="716"/>
                  </a:lnTo>
                  <a:lnTo>
                    <a:pt x="2434" y="716"/>
                  </a:lnTo>
                  <a:lnTo>
                    <a:pt x="2435" y="717"/>
                  </a:lnTo>
                  <a:lnTo>
                    <a:pt x="2436" y="717"/>
                  </a:lnTo>
                  <a:lnTo>
                    <a:pt x="2437" y="718"/>
                  </a:lnTo>
                  <a:lnTo>
                    <a:pt x="2438" y="719"/>
                  </a:lnTo>
                  <a:lnTo>
                    <a:pt x="2439" y="720"/>
                  </a:lnTo>
                  <a:lnTo>
                    <a:pt x="2440" y="721"/>
                  </a:lnTo>
                  <a:lnTo>
                    <a:pt x="2441" y="722"/>
                  </a:lnTo>
                  <a:lnTo>
                    <a:pt x="2442" y="723"/>
                  </a:lnTo>
                  <a:lnTo>
                    <a:pt x="2443" y="724"/>
                  </a:lnTo>
                  <a:lnTo>
                    <a:pt x="2444" y="725"/>
                  </a:lnTo>
                  <a:lnTo>
                    <a:pt x="2444" y="726"/>
                  </a:lnTo>
                  <a:lnTo>
                    <a:pt x="2446" y="727"/>
                  </a:lnTo>
                  <a:lnTo>
                    <a:pt x="2446" y="728"/>
                  </a:lnTo>
                  <a:lnTo>
                    <a:pt x="2447" y="729"/>
                  </a:lnTo>
                  <a:lnTo>
                    <a:pt x="2448" y="730"/>
                  </a:lnTo>
                  <a:lnTo>
                    <a:pt x="2449" y="731"/>
                  </a:lnTo>
                  <a:lnTo>
                    <a:pt x="2450" y="732"/>
                  </a:lnTo>
                  <a:lnTo>
                    <a:pt x="2451" y="733"/>
                  </a:lnTo>
                  <a:lnTo>
                    <a:pt x="2452" y="734"/>
                  </a:lnTo>
                  <a:lnTo>
                    <a:pt x="2453" y="734"/>
                  </a:lnTo>
                  <a:lnTo>
                    <a:pt x="2454" y="735"/>
                  </a:lnTo>
                  <a:lnTo>
                    <a:pt x="2455" y="735"/>
                  </a:lnTo>
                  <a:lnTo>
                    <a:pt x="2456" y="736"/>
                  </a:lnTo>
                  <a:lnTo>
                    <a:pt x="2456" y="737"/>
                  </a:lnTo>
                  <a:lnTo>
                    <a:pt x="2458" y="737"/>
                  </a:lnTo>
                </a:path>
              </a:pathLst>
            </a:custGeom>
            <a:noFill/>
            <a:ln w="6350" cap="flat">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21">
              <a:extLst>
                <a:ext uri="{FF2B5EF4-FFF2-40B4-BE49-F238E27FC236}">
                  <a16:creationId xmlns:a16="http://schemas.microsoft.com/office/drawing/2014/main" id="{3D12652F-E4CA-3DAF-6B4F-583BF85BA679}"/>
                </a:ext>
              </a:extLst>
            </p:cNvPr>
            <p:cNvSpPr>
              <a:spLocks/>
            </p:cNvSpPr>
            <p:nvPr/>
          </p:nvSpPr>
          <p:spPr bwMode="auto">
            <a:xfrm>
              <a:off x="1016000" y="2312754"/>
              <a:ext cx="9458035" cy="1423987"/>
            </a:xfrm>
            <a:custGeom>
              <a:avLst/>
              <a:gdLst>
                <a:gd name="T0" fmla="*/ 43 w 2781"/>
                <a:gd name="T1" fmla="*/ 509 h 897"/>
                <a:gd name="T2" fmla="*/ 86 w 2781"/>
                <a:gd name="T3" fmla="*/ 295 h 897"/>
                <a:gd name="T4" fmla="*/ 130 w 2781"/>
                <a:gd name="T5" fmla="*/ 577 h 897"/>
                <a:gd name="T6" fmla="*/ 173 w 2781"/>
                <a:gd name="T7" fmla="*/ 479 h 897"/>
                <a:gd name="T8" fmla="*/ 217 w 2781"/>
                <a:gd name="T9" fmla="*/ 544 h 897"/>
                <a:gd name="T10" fmla="*/ 260 w 2781"/>
                <a:gd name="T11" fmla="*/ 530 h 897"/>
                <a:gd name="T12" fmla="*/ 304 w 2781"/>
                <a:gd name="T13" fmla="*/ 579 h 897"/>
                <a:gd name="T14" fmla="*/ 347 w 2781"/>
                <a:gd name="T15" fmla="*/ 554 h 897"/>
                <a:gd name="T16" fmla="*/ 391 w 2781"/>
                <a:gd name="T17" fmla="*/ 497 h 897"/>
                <a:gd name="T18" fmla="*/ 435 w 2781"/>
                <a:gd name="T19" fmla="*/ 549 h 897"/>
                <a:gd name="T20" fmla="*/ 478 w 2781"/>
                <a:gd name="T21" fmla="*/ 332 h 897"/>
                <a:gd name="T22" fmla="*/ 522 w 2781"/>
                <a:gd name="T23" fmla="*/ 584 h 897"/>
                <a:gd name="T24" fmla="*/ 565 w 2781"/>
                <a:gd name="T25" fmla="*/ 472 h 897"/>
                <a:gd name="T26" fmla="*/ 609 w 2781"/>
                <a:gd name="T27" fmla="*/ 514 h 897"/>
                <a:gd name="T28" fmla="*/ 653 w 2781"/>
                <a:gd name="T29" fmla="*/ 512 h 897"/>
                <a:gd name="T30" fmla="*/ 696 w 2781"/>
                <a:gd name="T31" fmla="*/ 600 h 897"/>
                <a:gd name="T32" fmla="*/ 740 w 2781"/>
                <a:gd name="T33" fmla="*/ 567 h 897"/>
                <a:gd name="T34" fmla="*/ 783 w 2781"/>
                <a:gd name="T35" fmla="*/ 546 h 897"/>
                <a:gd name="T36" fmla="*/ 827 w 2781"/>
                <a:gd name="T37" fmla="*/ 570 h 897"/>
                <a:gd name="T38" fmla="*/ 870 w 2781"/>
                <a:gd name="T39" fmla="*/ 326 h 897"/>
                <a:gd name="T40" fmla="*/ 914 w 2781"/>
                <a:gd name="T41" fmla="*/ 649 h 897"/>
                <a:gd name="T42" fmla="*/ 958 w 2781"/>
                <a:gd name="T43" fmla="*/ 560 h 897"/>
                <a:gd name="T44" fmla="*/ 1001 w 2781"/>
                <a:gd name="T45" fmla="*/ 584 h 897"/>
                <a:gd name="T46" fmla="*/ 1045 w 2781"/>
                <a:gd name="T47" fmla="*/ 356 h 897"/>
                <a:gd name="T48" fmla="*/ 1088 w 2781"/>
                <a:gd name="T49" fmla="*/ 628 h 897"/>
                <a:gd name="T50" fmla="*/ 1132 w 2781"/>
                <a:gd name="T51" fmla="*/ 512 h 897"/>
                <a:gd name="T52" fmla="*/ 1175 w 2781"/>
                <a:gd name="T53" fmla="*/ 349 h 897"/>
                <a:gd name="T54" fmla="*/ 1219 w 2781"/>
                <a:gd name="T55" fmla="*/ 567 h 897"/>
                <a:gd name="T56" fmla="*/ 1263 w 2781"/>
                <a:gd name="T57" fmla="*/ 590 h 897"/>
                <a:gd name="T58" fmla="*/ 1306 w 2781"/>
                <a:gd name="T59" fmla="*/ 595 h 897"/>
                <a:gd name="T60" fmla="*/ 1350 w 2781"/>
                <a:gd name="T61" fmla="*/ 586 h 897"/>
                <a:gd name="T62" fmla="*/ 1393 w 2781"/>
                <a:gd name="T63" fmla="*/ 584 h 897"/>
                <a:gd name="T64" fmla="*/ 1437 w 2781"/>
                <a:gd name="T65" fmla="*/ 581 h 897"/>
                <a:gd name="T66" fmla="*/ 1480 w 2781"/>
                <a:gd name="T67" fmla="*/ 528 h 897"/>
                <a:gd name="T68" fmla="*/ 1524 w 2781"/>
                <a:gd name="T69" fmla="*/ 572 h 897"/>
                <a:gd name="T70" fmla="*/ 1568 w 2781"/>
                <a:gd name="T71" fmla="*/ 351 h 897"/>
                <a:gd name="T72" fmla="*/ 1611 w 2781"/>
                <a:gd name="T73" fmla="*/ 600 h 897"/>
                <a:gd name="T74" fmla="*/ 1655 w 2781"/>
                <a:gd name="T75" fmla="*/ 486 h 897"/>
                <a:gd name="T76" fmla="*/ 1698 w 2781"/>
                <a:gd name="T77" fmla="*/ 512 h 897"/>
                <a:gd name="T78" fmla="*/ 1742 w 2781"/>
                <a:gd name="T79" fmla="*/ 516 h 897"/>
                <a:gd name="T80" fmla="*/ 1786 w 2781"/>
                <a:gd name="T81" fmla="*/ 588 h 897"/>
                <a:gd name="T82" fmla="*/ 1829 w 2781"/>
                <a:gd name="T83" fmla="*/ 535 h 897"/>
                <a:gd name="T84" fmla="*/ 1872 w 2781"/>
                <a:gd name="T85" fmla="*/ 507 h 897"/>
                <a:gd name="T86" fmla="*/ 1916 w 2781"/>
                <a:gd name="T87" fmla="*/ 532 h 897"/>
                <a:gd name="T88" fmla="*/ 1960 w 2781"/>
                <a:gd name="T89" fmla="*/ 316 h 897"/>
                <a:gd name="T90" fmla="*/ 2003 w 2781"/>
                <a:gd name="T91" fmla="*/ 595 h 897"/>
                <a:gd name="T92" fmla="*/ 2047 w 2781"/>
                <a:gd name="T93" fmla="*/ 481 h 897"/>
                <a:gd name="T94" fmla="*/ 2090 w 2781"/>
                <a:gd name="T95" fmla="*/ 521 h 897"/>
                <a:gd name="T96" fmla="*/ 2134 w 2781"/>
                <a:gd name="T97" fmla="*/ 542 h 897"/>
                <a:gd name="T98" fmla="*/ 2178 w 2781"/>
                <a:gd name="T99" fmla="*/ 560 h 897"/>
                <a:gd name="T100" fmla="*/ 2221 w 2781"/>
                <a:gd name="T101" fmla="*/ 500 h 897"/>
                <a:gd name="T102" fmla="*/ 2265 w 2781"/>
                <a:gd name="T103" fmla="*/ 521 h 897"/>
                <a:gd name="T104" fmla="*/ 2308 w 2781"/>
                <a:gd name="T105" fmla="*/ 540 h 897"/>
                <a:gd name="T106" fmla="*/ 2352 w 2781"/>
                <a:gd name="T107" fmla="*/ 558 h 897"/>
                <a:gd name="T108" fmla="*/ 2395 w 2781"/>
                <a:gd name="T109" fmla="*/ 593 h 897"/>
                <a:gd name="T110" fmla="*/ 2439 w 2781"/>
                <a:gd name="T111" fmla="*/ 519 h 897"/>
                <a:gd name="T112" fmla="*/ 2482 w 2781"/>
                <a:gd name="T113" fmla="*/ 556 h 897"/>
                <a:gd name="T114" fmla="*/ 2526 w 2781"/>
                <a:gd name="T115" fmla="*/ 312 h 897"/>
                <a:gd name="T116" fmla="*/ 2570 w 2781"/>
                <a:gd name="T117" fmla="*/ 604 h 897"/>
                <a:gd name="T118" fmla="*/ 2613 w 2781"/>
                <a:gd name="T119" fmla="*/ 497 h 897"/>
                <a:gd name="T120" fmla="*/ 2657 w 2781"/>
                <a:gd name="T121" fmla="*/ 544 h 897"/>
                <a:gd name="T122" fmla="*/ 2700 w 2781"/>
                <a:gd name="T123" fmla="*/ 537 h 897"/>
                <a:gd name="T124" fmla="*/ 2744 w 2781"/>
                <a:gd name="T125" fmla="*/ 577 h 8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781" h="897">
                  <a:moveTo>
                    <a:pt x="0" y="488"/>
                  </a:moveTo>
                  <a:lnTo>
                    <a:pt x="1" y="488"/>
                  </a:lnTo>
                  <a:lnTo>
                    <a:pt x="2" y="491"/>
                  </a:lnTo>
                  <a:lnTo>
                    <a:pt x="3" y="497"/>
                  </a:lnTo>
                  <a:lnTo>
                    <a:pt x="4" y="495"/>
                  </a:lnTo>
                  <a:lnTo>
                    <a:pt x="5" y="484"/>
                  </a:lnTo>
                  <a:lnTo>
                    <a:pt x="5" y="484"/>
                  </a:lnTo>
                  <a:lnTo>
                    <a:pt x="7" y="491"/>
                  </a:lnTo>
                  <a:lnTo>
                    <a:pt x="7" y="502"/>
                  </a:lnTo>
                  <a:lnTo>
                    <a:pt x="8" y="495"/>
                  </a:lnTo>
                  <a:lnTo>
                    <a:pt x="9" y="491"/>
                  </a:lnTo>
                  <a:lnTo>
                    <a:pt x="10" y="497"/>
                  </a:lnTo>
                  <a:lnTo>
                    <a:pt x="11" y="497"/>
                  </a:lnTo>
                  <a:lnTo>
                    <a:pt x="12" y="497"/>
                  </a:lnTo>
                  <a:lnTo>
                    <a:pt x="13" y="497"/>
                  </a:lnTo>
                  <a:lnTo>
                    <a:pt x="14" y="507"/>
                  </a:lnTo>
                  <a:lnTo>
                    <a:pt x="15" y="509"/>
                  </a:lnTo>
                  <a:lnTo>
                    <a:pt x="16" y="495"/>
                  </a:lnTo>
                  <a:lnTo>
                    <a:pt x="17" y="493"/>
                  </a:lnTo>
                  <a:lnTo>
                    <a:pt x="17" y="497"/>
                  </a:lnTo>
                  <a:lnTo>
                    <a:pt x="19" y="509"/>
                  </a:lnTo>
                  <a:lnTo>
                    <a:pt x="19" y="516"/>
                  </a:lnTo>
                  <a:lnTo>
                    <a:pt x="20" y="512"/>
                  </a:lnTo>
                  <a:lnTo>
                    <a:pt x="21" y="509"/>
                  </a:lnTo>
                  <a:lnTo>
                    <a:pt x="22" y="509"/>
                  </a:lnTo>
                  <a:lnTo>
                    <a:pt x="23" y="516"/>
                  </a:lnTo>
                  <a:lnTo>
                    <a:pt x="24" y="516"/>
                  </a:lnTo>
                  <a:lnTo>
                    <a:pt x="25" y="509"/>
                  </a:lnTo>
                  <a:lnTo>
                    <a:pt x="26" y="509"/>
                  </a:lnTo>
                  <a:lnTo>
                    <a:pt x="27" y="505"/>
                  </a:lnTo>
                  <a:lnTo>
                    <a:pt x="28" y="505"/>
                  </a:lnTo>
                  <a:lnTo>
                    <a:pt x="29" y="514"/>
                  </a:lnTo>
                  <a:lnTo>
                    <a:pt x="30" y="516"/>
                  </a:lnTo>
                  <a:lnTo>
                    <a:pt x="31" y="514"/>
                  </a:lnTo>
                  <a:lnTo>
                    <a:pt x="31" y="512"/>
                  </a:lnTo>
                  <a:lnTo>
                    <a:pt x="32" y="514"/>
                  </a:lnTo>
                  <a:lnTo>
                    <a:pt x="33" y="519"/>
                  </a:lnTo>
                  <a:lnTo>
                    <a:pt x="34" y="507"/>
                  </a:lnTo>
                  <a:lnTo>
                    <a:pt x="35" y="507"/>
                  </a:lnTo>
                  <a:lnTo>
                    <a:pt x="36" y="514"/>
                  </a:lnTo>
                  <a:lnTo>
                    <a:pt x="37" y="526"/>
                  </a:lnTo>
                  <a:lnTo>
                    <a:pt x="38" y="523"/>
                  </a:lnTo>
                  <a:lnTo>
                    <a:pt x="39" y="509"/>
                  </a:lnTo>
                  <a:lnTo>
                    <a:pt x="40" y="505"/>
                  </a:lnTo>
                  <a:lnTo>
                    <a:pt x="41" y="509"/>
                  </a:lnTo>
                  <a:lnTo>
                    <a:pt x="42" y="519"/>
                  </a:lnTo>
                  <a:lnTo>
                    <a:pt x="43" y="509"/>
                  </a:lnTo>
                  <a:lnTo>
                    <a:pt x="43" y="509"/>
                  </a:lnTo>
                  <a:lnTo>
                    <a:pt x="45" y="507"/>
                  </a:lnTo>
                  <a:lnTo>
                    <a:pt x="45" y="509"/>
                  </a:lnTo>
                  <a:lnTo>
                    <a:pt x="46" y="512"/>
                  </a:lnTo>
                  <a:lnTo>
                    <a:pt x="47" y="512"/>
                  </a:lnTo>
                  <a:lnTo>
                    <a:pt x="48" y="505"/>
                  </a:lnTo>
                  <a:lnTo>
                    <a:pt x="49" y="507"/>
                  </a:lnTo>
                  <a:lnTo>
                    <a:pt x="50" y="512"/>
                  </a:lnTo>
                  <a:lnTo>
                    <a:pt x="51" y="514"/>
                  </a:lnTo>
                  <a:lnTo>
                    <a:pt x="52" y="507"/>
                  </a:lnTo>
                  <a:lnTo>
                    <a:pt x="53" y="516"/>
                  </a:lnTo>
                  <a:lnTo>
                    <a:pt x="54" y="519"/>
                  </a:lnTo>
                  <a:lnTo>
                    <a:pt x="55" y="514"/>
                  </a:lnTo>
                  <a:lnTo>
                    <a:pt x="55" y="507"/>
                  </a:lnTo>
                  <a:lnTo>
                    <a:pt x="57" y="509"/>
                  </a:lnTo>
                  <a:lnTo>
                    <a:pt x="57" y="512"/>
                  </a:lnTo>
                  <a:lnTo>
                    <a:pt x="58" y="509"/>
                  </a:lnTo>
                  <a:lnTo>
                    <a:pt x="59" y="500"/>
                  </a:lnTo>
                  <a:lnTo>
                    <a:pt x="60" y="500"/>
                  </a:lnTo>
                  <a:lnTo>
                    <a:pt x="61" y="509"/>
                  </a:lnTo>
                  <a:lnTo>
                    <a:pt x="62" y="507"/>
                  </a:lnTo>
                  <a:lnTo>
                    <a:pt x="63" y="502"/>
                  </a:lnTo>
                  <a:lnTo>
                    <a:pt x="64" y="500"/>
                  </a:lnTo>
                  <a:lnTo>
                    <a:pt x="65" y="500"/>
                  </a:lnTo>
                  <a:lnTo>
                    <a:pt x="66" y="500"/>
                  </a:lnTo>
                  <a:lnTo>
                    <a:pt x="67" y="495"/>
                  </a:lnTo>
                  <a:lnTo>
                    <a:pt x="67" y="493"/>
                  </a:lnTo>
                  <a:lnTo>
                    <a:pt x="69" y="493"/>
                  </a:lnTo>
                  <a:lnTo>
                    <a:pt x="69" y="477"/>
                  </a:lnTo>
                  <a:lnTo>
                    <a:pt x="70" y="467"/>
                  </a:lnTo>
                  <a:lnTo>
                    <a:pt x="71" y="409"/>
                  </a:lnTo>
                  <a:lnTo>
                    <a:pt x="72" y="293"/>
                  </a:lnTo>
                  <a:lnTo>
                    <a:pt x="73" y="59"/>
                  </a:lnTo>
                  <a:lnTo>
                    <a:pt x="74" y="21"/>
                  </a:lnTo>
                  <a:lnTo>
                    <a:pt x="75" y="202"/>
                  </a:lnTo>
                  <a:lnTo>
                    <a:pt x="76" y="298"/>
                  </a:lnTo>
                  <a:lnTo>
                    <a:pt x="77" y="298"/>
                  </a:lnTo>
                  <a:lnTo>
                    <a:pt x="78" y="279"/>
                  </a:lnTo>
                  <a:lnTo>
                    <a:pt x="79" y="274"/>
                  </a:lnTo>
                  <a:lnTo>
                    <a:pt x="80" y="272"/>
                  </a:lnTo>
                  <a:lnTo>
                    <a:pt x="81" y="270"/>
                  </a:lnTo>
                  <a:lnTo>
                    <a:pt x="81" y="263"/>
                  </a:lnTo>
                  <a:lnTo>
                    <a:pt x="82" y="272"/>
                  </a:lnTo>
                  <a:lnTo>
                    <a:pt x="83" y="286"/>
                  </a:lnTo>
                  <a:lnTo>
                    <a:pt x="84" y="288"/>
                  </a:lnTo>
                  <a:lnTo>
                    <a:pt x="85" y="291"/>
                  </a:lnTo>
                  <a:lnTo>
                    <a:pt x="86" y="295"/>
                  </a:lnTo>
                  <a:lnTo>
                    <a:pt x="87" y="307"/>
                  </a:lnTo>
                  <a:lnTo>
                    <a:pt x="88" y="332"/>
                  </a:lnTo>
                  <a:lnTo>
                    <a:pt x="89" y="370"/>
                  </a:lnTo>
                  <a:lnTo>
                    <a:pt x="90" y="416"/>
                  </a:lnTo>
                  <a:lnTo>
                    <a:pt x="91" y="456"/>
                  </a:lnTo>
                  <a:lnTo>
                    <a:pt x="92" y="493"/>
                  </a:lnTo>
                  <a:lnTo>
                    <a:pt x="93" y="560"/>
                  </a:lnTo>
                  <a:lnTo>
                    <a:pt x="93" y="579"/>
                  </a:lnTo>
                  <a:lnTo>
                    <a:pt x="95" y="635"/>
                  </a:lnTo>
                  <a:lnTo>
                    <a:pt x="95" y="618"/>
                  </a:lnTo>
                  <a:lnTo>
                    <a:pt x="96" y="602"/>
                  </a:lnTo>
                  <a:lnTo>
                    <a:pt x="97" y="595"/>
                  </a:lnTo>
                  <a:lnTo>
                    <a:pt x="98" y="609"/>
                  </a:lnTo>
                  <a:lnTo>
                    <a:pt x="99" y="618"/>
                  </a:lnTo>
                  <a:lnTo>
                    <a:pt x="100" y="632"/>
                  </a:lnTo>
                  <a:lnTo>
                    <a:pt x="101" y="616"/>
                  </a:lnTo>
                  <a:lnTo>
                    <a:pt x="102" y="598"/>
                  </a:lnTo>
                  <a:lnTo>
                    <a:pt x="103" y="590"/>
                  </a:lnTo>
                  <a:lnTo>
                    <a:pt x="104" y="586"/>
                  </a:lnTo>
                  <a:lnTo>
                    <a:pt x="105" y="581"/>
                  </a:lnTo>
                  <a:lnTo>
                    <a:pt x="105" y="574"/>
                  </a:lnTo>
                  <a:lnTo>
                    <a:pt x="107" y="565"/>
                  </a:lnTo>
                  <a:lnTo>
                    <a:pt x="107" y="570"/>
                  </a:lnTo>
                  <a:lnTo>
                    <a:pt x="108" y="572"/>
                  </a:lnTo>
                  <a:lnTo>
                    <a:pt x="110" y="572"/>
                  </a:lnTo>
                  <a:lnTo>
                    <a:pt x="110" y="579"/>
                  </a:lnTo>
                  <a:lnTo>
                    <a:pt x="111" y="577"/>
                  </a:lnTo>
                  <a:lnTo>
                    <a:pt x="112" y="567"/>
                  </a:lnTo>
                  <a:lnTo>
                    <a:pt x="113" y="565"/>
                  </a:lnTo>
                  <a:lnTo>
                    <a:pt x="114" y="560"/>
                  </a:lnTo>
                  <a:lnTo>
                    <a:pt x="115" y="563"/>
                  </a:lnTo>
                  <a:lnTo>
                    <a:pt x="116" y="558"/>
                  </a:lnTo>
                  <a:lnTo>
                    <a:pt x="117" y="556"/>
                  </a:lnTo>
                  <a:lnTo>
                    <a:pt x="118" y="554"/>
                  </a:lnTo>
                  <a:lnTo>
                    <a:pt x="119" y="556"/>
                  </a:lnTo>
                  <a:lnTo>
                    <a:pt x="120" y="560"/>
                  </a:lnTo>
                  <a:lnTo>
                    <a:pt x="120" y="558"/>
                  </a:lnTo>
                  <a:lnTo>
                    <a:pt x="122" y="558"/>
                  </a:lnTo>
                  <a:lnTo>
                    <a:pt x="122" y="563"/>
                  </a:lnTo>
                  <a:lnTo>
                    <a:pt x="123" y="567"/>
                  </a:lnTo>
                  <a:lnTo>
                    <a:pt x="124" y="565"/>
                  </a:lnTo>
                  <a:lnTo>
                    <a:pt x="125" y="563"/>
                  </a:lnTo>
                  <a:lnTo>
                    <a:pt x="126" y="567"/>
                  </a:lnTo>
                  <a:lnTo>
                    <a:pt x="127" y="579"/>
                  </a:lnTo>
                  <a:lnTo>
                    <a:pt x="128" y="577"/>
                  </a:lnTo>
                  <a:lnTo>
                    <a:pt x="129" y="572"/>
                  </a:lnTo>
                  <a:lnTo>
                    <a:pt x="130" y="577"/>
                  </a:lnTo>
                  <a:lnTo>
                    <a:pt x="131" y="581"/>
                  </a:lnTo>
                  <a:lnTo>
                    <a:pt x="132" y="574"/>
                  </a:lnTo>
                  <a:lnTo>
                    <a:pt x="132" y="572"/>
                  </a:lnTo>
                  <a:lnTo>
                    <a:pt x="134" y="572"/>
                  </a:lnTo>
                  <a:lnTo>
                    <a:pt x="134" y="577"/>
                  </a:lnTo>
                  <a:lnTo>
                    <a:pt x="135" y="579"/>
                  </a:lnTo>
                  <a:lnTo>
                    <a:pt x="136" y="572"/>
                  </a:lnTo>
                  <a:lnTo>
                    <a:pt x="137" y="570"/>
                  </a:lnTo>
                  <a:lnTo>
                    <a:pt x="138" y="572"/>
                  </a:lnTo>
                  <a:lnTo>
                    <a:pt x="139" y="572"/>
                  </a:lnTo>
                  <a:lnTo>
                    <a:pt x="140" y="565"/>
                  </a:lnTo>
                  <a:lnTo>
                    <a:pt x="141" y="556"/>
                  </a:lnTo>
                  <a:lnTo>
                    <a:pt x="142" y="556"/>
                  </a:lnTo>
                  <a:lnTo>
                    <a:pt x="143" y="558"/>
                  </a:lnTo>
                  <a:lnTo>
                    <a:pt x="144" y="546"/>
                  </a:lnTo>
                  <a:lnTo>
                    <a:pt x="145" y="532"/>
                  </a:lnTo>
                  <a:lnTo>
                    <a:pt x="146" y="530"/>
                  </a:lnTo>
                  <a:lnTo>
                    <a:pt x="146" y="528"/>
                  </a:lnTo>
                  <a:lnTo>
                    <a:pt x="148" y="516"/>
                  </a:lnTo>
                  <a:lnTo>
                    <a:pt x="148" y="509"/>
                  </a:lnTo>
                  <a:lnTo>
                    <a:pt x="149" y="500"/>
                  </a:lnTo>
                  <a:lnTo>
                    <a:pt x="150" y="505"/>
                  </a:lnTo>
                  <a:lnTo>
                    <a:pt x="151" y="493"/>
                  </a:lnTo>
                  <a:lnTo>
                    <a:pt x="152" y="481"/>
                  </a:lnTo>
                  <a:lnTo>
                    <a:pt x="153" y="474"/>
                  </a:lnTo>
                  <a:lnTo>
                    <a:pt x="154" y="472"/>
                  </a:lnTo>
                  <a:lnTo>
                    <a:pt x="155" y="467"/>
                  </a:lnTo>
                  <a:lnTo>
                    <a:pt x="156" y="460"/>
                  </a:lnTo>
                  <a:lnTo>
                    <a:pt x="157" y="456"/>
                  </a:lnTo>
                  <a:lnTo>
                    <a:pt x="158" y="458"/>
                  </a:lnTo>
                  <a:lnTo>
                    <a:pt x="158" y="453"/>
                  </a:lnTo>
                  <a:lnTo>
                    <a:pt x="160" y="449"/>
                  </a:lnTo>
                  <a:lnTo>
                    <a:pt x="160" y="447"/>
                  </a:lnTo>
                  <a:lnTo>
                    <a:pt x="161" y="453"/>
                  </a:lnTo>
                  <a:lnTo>
                    <a:pt x="162" y="458"/>
                  </a:lnTo>
                  <a:lnTo>
                    <a:pt x="163" y="456"/>
                  </a:lnTo>
                  <a:lnTo>
                    <a:pt x="164" y="451"/>
                  </a:lnTo>
                  <a:lnTo>
                    <a:pt x="165" y="456"/>
                  </a:lnTo>
                  <a:lnTo>
                    <a:pt x="166" y="465"/>
                  </a:lnTo>
                  <a:lnTo>
                    <a:pt x="167" y="463"/>
                  </a:lnTo>
                  <a:lnTo>
                    <a:pt x="168" y="460"/>
                  </a:lnTo>
                  <a:lnTo>
                    <a:pt x="169" y="470"/>
                  </a:lnTo>
                  <a:lnTo>
                    <a:pt x="170" y="477"/>
                  </a:lnTo>
                  <a:lnTo>
                    <a:pt x="170" y="472"/>
                  </a:lnTo>
                  <a:lnTo>
                    <a:pt x="172" y="477"/>
                  </a:lnTo>
                  <a:lnTo>
                    <a:pt x="172" y="472"/>
                  </a:lnTo>
                  <a:lnTo>
                    <a:pt x="173" y="479"/>
                  </a:lnTo>
                  <a:lnTo>
                    <a:pt x="174" y="477"/>
                  </a:lnTo>
                  <a:lnTo>
                    <a:pt x="175" y="472"/>
                  </a:lnTo>
                  <a:lnTo>
                    <a:pt x="176" y="477"/>
                  </a:lnTo>
                  <a:lnTo>
                    <a:pt x="177" y="477"/>
                  </a:lnTo>
                  <a:lnTo>
                    <a:pt x="178" y="481"/>
                  </a:lnTo>
                  <a:lnTo>
                    <a:pt x="179" y="484"/>
                  </a:lnTo>
                  <a:lnTo>
                    <a:pt x="180" y="486"/>
                  </a:lnTo>
                  <a:lnTo>
                    <a:pt x="181" y="486"/>
                  </a:lnTo>
                  <a:lnTo>
                    <a:pt x="182" y="491"/>
                  </a:lnTo>
                  <a:lnTo>
                    <a:pt x="182" y="484"/>
                  </a:lnTo>
                  <a:lnTo>
                    <a:pt x="184" y="486"/>
                  </a:lnTo>
                  <a:lnTo>
                    <a:pt x="184" y="495"/>
                  </a:lnTo>
                  <a:lnTo>
                    <a:pt x="185" y="502"/>
                  </a:lnTo>
                  <a:lnTo>
                    <a:pt x="186" y="500"/>
                  </a:lnTo>
                  <a:lnTo>
                    <a:pt x="187" y="505"/>
                  </a:lnTo>
                  <a:lnTo>
                    <a:pt x="188" y="509"/>
                  </a:lnTo>
                  <a:lnTo>
                    <a:pt x="189" y="514"/>
                  </a:lnTo>
                  <a:lnTo>
                    <a:pt x="190" y="512"/>
                  </a:lnTo>
                  <a:lnTo>
                    <a:pt x="191" y="505"/>
                  </a:lnTo>
                  <a:lnTo>
                    <a:pt x="192" y="509"/>
                  </a:lnTo>
                  <a:lnTo>
                    <a:pt x="193" y="512"/>
                  </a:lnTo>
                  <a:lnTo>
                    <a:pt x="194" y="514"/>
                  </a:lnTo>
                  <a:lnTo>
                    <a:pt x="195" y="512"/>
                  </a:lnTo>
                  <a:lnTo>
                    <a:pt x="196" y="516"/>
                  </a:lnTo>
                  <a:lnTo>
                    <a:pt x="196" y="516"/>
                  </a:lnTo>
                  <a:lnTo>
                    <a:pt x="197" y="519"/>
                  </a:lnTo>
                  <a:lnTo>
                    <a:pt x="198" y="521"/>
                  </a:lnTo>
                  <a:lnTo>
                    <a:pt x="199" y="526"/>
                  </a:lnTo>
                  <a:lnTo>
                    <a:pt x="200" y="521"/>
                  </a:lnTo>
                  <a:lnTo>
                    <a:pt x="201" y="521"/>
                  </a:lnTo>
                  <a:lnTo>
                    <a:pt x="202" y="521"/>
                  </a:lnTo>
                  <a:lnTo>
                    <a:pt x="203" y="521"/>
                  </a:lnTo>
                  <a:lnTo>
                    <a:pt x="204" y="530"/>
                  </a:lnTo>
                  <a:lnTo>
                    <a:pt x="205" y="535"/>
                  </a:lnTo>
                  <a:lnTo>
                    <a:pt x="206" y="526"/>
                  </a:lnTo>
                  <a:lnTo>
                    <a:pt x="207" y="526"/>
                  </a:lnTo>
                  <a:lnTo>
                    <a:pt x="208" y="537"/>
                  </a:lnTo>
                  <a:lnTo>
                    <a:pt x="208" y="532"/>
                  </a:lnTo>
                  <a:lnTo>
                    <a:pt x="210" y="535"/>
                  </a:lnTo>
                  <a:lnTo>
                    <a:pt x="210" y="535"/>
                  </a:lnTo>
                  <a:lnTo>
                    <a:pt x="211" y="540"/>
                  </a:lnTo>
                  <a:lnTo>
                    <a:pt x="212" y="544"/>
                  </a:lnTo>
                  <a:lnTo>
                    <a:pt x="213" y="542"/>
                  </a:lnTo>
                  <a:lnTo>
                    <a:pt x="214" y="544"/>
                  </a:lnTo>
                  <a:lnTo>
                    <a:pt x="215" y="542"/>
                  </a:lnTo>
                  <a:lnTo>
                    <a:pt x="216" y="544"/>
                  </a:lnTo>
                  <a:lnTo>
                    <a:pt x="217" y="544"/>
                  </a:lnTo>
                  <a:lnTo>
                    <a:pt x="218" y="542"/>
                  </a:lnTo>
                  <a:lnTo>
                    <a:pt x="219" y="544"/>
                  </a:lnTo>
                  <a:lnTo>
                    <a:pt x="220" y="549"/>
                  </a:lnTo>
                  <a:lnTo>
                    <a:pt x="220" y="546"/>
                  </a:lnTo>
                  <a:lnTo>
                    <a:pt x="222" y="542"/>
                  </a:lnTo>
                  <a:lnTo>
                    <a:pt x="222" y="542"/>
                  </a:lnTo>
                  <a:lnTo>
                    <a:pt x="223" y="549"/>
                  </a:lnTo>
                  <a:lnTo>
                    <a:pt x="224" y="551"/>
                  </a:lnTo>
                  <a:lnTo>
                    <a:pt x="225" y="546"/>
                  </a:lnTo>
                  <a:lnTo>
                    <a:pt x="226" y="546"/>
                  </a:lnTo>
                  <a:lnTo>
                    <a:pt x="227" y="546"/>
                  </a:lnTo>
                  <a:lnTo>
                    <a:pt x="228" y="544"/>
                  </a:lnTo>
                  <a:lnTo>
                    <a:pt x="229" y="544"/>
                  </a:lnTo>
                  <a:lnTo>
                    <a:pt x="230" y="546"/>
                  </a:lnTo>
                  <a:lnTo>
                    <a:pt x="231" y="551"/>
                  </a:lnTo>
                  <a:lnTo>
                    <a:pt x="232" y="544"/>
                  </a:lnTo>
                  <a:lnTo>
                    <a:pt x="232" y="544"/>
                  </a:lnTo>
                  <a:lnTo>
                    <a:pt x="234" y="542"/>
                  </a:lnTo>
                  <a:lnTo>
                    <a:pt x="234" y="546"/>
                  </a:lnTo>
                  <a:lnTo>
                    <a:pt x="235" y="551"/>
                  </a:lnTo>
                  <a:lnTo>
                    <a:pt x="236" y="546"/>
                  </a:lnTo>
                  <a:lnTo>
                    <a:pt x="237" y="546"/>
                  </a:lnTo>
                  <a:lnTo>
                    <a:pt x="238" y="546"/>
                  </a:lnTo>
                  <a:lnTo>
                    <a:pt x="239" y="554"/>
                  </a:lnTo>
                  <a:lnTo>
                    <a:pt x="240" y="551"/>
                  </a:lnTo>
                  <a:lnTo>
                    <a:pt x="241" y="546"/>
                  </a:lnTo>
                  <a:lnTo>
                    <a:pt x="242" y="549"/>
                  </a:lnTo>
                  <a:lnTo>
                    <a:pt x="243" y="544"/>
                  </a:lnTo>
                  <a:lnTo>
                    <a:pt x="244" y="542"/>
                  </a:lnTo>
                  <a:lnTo>
                    <a:pt x="245" y="542"/>
                  </a:lnTo>
                  <a:lnTo>
                    <a:pt x="246" y="542"/>
                  </a:lnTo>
                  <a:lnTo>
                    <a:pt x="246" y="549"/>
                  </a:lnTo>
                  <a:lnTo>
                    <a:pt x="247" y="549"/>
                  </a:lnTo>
                  <a:lnTo>
                    <a:pt x="248" y="544"/>
                  </a:lnTo>
                  <a:lnTo>
                    <a:pt x="249" y="549"/>
                  </a:lnTo>
                  <a:lnTo>
                    <a:pt x="250" y="549"/>
                  </a:lnTo>
                  <a:lnTo>
                    <a:pt x="251" y="549"/>
                  </a:lnTo>
                  <a:lnTo>
                    <a:pt x="252" y="542"/>
                  </a:lnTo>
                  <a:lnTo>
                    <a:pt x="253" y="537"/>
                  </a:lnTo>
                  <a:lnTo>
                    <a:pt x="254" y="549"/>
                  </a:lnTo>
                  <a:lnTo>
                    <a:pt x="255" y="549"/>
                  </a:lnTo>
                  <a:lnTo>
                    <a:pt x="256" y="549"/>
                  </a:lnTo>
                  <a:lnTo>
                    <a:pt x="257" y="540"/>
                  </a:lnTo>
                  <a:lnTo>
                    <a:pt x="258" y="542"/>
                  </a:lnTo>
                  <a:lnTo>
                    <a:pt x="258" y="549"/>
                  </a:lnTo>
                  <a:lnTo>
                    <a:pt x="260" y="537"/>
                  </a:lnTo>
                  <a:lnTo>
                    <a:pt x="260" y="530"/>
                  </a:lnTo>
                  <a:lnTo>
                    <a:pt x="261" y="535"/>
                  </a:lnTo>
                  <a:lnTo>
                    <a:pt x="262" y="540"/>
                  </a:lnTo>
                  <a:lnTo>
                    <a:pt x="263" y="532"/>
                  </a:lnTo>
                  <a:lnTo>
                    <a:pt x="264" y="532"/>
                  </a:lnTo>
                  <a:lnTo>
                    <a:pt x="265" y="530"/>
                  </a:lnTo>
                  <a:lnTo>
                    <a:pt x="266" y="528"/>
                  </a:lnTo>
                  <a:lnTo>
                    <a:pt x="267" y="519"/>
                  </a:lnTo>
                  <a:lnTo>
                    <a:pt x="268" y="491"/>
                  </a:lnTo>
                  <a:lnTo>
                    <a:pt x="269" y="444"/>
                  </a:lnTo>
                  <a:lnTo>
                    <a:pt x="270" y="326"/>
                  </a:lnTo>
                  <a:lnTo>
                    <a:pt x="270" y="91"/>
                  </a:lnTo>
                  <a:lnTo>
                    <a:pt x="272" y="21"/>
                  </a:lnTo>
                  <a:lnTo>
                    <a:pt x="272" y="191"/>
                  </a:lnTo>
                  <a:lnTo>
                    <a:pt x="273" y="321"/>
                  </a:lnTo>
                  <a:lnTo>
                    <a:pt x="275" y="332"/>
                  </a:lnTo>
                  <a:lnTo>
                    <a:pt x="275" y="326"/>
                  </a:lnTo>
                  <a:lnTo>
                    <a:pt x="276" y="321"/>
                  </a:lnTo>
                  <a:lnTo>
                    <a:pt x="277" y="318"/>
                  </a:lnTo>
                  <a:lnTo>
                    <a:pt x="278" y="316"/>
                  </a:lnTo>
                  <a:lnTo>
                    <a:pt x="279" y="309"/>
                  </a:lnTo>
                  <a:lnTo>
                    <a:pt x="280" y="300"/>
                  </a:lnTo>
                  <a:lnTo>
                    <a:pt x="281" y="300"/>
                  </a:lnTo>
                  <a:lnTo>
                    <a:pt x="282" y="312"/>
                  </a:lnTo>
                  <a:lnTo>
                    <a:pt x="283" y="314"/>
                  </a:lnTo>
                  <a:lnTo>
                    <a:pt x="284" y="309"/>
                  </a:lnTo>
                  <a:lnTo>
                    <a:pt x="285" y="307"/>
                  </a:lnTo>
                  <a:lnTo>
                    <a:pt x="285" y="316"/>
                  </a:lnTo>
                  <a:lnTo>
                    <a:pt x="287" y="316"/>
                  </a:lnTo>
                  <a:lnTo>
                    <a:pt x="287" y="316"/>
                  </a:lnTo>
                  <a:lnTo>
                    <a:pt x="288" y="337"/>
                  </a:lnTo>
                  <a:lnTo>
                    <a:pt x="289" y="381"/>
                  </a:lnTo>
                  <a:lnTo>
                    <a:pt x="290" y="412"/>
                  </a:lnTo>
                  <a:lnTo>
                    <a:pt x="291" y="437"/>
                  </a:lnTo>
                  <a:lnTo>
                    <a:pt x="292" y="472"/>
                  </a:lnTo>
                  <a:lnTo>
                    <a:pt x="293" y="530"/>
                  </a:lnTo>
                  <a:lnTo>
                    <a:pt x="294" y="574"/>
                  </a:lnTo>
                  <a:lnTo>
                    <a:pt x="295" y="577"/>
                  </a:lnTo>
                  <a:lnTo>
                    <a:pt x="296" y="560"/>
                  </a:lnTo>
                  <a:lnTo>
                    <a:pt x="297" y="544"/>
                  </a:lnTo>
                  <a:lnTo>
                    <a:pt x="297" y="544"/>
                  </a:lnTo>
                  <a:lnTo>
                    <a:pt x="299" y="554"/>
                  </a:lnTo>
                  <a:lnTo>
                    <a:pt x="299" y="572"/>
                  </a:lnTo>
                  <a:lnTo>
                    <a:pt x="300" y="586"/>
                  </a:lnTo>
                  <a:lnTo>
                    <a:pt x="301" y="593"/>
                  </a:lnTo>
                  <a:lnTo>
                    <a:pt x="302" y="593"/>
                  </a:lnTo>
                  <a:lnTo>
                    <a:pt x="303" y="584"/>
                  </a:lnTo>
                  <a:lnTo>
                    <a:pt x="304" y="579"/>
                  </a:lnTo>
                  <a:lnTo>
                    <a:pt x="305" y="584"/>
                  </a:lnTo>
                  <a:lnTo>
                    <a:pt x="306" y="581"/>
                  </a:lnTo>
                  <a:lnTo>
                    <a:pt x="307" y="577"/>
                  </a:lnTo>
                  <a:lnTo>
                    <a:pt x="308" y="579"/>
                  </a:lnTo>
                  <a:lnTo>
                    <a:pt x="309" y="584"/>
                  </a:lnTo>
                  <a:lnTo>
                    <a:pt x="310" y="584"/>
                  </a:lnTo>
                  <a:lnTo>
                    <a:pt x="311" y="590"/>
                  </a:lnTo>
                  <a:lnTo>
                    <a:pt x="311" y="602"/>
                  </a:lnTo>
                  <a:lnTo>
                    <a:pt x="313" y="607"/>
                  </a:lnTo>
                  <a:lnTo>
                    <a:pt x="313" y="593"/>
                  </a:lnTo>
                  <a:lnTo>
                    <a:pt x="314" y="590"/>
                  </a:lnTo>
                  <a:lnTo>
                    <a:pt x="315" y="590"/>
                  </a:lnTo>
                  <a:lnTo>
                    <a:pt x="316" y="595"/>
                  </a:lnTo>
                  <a:lnTo>
                    <a:pt x="317" y="586"/>
                  </a:lnTo>
                  <a:lnTo>
                    <a:pt x="318" y="581"/>
                  </a:lnTo>
                  <a:lnTo>
                    <a:pt x="319" y="586"/>
                  </a:lnTo>
                  <a:lnTo>
                    <a:pt x="320" y="586"/>
                  </a:lnTo>
                  <a:lnTo>
                    <a:pt x="321" y="590"/>
                  </a:lnTo>
                  <a:lnTo>
                    <a:pt x="322" y="584"/>
                  </a:lnTo>
                  <a:lnTo>
                    <a:pt x="323" y="581"/>
                  </a:lnTo>
                  <a:lnTo>
                    <a:pt x="323" y="581"/>
                  </a:lnTo>
                  <a:lnTo>
                    <a:pt x="325" y="586"/>
                  </a:lnTo>
                  <a:lnTo>
                    <a:pt x="325" y="584"/>
                  </a:lnTo>
                  <a:lnTo>
                    <a:pt x="326" y="584"/>
                  </a:lnTo>
                  <a:lnTo>
                    <a:pt x="327" y="595"/>
                  </a:lnTo>
                  <a:lnTo>
                    <a:pt x="328" y="595"/>
                  </a:lnTo>
                  <a:lnTo>
                    <a:pt x="329" y="586"/>
                  </a:lnTo>
                  <a:lnTo>
                    <a:pt x="330" y="584"/>
                  </a:lnTo>
                  <a:lnTo>
                    <a:pt x="331" y="588"/>
                  </a:lnTo>
                  <a:lnTo>
                    <a:pt x="332" y="593"/>
                  </a:lnTo>
                  <a:lnTo>
                    <a:pt x="333" y="590"/>
                  </a:lnTo>
                  <a:lnTo>
                    <a:pt x="334" y="588"/>
                  </a:lnTo>
                  <a:lnTo>
                    <a:pt x="335" y="590"/>
                  </a:lnTo>
                  <a:lnTo>
                    <a:pt x="335" y="590"/>
                  </a:lnTo>
                  <a:lnTo>
                    <a:pt x="337" y="593"/>
                  </a:lnTo>
                  <a:lnTo>
                    <a:pt x="337" y="586"/>
                  </a:lnTo>
                  <a:lnTo>
                    <a:pt x="338" y="584"/>
                  </a:lnTo>
                  <a:lnTo>
                    <a:pt x="339" y="588"/>
                  </a:lnTo>
                  <a:lnTo>
                    <a:pt x="340" y="586"/>
                  </a:lnTo>
                  <a:lnTo>
                    <a:pt x="341" y="579"/>
                  </a:lnTo>
                  <a:lnTo>
                    <a:pt x="342" y="579"/>
                  </a:lnTo>
                  <a:lnTo>
                    <a:pt x="343" y="577"/>
                  </a:lnTo>
                  <a:lnTo>
                    <a:pt x="344" y="577"/>
                  </a:lnTo>
                  <a:lnTo>
                    <a:pt x="345" y="563"/>
                  </a:lnTo>
                  <a:lnTo>
                    <a:pt x="346" y="565"/>
                  </a:lnTo>
                  <a:lnTo>
                    <a:pt x="347" y="565"/>
                  </a:lnTo>
                  <a:lnTo>
                    <a:pt x="347" y="554"/>
                  </a:lnTo>
                  <a:lnTo>
                    <a:pt x="349" y="549"/>
                  </a:lnTo>
                  <a:lnTo>
                    <a:pt x="349" y="540"/>
                  </a:lnTo>
                  <a:lnTo>
                    <a:pt x="350" y="540"/>
                  </a:lnTo>
                  <a:lnTo>
                    <a:pt x="351" y="530"/>
                  </a:lnTo>
                  <a:lnTo>
                    <a:pt x="352" y="528"/>
                  </a:lnTo>
                  <a:lnTo>
                    <a:pt x="353" y="516"/>
                  </a:lnTo>
                  <a:lnTo>
                    <a:pt x="354" y="514"/>
                  </a:lnTo>
                  <a:lnTo>
                    <a:pt x="355" y="507"/>
                  </a:lnTo>
                  <a:lnTo>
                    <a:pt x="356" y="500"/>
                  </a:lnTo>
                  <a:lnTo>
                    <a:pt x="357" y="495"/>
                  </a:lnTo>
                  <a:lnTo>
                    <a:pt x="358" y="493"/>
                  </a:lnTo>
                  <a:lnTo>
                    <a:pt x="359" y="488"/>
                  </a:lnTo>
                  <a:lnTo>
                    <a:pt x="360" y="486"/>
                  </a:lnTo>
                  <a:lnTo>
                    <a:pt x="361" y="477"/>
                  </a:lnTo>
                  <a:lnTo>
                    <a:pt x="361" y="467"/>
                  </a:lnTo>
                  <a:lnTo>
                    <a:pt x="363" y="470"/>
                  </a:lnTo>
                  <a:lnTo>
                    <a:pt x="363" y="470"/>
                  </a:lnTo>
                  <a:lnTo>
                    <a:pt x="364" y="463"/>
                  </a:lnTo>
                  <a:lnTo>
                    <a:pt x="365" y="467"/>
                  </a:lnTo>
                  <a:lnTo>
                    <a:pt x="366" y="463"/>
                  </a:lnTo>
                  <a:lnTo>
                    <a:pt x="367" y="465"/>
                  </a:lnTo>
                  <a:lnTo>
                    <a:pt x="368" y="458"/>
                  </a:lnTo>
                  <a:lnTo>
                    <a:pt x="369" y="460"/>
                  </a:lnTo>
                  <a:lnTo>
                    <a:pt x="370" y="467"/>
                  </a:lnTo>
                  <a:lnTo>
                    <a:pt x="371" y="470"/>
                  </a:lnTo>
                  <a:lnTo>
                    <a:pt x="372" y="472"/>
                  </a:lnTo>
                  <a:lnTo>
                    <a:pt x="373" y="467"/>
                  </a:lnTo>
                  <a:lnTo>
                    <a:pt x="373" y="474"/>
                  </a:lnTo>
                  <a:lnTo>
                    <a:pt x="375" y="486"/>
                  </a:lnTo>
                  <a:lnTo>
                    <a:pt x="375" y="479"/>
                  </a:lnTo>
                  <a:lnTo>
                    <a:pt x="376" y="477"/>
                  </a:lnTo>
                  <a:lnTo>
                    <a:pt x="377" y="488"/>
                  </a:lnTo>
                  <a:lnTo>
                    <a:pt x="378" y="493"/>
                  </a:lnTo>
                  <a:lnTo>
                    <a:pt x="379" y="488"/>
                  </a:lnTo>
                  <a:lnTo>
                    <a:pt x="380" y="486"/>
                  </a:lnTo>
                  <a:lnTo>
                    <a:pt x="381" y="491"/>
                  </a:lnTo>
                  <a:lnTo>
                    <a:pt x="382" y="495"/>
                  </a:lnTo>
                  <a:lnTo>
                    <a:pt x="383" y="493"/>
                  </a:lnTo>
                  <a:lnTo>
                    <a:pt x="384" y="495"/>
                  </a:lnTo>
                  <a:lnTo>
                    <a:pt x="385" y="500"/>
                  </a:lnTo>
                  <a:lnTo>
                    <a:pt x="385" y="505"/>
                  </a:lnTo>
                  <a:lnTo>
                    <a:pt x="387" y="500"/>
                  </a:lnTo>
                  <a:lnTo>
                    <a:pt x="387" y="500"/>
                  </a:lnTo>
                  <a:lnTo>
                    <a:pt x="388" y="500"/>
                  </a:lnTo>
                  <a:lnTo>
                    <a:pt x="389" y="505"/>
                  </a:lnTo>
                  <a:lnTo>
                    <a:pt x="390" y="505"/>
                  </a:lnTo>
                  <a:lnTo>
                    <a:pt x="391" y="497"/>
                  </a:lnTo>
                  <a:lnTo>
                    <a:pt x="392" y="497"/>
                  </a:lnTo>
                  <a:lnTo>
                    <a:pt x="393" y="502"/>
                  </a:lnTo>
                  <a:lnTo>
                    <a:pt x="394" y="507"/>
                  </a:lnTo>
                  <a:lnTo>
                    <a:pt x="395" y="505"/>
                  </a:lnTo>
                  <a:lnTo>
                    <a:pt x="396" y="509"/>
                  </a:lnTo>
                  <a:lnTo>
                    <a:pt x="397" y="507"/>
                  </a:lnTo>
                  <a:lnTo>
                    <a:pt x="397" y="509"/>
                  </a:lnTo>
                  <a:lnTo>
                    <a:pt x="399" y="505"/>
                  </a:lnTo>
                  <a:lnTo>
                    <a:pt x="399" y="502"/>
                  </a:lnTo>
                  <a:lnTo>
                    <a:pt x="400" y="505"/>
                  </a:lnTo>
                  <a:lnTo>
                    <a:pt x="401" y="512"/>
                  </a:lnTo>
                  <a:lnTo>
                    <a:pt x="402" y="507"/>
                  </a:lnTo>
                  <a:lnTo>
                    <a:pt x="403" y="507"/>
                  </a:lnTo>
                  <a:lnTo>
                    <a:pt x="404" y="512"/>
                  </a:lnTo>
                  <a:lnTo>
                    <a:pt x="405" y="514"/>
                  </a:lnTo>
                  <a:lnTo>
                    <a:pt x="406" y="514"/>
                  </a:lnTo>
                  <a:lnTo>
                    <a:pt x="407" y="514"/>
                  </a:lnTo>
                  <a:lnTo>
                    <a:pt x="408" y="519"/>
                  </a:lnTo>
                  <a:lnTo>
                    <a:pt x="409" y="526"/>
                  </a:lnTo>
                  <a:lnTo>
                    <a:pt x="410" y="530"/>
                  </a:lnTo>
                  <a:lnTo>
                    <a:pt x="411" y="530"/>
                  </a:lnTo>
                  <a:lnTo>
                    <a:pt x="411" y="532"/>
                  </a:lnTo>
                  <a:lnTo>
                    <a:pt x="412" y="535"/>
                  </a:lnTo>
                  <a:lnTo>
                    <a:pt x="413" y="537"/>
                  </a:lnTo>
                  <a:lnTo>
                    <a:pt x="414" y="532"/>
                  </a:lnTo>
                  <a:lnTo>
                    <a:pt x="415" y="528"/>
                  </a:lnTo>
                  <a:lnTo>
                    <a:pt x="416" y="530"/>
                  </a:lnTo>
                  <a:lnTo>
                    <a:pt x="417" y="523"/>
                  </a:lnTo>
                  <a:lnTo>
                    <a:pt x="418" y="521"/>
                  </a:lnTo>
                  <a:lnTo>
                    <a:pt x="419" y="509"/>
                  </a:lnTo>
                  <a:lnTo>
                    <a:pt x="420" y="519"/>
                  </a:lnTo>
                  <a:lnTo>
                    <a:pt x="421" y="523"/>
                  </a:lnTo>
                  <a:lnTo>
                    <a:pt x="422" y="514"/>
                  </a:lnTo>
                  <a:lnTo>
                    <a:pt x="423" y="512"/>
                  </a:lnTo>
                  <a:lnTo>
                    <a:pt x="423" y="512"/>
                  </a:lnTo>
                  <a:lnTo>
                    <a:pt x="425" y="519"/>
                  </a:lnTo>
                  <a:lnTo>
                    <a:pt x="425" y="519"/>
                  </a:lnTo>
                  <a:lnTo>
                    <a:pt x="426" y="516"/>
                  </a:lnTo>
                  <a:lnTo>
                    <a:pt x="427" y="514"/>
                  </a:lnTo>
                  <a:lnTo>
                    <a:pt x="428" y="519"/>
                  </a:lnTo>
                  <a:lnTo>
                    <a:pt x="429" y="516"/>
                  </a:lnTo>
                  <a:lnTo>
                    <a:pt x="430" y="519"/>
                  </a:lnTo>
                  <a:lnTo>
                    <a:pt x="431" y="530"/>
                  </a:lnTo>
                  <a:lnTo>
                    <a:pt x="432" y="544"/>
                  </a:lnTo>
                  <a:lnTo>
                    <a:pt x="433" y="549"/>
                  </a:lnTo>
                  <a:lnTo>
                    <a:pt x="434" y="544"/>
                  </a:lnTo>
                  <a:lnTo>
                    <a:pt x="435" y="549"/>
                  </a:lnTo>
                  <a:lnTo>
                    <a:pt x="435" y="549"/>
                  </a:lnTo>
                  <a:lnTo>
                    <a:pt x="437" y="551"/>
                  </a:lnTo>
                  <a:lnTo>
                    <a:pt x="438" y="549"/>
                  </a:lnTo>
                  <a:lnTo>
                    <a:pt x="438" y="549"/>
                  </a:lnTo>
                  <a:lnTo>
                    <a:pt x="440" y="554"/>
                  </a:lnTo>
                  <a:lnTo>
                    <a:pt x="440" y="549"/>
                  </a:lnTo>
                  <a:lnTo>
                    <a:pt x="441" y="546"/>
                  </a:lnTo>
                  <a:lnTo>
                    <a:pt x="442" y="544"/>
                  </a:lnTo>
                  <a:lnTo>
                    <a:pt x="443" y="544"/>
                  </a:lnTo>
                  <a:lnTo>
                    <a:pt x="444" y="554"/>
                  </a:lnTo>
                  <a:lnTo>
                    <a:pt x="445" y="546"/>
                  </a:lnTo>
                  <a:lnTo>
                    <a:pt x="446" y="546"/>
                  </a:lnTo>
                  <a:lnTo>
                    <a:pt x="447" y="551"/>
                  </a:lnTo>
                  <a:lnTo>
                    <a:pt x="448" y="558"/>
                  </a:lnTo>
                  <a:lnTo>
                    <a:pt x="449" y="556"/>
                  </a:lnTo>
                  <a:lnTo>
                    <a:pt x="450" y="551"/>
                  </a:lnTo>
                  <a:lnTo>
                    <a:pt x="450" y="554"/>
                  </a:lnTo>
                  <a:lnTo>
                    <a:pt x="452" y="554"/>
                  </a:lnTo>
                  <a:lnTo>
                    <a:pt x="452" y="546"/>
                  </a:lnTo>
                  <a:lnTo>
                    <a:pt x="453" y="537"/>
                  </a:lnTo>
                  <a:lnTo>
                    <a:pt x="454" y="542"/>
                  </a:lnTo>
                  <a:lnTo>
                    <a:pt x="455" y="544"/>
                  </a:lnTo>
                  <a:lnTo>
                    <a:pt x="456" y="544"/>
                  </a:lnTo>
                  <a:lnTo>
                    <a:pt x="457" y="544"/>
                  </a:lnTo>
                  <a:lnTo>
                    <a:pt x="458" y="549"/>
                  </a:lnTo>
                  <a:lnTo>
                    <a:pt x="459" y="549"/>
                  </a:lnTo>
                  <a:lnTo>
                    <a:pt x="460" y="549"/>
                  </a:lnTo>
                  <a:lnTo>
                    <a:pt x="461" y="546"/>
                  </a:lnTo>
                  <a:lnTo>
                    <a:pt x="462" y="544"/>
                  </a:lnTo>
                  <a:lnTo>
                    <a:pt x="462" y="537"/>
                  </a:lnTo>
                  <a:lnTo>
                    <a:pt x="464" y="535"/>
                  </a:lnTo>
                  <a:lnTo>
                    <a:pt x="464" y="532"/>
                  </a:lnTo>
                  <a:lnTo>
                    <a:pt x="465" y="535"/>
                  </a:lnTo>
                  <a:lnTo>
                    <a:pt x="466" y="540"/>
                  </a:lnTo>
                  <a:lnTo>
                    <a:pt x="467" y="542"/>
                  </a:lnTo>
                  <a:lnTo>
                    <a:pt x="468" y="528"/>
                  </a:lnTo>
                  <a:lnTo>
                    <a:pt x="469" y="516"/>
                  </a:lnTo>
                  <a:lnTo>
                    <a:pt x="470" y="514"/>
                  </a:lnTo>
                  <a:lnTo>
                    <a:pt x="471" y="512"/>
                  </a:lnTo>
                  <a:lnTo>
                    <a:pt x="472" y="479"/>
                  </a:lnTo>
                  <a:lnTo>
                    <a:pt x="473" y="416"/>
                  </a:lnTo>
                  <a:lnTo>
                    <a:pt x="474" y="244"/>
                  </a:lnTo>
                  <a:lnTo>
                    <a:pt x="475" y="33"/>
                  </a:lnTo>
                  <a:lnTo>
                    <a:pt x="476" y="77"/>
                  </a:lnTo>
                  <a:lnTo>
                    <a:pt x="476" y="256"/>
                  </a:lnTo>
                  <a:lnTo>
                    <a:pt x="478" y="340"/>
                  </a:lnTo>
                  <a:lnTo>
                    <a:pt x="478" y="332"/>
                  </a:lnTo>
                  <a:lnTo>
                    <a:pt x="479" y="321"/>
                  </a:lnTo>
                  <a:lnTo>
                    <a:pt x="480" y="309"/>
                  </a:lnTo>
                  <a:lnTo>
                    <a:pt x="481" y="300"/>
                  </a:lnTo>
                  <a:lnTo>
                    <a:pt x="482" y="307"/>
                  </a:lnTo>
                  <a:lnTo>
                    <a:pt x="483" y="298"/>
                  </a:lnTo>
                  <a:lnTo>
                    <a:pt x="484" y="291"/>
                  </a:lnTo>
                  <a:lnTo>
                    <a:pt x="485" y="300"/>
                  </a:lnTo>
                  <a:lnTo>
                    <a:pt x="486" y="307"/>
                  </a:lnTo>
                  <a:lnTo>
                    <a:pt x="487" y="302"/>
                  </a:lnTo>
                  <a:lnTo>
                    <a:pt x="488" y="298"/>
                  </a:lnTo>
                  <a:lnTo>
                    <a:pt x="488" y="295"/>
                  </a:lnTo>
                  <a:lnTo>
                    <a:pt x="490" y="302"/>
                  </a:lnTo>
                  <a:lnTo>
                    <a:pt x="490" y="309"/>
                  </a:lnTo>
                  <a:lnTo>
                    <a:pt x="491" y="337"/>
                  </a:lnTo>
                  <a:lnTo>
                    <a:pt x="492" y="381"/>
                  </a:lnTo>
                  <a:lnTo>
                    <a:pt x="493" y="419"/>
                  </a:lnTo>
                  <a:lnTo>
                    <a:pt x="494" y="453"/>
                  </a:lnTo>
                  <a:lnTo>
                    <a:pt x="495" y="502"/>
                  </a:lnTo>
                  <a:lnTo>
                    <a:pt x="496" y="556"/>
                  </a:lnTo>
                  <a:lnTo>
                    <a:pt x="497" y="586"/>
                  </a:lnTo>
                  <a:lnTo>
                    <a:pt x="498" y="588"/>
                  </a:lnTo>
                  <a:lnTo>
                    <a:pt x="499" y="572"/>
                  </a:lnTo>
                  <a:lnTo>
                    <a:pt x="500" y="565"/>
                  </a:lnTo>
                  <a:lnTo>
                    <a:pt x="500" y="570"/>
                  </a:lnTo>
                  <a:lnTo>
                    <a:pt x="502" y="577"/>
                  </a:lnTo>
                  <a:lnTo>
                    <a:pt x="502" y="593"/>
                  </a:lnTo>
                  <a:lnTo>
                    <a:pt x="503" y="600"/>
                  </a:lnTo>
                  <a:lnTo>
                    <a:pt x="504" y="602"/>
                  </a:lnTo>
                  <a:lnTo>
                    <a:pt x="505" y="600"/>
                  </a:lnTo>
                  <a:lnTo>
                    <a:pt x="506" y="598"/>
                  </a:lnTo>
                  <a:lnTo>
                    <a:pt x="507" y="590"/>
                  </a:lnTo>
                  <a:lnTo>
                    <a:pt x="508" y="590"/>
                  </a:lnTo>
                  <a:lnTo>
                    <a:pt x="509" y="598"/>
                  </a:lnTo>
                  <a:lnTo>
                    <a:pt x="510" y="590"/>
                  </a:lnTo>
                  <a:lnTo>
                    <a:pt x="511" y="590"/>
                  </a:lnTo>
                  <a:lnTo>
                    <a:pt x="512" y="590"/>
                  </a:lnTo>
                  <a:lnTo>
                    <a:pt x="512" y="598"/>
                  </a:lnTo>
                  <a:lnTo>
                    <a:pt x="514" y="595"/>
                  </a:lnTo>
                  <a:lnTo>
                    <a:pt x="514" y="588"/>
                  </a:lnTo>
                  <a:lnTo>
                    <a:pt x="515" y="579"/>
                  </a:lnTo>
                  <a:lnTo>
                    <a:pt x="516" y="584"/>
                  </a:lnTo>
                  <a:lnTo>
                    <a:pt x="517" y="598"/>
                  </a:lnTo>
                  <a:lnTo>
                    <a:pt x="518" y="595"/>
                  </a:lnTo>
                  <a:lnTo>
                    <a:pt x="519" y="590"/>
                  </a:lnTo>
                  <a:lnTo>
                    <a:pt x="520" y="590"/>
                  </a:lnTo>
                  <a:lnTo>
                    <a:pt x="521" y="590"/>
                  </a:lnTo>
                  <a:lnTo>
                    <a:pt x="522" y="584"/>
                  </a:lnTo>
                  <a:lnTo>
                    <a:pt x="523" y="577"/>
                  </a:lnTo>
                  <a:lnTo>
                    <a:pt x="524" y="574"/>
                  </a:lnTo>
                  <a:lnTo>
                    <a:pt x="525" y="579"/>
                  </a:lnTo>
                  <a:lnTo>
                    <a:pt x="526" y="577"/>
                  </a:lnTo>
                  <a:lnTo>
                    <a:pt x="526" y="572"/>
                  </a:lnTo>
                  <a:lnTo>
                    <a:pt x="528" y="567"/>
                  </a:lnTo>
                  <a:lnTo>
                    <a:pt x="528" y="581"/>
                  </a:lnTo>
                  <a:lnTo>
                    <a:pt x="529" y="586"/>
                  </a:lnTo>
                  <a:lnTo>
                    <a:pt x="530" y="586"/>
                  </a:lnTo>
                  <a:lnTo>
                    <a:pt x="531" y="581"/>
                  </a:lnTo>
                  <a:lnTo>
                    <a:pt x="532" y="581"/>
                  </a:lnTo>
                  <a:lnTo>
                    <a:pt x="533" y="584"/>
                  </a:lnTo>
                  <a:lnTo>
                    <a:pt x="534" y="586"/>
                  </a:lnTo>
                  <a:lnTo>
                    <a:pt x="535" y="586"/>
                  </a:lnTo>
                  <a:lnTo>
                    <a:pt x="536" y="590"/>
                  </a:lnTo>
                  <a:lnTo>
                    <a:pt x="537" y="584"/>
                  </a:lnTo>
                  <a:lnTo>
                    <a:pt x="538" y="572"/>
                  </a:lnTo>
                  <a:lnTo>
                    <a:pt x="538" y="570"/>
                  </a:lnTo>
                  <a:lnTo>
                    <a:pt x="540" y="572"/>
                  </a:lnTo>
                  <a:lnTo>
                    <a:pt x="540" y="572"/>
                  </a:lnTo>
                  <a:lnTo>
                    <a:pt x="541" y="558"/>
                  </a:lnTo>
                  <a:lnTo>
                    <a:pt x="542" y="551"/>
                  </a:lnTo>
                  <a:lnTo>
                    <a:pt x="543" y="546"/>
                  </a:lnTo>
                  <a:lnTo>
                    <a:pt x="544" y="544"/>
                  </a:lnTo>
                  <a:lnTo>
                    <a:pt x="545" y="540"/>
                  </a:lnTo>
                  <a:lnTo>
                    <a:pt x="546" y="532"/>
                  </a:lnTo>
                  <a:lnTo>
                    <a:pt x="547" y="535"/>
                  </a:lnTo>
                  <a:lnTo>
                    <a:pt x="548" y="544"/>
                  </a:lnTo>
                  <a:lnTo>
                    <a:pt x="549" y="526"/>
                  </a:lnTo>
                  <a:lnTo>
                    <a:pt x="550" y="512"/>
                  </a:lnTo>
                  <a:lnTo>
                    <a:pt x="550" y="502"/>
                  </a:lnTo>
                  <a:lnTo>
                    <a:pt x="552" y="507"/>
                  </a:lnTo>
                  <a:lnTo>
                    <a:pt x="552" y="512"/>
                  </a:lnTo>
                  <a:lnTo>
                    <a:pt x="553" y="502"/>
                  </a:lnTo>
                  <a:lnTo>
                    <a:pt x="554" y="488"/>
                  </a:lnTo>
                  <a:lnTo>
                    <a:pt x="555" y="479"/>
                  </a:lnTo>
                  <a:lnTo>
                    <a:pt x="556" y="479"/>
                  </a:lnTo>
                  <a:lnTo>
                    <a:pt x="557" y="477"/>
                  </a:lnTo>
                  <a:lnTo>
                    <a:pt x="558" y="472"/>
                  </a:lnTo>
                  <a:lnTo>
                    <a:pt x="559" y="479"/>
                  </a:lnTo>
                  <a:lnTo>
                    <a:pt x="560" y="474"/>
                  </a:lnTo>
                  <a:lnTo>
                    <a:pt x="561" y="470"/>
                  </a:lnTo>
                  <a:lnTo>
                    <a:pt x="562" y="458"/>
                  </a:lnTo>
                  <a:lnTo>
                    <a:pt x="562" y="463"/>
                  </a:lnTo>
                  <a:lnTo>
                    <a:pt x="564" y="474"/>
                  </a:lnTo>
                  <a:lnTo>
                    <a:pt x="564" y="472"/>
                  </a:lnTo>
                  <a:lnTo>
                    <a:pt x="565" y="472"/>
                  </a:lnTo>
                  <a:lnTo>
                    <a:pt x="566" y="479"/>
                  </a:lnTo>
                  <a:lnTo>
                    <a:pt x="567" y="484"/>
                  </a:lnTo>
                  <a:lnTo>
                    <a:pt x="568" y="481"/>
                  </a:lnTo>
                  <a:lnTo>
                    <a:pt x="569" y="484"/>
                  </a:lnTo>
                  <a:lnTo>
                    <a:pt x="570" y="491"/>
                  </a:lnTo>
                  <a:lnTo>
                    <a:pt x="571" y="493"/>
                  </a:lnTo>
                  <a:lnTo>
                    <a:pt x="572" y="484"/>
                  </a:lnTo>
                  <a:lnTo>
                    <a:pt x="573" y="479"/>
                  </a:lnTo>
                  <a:lnTo>
                    <a:pt x="574" y="486"/>
                  </a:lnTo>
                  <a:lnTo>
                    <a:pt x="575" y="495"/>
                  </a:lnTo>
                  <a:lnTo>
                    <a:pt x="576" y="497"/>
                  </a:lnTo>
                  <a:lnTo>
                    <a:pt x="576" y="491"/>
                  </a:lnTo>
                  <a:lnTo>
                    <a:pt x="578" y="497"/>
                  </a:lnTo>
                  <a:lnTo>
                    <a:pt x="578" y="505"/>
                  </a:lnTo>
                  <a:lnTo>
                    <a:pt x="579" y="509"/>
                  </a:lnTo>
                  <a:lnTo>
                    <a:pt x="580" y="505"/>
                  </a:lnTo>
                  <a:lnTo>
                    <a:pt x="581" y="500"/>
                  </a:lnTo>
                  <a:lnTo>
                    <a:pt x="582" y="507"/>
                  </a:lnTo>
                  <a:lnTo>
                    <a:pt x="583" y="507"/>
                  </a:lnTo>
                  <a:lnTo>
                    <a:pt x="584" y="497"/>
                  </a:lnTo>
                  <a:lnTo>
                    <a:pt x="585" y="495"/>
                  </a:lnTo>
                  <a:lnTo>
                    <a:pt x="586" y="500"/>
                  </a:lnTo>
                  <a:lnTo>
                    <a:pt x="587" y="512"/>
                  </a:lnTo>
                  <a:lnTo>
                    <a:pt x="588" y="502"/>
                  </a:lnTo>
                  <a:lnTo>
                    <a:pt x="588" y="505"/>
                  </a:lnTo>
                  <a:lnTo>
                    <a:pt x="590" y="514"/>
                  </a:lnTo>
                  <a:lnTo>
                    <a:pt x="590" y="521"/>
                  </a:lnTo>
                  <a:lnTo>
                    <a:pt x="591" y="512"/>
                  </a:lnTo>
                  <a:lnTo>
                    <a:pt x="592" y="505"/>
                  </a:lnTo>
                  <a:lnTo>
                    <a:pt x="593" y="516"/>
                  </a:lnTo>
                  <a:lnTo>
                    <a:pt x="594" y="521"/>
                  </a:lnTo>
                  <a:lnTo>
                    <a:pt x="595" y="514"/>
                  </a:lnTo>
                  <a:lnTo>
                    <a:pt x="596" y="507"/>
                  </a:lnTo>
                  <a:lnTo>
                    <a:pt x="597" y="521"/>
                  </a:lnTo>
                  <a:lnTo>
                    <a:pt x="598" y="528"/>
                  </a:lnTo>
                  <a:lnTo>
                    <a:pt x="599" y="514"/>
                  </a:lnTo>
                  <a:lnTo>
                    <a:pt x="600" y="500"/>
                  </a:lnTo>
                  <a:lnTo>
                    <a:pt x="600" y="500"/>
                  </a:lnTo>
                  <a:lnTo>
                    <a:pt x="602" y="516"/>
                  </a:lnTo>
                  <a:lnTo>
                    <a:pt x="603" y="523"/>
                  </a:lnTo>
                  <a:lnTo>
                    <a:pt x="603" y="521"/>
                  </a:lnTo>
                  <a:lnTo>
                    <a:pt x="605" y="512"/>
                  </a:lnTo>
                  <a:lnTo>
                    <a:pt x="605" y="509"/>
                  </a:lnTo>
                  <a:lnTo>
                    <a:pt x="606" y="512"/>
                  </a:lnTo>
                  <a:lnTo>
                    <a:pt x="607" y="505"/>
                  </a:lnTo>
                  <a:lnTo>
                    <a:pt x="608" y="505"/>
                  </a:lnTo>
                  <a:lnTo>
                    <a:pt x="609" y="514"/>
                  </a:lnTo>
                  <a:lnTo>
                    <a:pt x="610" y="526"/>
                  </a:lnTo>
                  <a:lnTo>
                    <a:pt x="611" y="528"/>
                  </a:lnTo>
                  <a:lnTo>
                    <a:pt x="612" y="530"/>
                  </a:lnTo>
                  <a:lnTo>
                    <a:pt x="613" y="528"/>
                  </a:lnTo>
                  <a:lnTo>
                    <a:pt x="614" y="537"/>
                  </a:lnTo>
                  <a:lnTo>
                    <a:pt x="615" y="537"/>
                  </a:lnTo>
                  <a:lnTo>
                    <a:pt x="615" y="530"/>
                  </a:lnTo>
                  <a:lnTo>
                    <a:pt x="617" y="521"/>
                  </a:lnTo>
                  <a:lnTo>
                    <a:pt x="617" y="521"/>
                  </a:lnTo>
                  <a:lnTo>
                    <a:pt x="618" y="526"/>
                  </a:lnTo>
                  <a:lnTo>
                    <a:pt x="619" y="526"/>
                  </a:lnTo>
                  <a:lnTo>
                    <a:pt x="620" y="526"/>
                  </a:lnTo>
                  <a:lnTo>
                    <a:pt x="621" y="544"/>
                  </a:lnTo>
                  <a:lnTo>
                    <a:pt x="622" y="554"/>
                  </a:lnTo>
                  <a:lnTo>
                    <a:pt x="623" y="549"/>
                  </a:lnTo>
                  <a:lnTo>
                    <a:pt x="624" y="532"/>
                  </a:lnTo>
                  <a:lnTo>
                    <a:pt x="625" y="530"/>
                  </a:lnTo>
                  <a:lnTo>
                    <a:pt x="626" y="532"/>
                  </a:lnTo>
                  <a:lnTo>
                    <a:pt x="627" y="530"/>
                  </a:lnTo>
                  <a:lnTo>
                    <a:pt x="627" y="530"/>
                  </a:lnTo>
                  <a:lnTo>
                    <a:pt x="629" y="535"/>
                  </a:lnTo>
                  <a:lnTo>
                    <a:pt x="629" y="540"/>
                  </a:lnTo>
                  <a:lnTo>
                    <a:pt x="630" y="532"/>
                  </a:lnTo>
                  <a:lnTo>
                    <a:pt x="631" y="530"/>
                  </a:lnTo>
                  <a:lnTo>
                    <a:pt x="632" y="526"/>
                  </a:lnTo>
                  <a:lnTo>
                    <a:pt x="633" y="523"/>
                  </a:lnTo>
                  <a:lnTo>
                    <a:pt x="634" y="519"/>
                  </a:lnTo>
                  <a:lnTo>
                    <a:pt x="635" y="523"/>
                  </a:lnTo>
                  <a:lnTo>
                    <a:pt x="636" y="526"/>
                  </a:lnTo>
                  <a:lnTo>
                    <a:pt x="637" y="526"/>
                  </a:lnTo>
                  <a:lnTo>
                    <a:pt x="638" y="516"/>
                  </a:lnTo>
                  <a:lnTo>
                    <a:pt x="639" y="519"/>
                  </a:lnTo>
                  <a:lnTo>
                    <a:pt x="640" y="530"/>
                  </a:lnTo>
                  <a:lnTo>
                    <a:pt x="641" y="537"/>
                  </a:lnTo>
                  <a:lnTo>
                    <a:pt x="641" y="532"/>
                  </a:lnTo>
                  <a:lnTo>
                    <a:pt x="643" y="521"/>
                  </a:lnTo>
                  <a:lnTo>
                    <a:pt x="643" y="519"/>
                  </a:lnTo>
                  <a:lnTo>
                    <a:pt x="644" y="528"/>
                  </a:lnTo>
                  <a:lnTo>
                    <a:pt x="645" y="532"/>
                  </a:lnTo>
                  <a:lnTo>
                    <a:pt x="646" y="521"/>
                  </a:lnTo>
                  <a:lnTo>
                    <a:pt x="647" y="512"/>
                  </a:lnTo>
                  <a:lnTo>
                    <a:pt x="648" y="512"/>
                  </a:lnTo>
                  <a:lnTo>
                    <a:pt x="649" y="521"/>
                  </a:lnTo>
                  <a:lnTo>
                    <a:pt x="650" y="516"/>
                  </a:lnTo>
                  <a:lnTo>
                    <a:pt x="651" y="512"/>
                  </a:lnTo>
                  <a:lnTo>
                    <a:pt x="652" y="512"/>
                  </a:lnTo>
                  <a:lnTo>
                    <a:pt x="653" y="512"/>
                  </a:lnTo>
                  <a:lnTo>
                    <a:pt x="653" y="507"/>
                  </a:lnTo>
                  <a:lnTo>
                    <a:pt x="655" y="507"/>
                  </a:lnTo>
                  <a:lnTo>
                    <a:pt x="655" y="509"/>
                  </a:lnTo>
                  <a:lnTo>
                    <a:pt x="656" y="516"/>
                  </a:lnTo>
                  <a:lnTo>
                    <a:pt x="657" y="512"/>
                  </a:lnTo>
                  <a:lnTo>
                    <a:pt x="658" y="507"/>
                  </a:lnTo>
                  <a:lnTo>
                    <a:pt x="659" y="509"/>
                  </a:lnTo>
                  <a:lnTo>
                    <a:pt x="660" y="521"/>
                  </a:lnTo>
                  <a:lnTo>
                    <a:pt x="661" y="521"/>
                  </a:lnTo>
                  <a:lnTo>
                    <a:pt x="662" y="523"/>
                  </a:lnTo>
                  <a:lnTo>
                    <a:pt x="663" y="514"/>
                  </a:lnTo>
                  <a:lnTo>
                    <a:pt x="664" y="514"/>
                  </a:lnTo>
                  <a:lnTo>
                    <a:pt x="665" y="514"/>
                  </a:lnTo>
                  <a:lnTo>
                    <a:pt x="665" y="497"/>
                  </a:lnTo>
                  <a:lnTo>
                    <a:pt x="667" y="477"/>
                  </a:lnTo>
                  <a:lnTo>
                    <a:pt x="667" y="421"/>
                  </a:lnTo>
                  <a:lnTo>
                    <a:pt x="668" y="244"/>
                  </a:lnTo>
                  <a:lnTo>
                    <a:pt x="669" y="54"/>
                  </a:lnTo>
                  <a:lnTo>
                    <a:pt x="670" y="140"/>
                  </a:lnTo>
                  <a:lnTo>
                    <a:pt x="671" y="312"/>
                  </a:lnTo>
                  <a:lnTo>
                    <a:pt x="672" y="342"/>
                  </a:lnTo>
                  <a:lnTo>
                    <a:pt x="673" y="335"/>
                  </a:lnTo>
                  <a:lnTo>
                    <a:pt x="674" y="300"/>
                  </a:lnTo>
                  <a:lnTo>
                    <a:pt x="675" y="293"/>
                  </a:lnTo>
                  <a:lnTo>
                    <a:pt x="676" y="277"/>
                  </a:lnTo>
                  <a:lnTo>
                    <a:pt x="677" y="258"/>
                  </a:lnTo>
                  <a:lnTo>
                    <a:pt x="677" y="249"/>
                  </a:lnTo>
                  <a:lnTo>
                    <a:pt x="679" y="256"/>
                  </a:lnTo>
                  <a:lnTo>
                    <a:pt x="679" y="260"/>
                  </a:lnTo>
                  <a:lnTo>
                    <a:pt x="680" y="242"/>
                  </a:lnTo>
                  <a:lnTo>
                    <a:pt x="681" y="228"/>
                  </a:lnTo>
                  <a:lnTo>
                    <a:pt x="682" y="228"/>
                  </a:lnTo>
                  <a:lnTo>
                    <a:pt x="683" y="230"/>
                  </a:lnTo>
                  <a:lnTo>
                    <a:pt x="684" y="240"/>
                  </a:lnTo>
                  <a:lnTo>
                    <a:pt x="685" y="263"/>
                  </a:lnTo>
                  <a:lnTo>
                    <a:pt x="686" y="309"/>
                  </a:lnTo>
                  <a:lnTo>
                    <a:pt x="687" y="347"/>
                  </a:lnTo>
                  <a:lnTo>
                    <a:pt x="688" y="384"/>
                  </a:lnTo>
                  <a:lnTo>
                    <a:pt x="689" y="444"/>
                  </a:lnTo>
                  <a:lnTo>
                    <a:pt x="690" y="519"/>
                  </a:lnTo>
                  <a:lnTo>
                    <a:pt x="691" y="563"/>
                  </a:lnTo>
                  <a:lnTo>
                    <a:pt x="691" y="554"/>
                  </a:lnTo>
                  <a:lnTo>
                    <a:pt x="693" y="537"/>
                  </a:lnTo>
                  <a:lnTo>
                    <a:pt x="693" y="549"/>
                  </a:lnTo>
                  <a:lnTo>
                    <a:pt x="694" y="577"/>
                  </a:lnTo>
                  <a:lnTo>
                    <a:pt x="695" y="595"/>
                  </a:lnTo>
                  <a:lnTo>
                    <a:pt x="696" y="600"/>
                  </a:lnTo>
                  <a:lnTo>
                    <a:pt x="697" y="616"/>
                  </a:lnTo>
                  <a:lnTo>
                    <a:pt x="698" y="612"/>
                  </a:lnTo>
                  <a:lnTo>
                    <a:pt x="699" y="602"/>
                  </a:lnTo>
                  <a:lnTo>
                    <a:pt x="700" y="593"/>
                  </a:lnTo>
                  <a:lnTo>
                    <a:pt x="701" y="590"/>
                  </a:lnTo>
                  <a:lnTo>
                    <a:pt x="702" y="595"/>
                  </a:lnTo>
                  <a:lnTo>
                    <a:pt x="703" y="600"/>
                  </a:lnTo>
                  <a:lnTo>
                    <a:pt x="703" y="604"/>
                  </a:lnTo>
                  <a:lnTo>
                    <a:pt x="705" y="604"/>
                  </a:lnTo>
                  <a:lnTo>
                    <a:pt x="705" y="621"/>
                  </a:lnTo>
                  <a:lnTo>
                    <a:pt x="706" y="630"/>
                  </a:lnTo>
                  <a:lnTo>
                    <a:pt x="707" y="618"/>
                  </a:lnTo>
                  <a:lnTo>
                    <a:pt x="708" y="609"/>
                  </a:lnTo>
                  <a:lnTo>
                    <a:pt x="709" y="612"/>
                  </a:lnTo>
                  <a:lnTo>
                    <a:pt x="710" y="616"/>
                  </a:lnTo>
                  <a:lnTo>
                    <a:pt x="711" y="609"/>
                  </a:lnTo>
                  <a:lnTo>
                    <a:pt x="712" y="602"/>
                  </a:lnTo>
                  <a:lnTo>
                    <a:pt x="713" y="600"/>
                  </a:lnTo>
                  <a:lnTo>
                    <a:pt x="714" y="609"/>
                  </a:lnTo>
                  <a:lnTo>
                    <a:pt x="715" y="614"/>
                  </a:lnTo>
                  <a:lnTo>
                    <a:pt x="715" y="600"/>
                  </a:lnTo>
                  <a:lnTo>
                    <a:pt x="717" y="602"/>
                  </a:lnTo>
                  <a:lnTo>
                    <a:pt x="717" y="607"/>
                  </a:lnTo>
                  <a:lnTo>
                    <a:pt x="718" y="607"/>
                  </a:lnTo>
                  <a:lnTo>
                    <a:pt x="719" y="604"/>
                  </a:lnTo>
                  <a:lnTo>
                    <a:pt x="720" y="604"/>
                  </a:lnTo>
                  <a:lnTo>
                    <a:pt x="721" y="612"/>
                  </a:lnTo>
                  <a:lnTo>
                    <a:pt x="722" y="607"/>
                  </a:lnTo>
                  <a:lnTo>
                    <a:pt x="723" y="607"/>
                  </a:lnTo>
                  <a:lnTo>
                    <a:pt x="724" y="607"/>
                  </a:lnTo>
                  <a:lnTo>
                    <a:pt x="725" y="614"/>
                  </a:lnTo>
                  <a:lnTo>
                    <a:pt x="726" y="616"/>
                  </a:lnTo>
                  <a:lnTo>
                    <a:pt x="727" y="607"/>
                  </a:lnTo>
                  <a:lnTo>
                    <a:pt x="727" y="607"/>
                  </a:lnTo>
                  <a:lnTo>
                    <a:pt x="729" y="616"/>
                  </a:lnTo>
                  <a:lnTo>
                    <a:pt x="729" y="614"/>
                  </a:lnTo>
                  <a:lnTo>
                    <a:pt x="730" y="612"/>
                  </a:lnTo>
                  <a:lnTo>
                    <a:pt x="731" y="604"/>
                  </a:lnTo>
                  <a:lnTo>
                    <a:pt x="732" y="607"/>
                  </a:lnTo>
                  <a:lnTo>
                    <a:pt x="733" y="607"/>
                  </a:lnTo>
                  <a:lnTo>
                    <a:pt x="734" y="600"/>
                  </a:lnTo>
                  <a:lnTo>
                    <a:pt x="735" y="593"/>
                  </a:lnTo>
                  <a:lnTo>
                    <a:pt x="736" y="593"/>
                  </a:lnTo>
                  <a:lnTo>
                    <a:pt x="737" y="590"/>
                  </a:lnTo>
                  <a:lnTo>
                    <a:pt x="738" y="586"/>
                  </a:lnTo>
                  <a:lnTo>
                    <a:pt x="739" y="574"/>
                  </a:lnTo>
                  <a:lnTo>
                    <a:pt x="740" y="567"/>
                  </a:lnTo>
                  <a:lnTo>
                    <a:pt x="741" y="563"/>
                  </a:lnTo>
                  <a:lnTo>
                    <a:pt x="741" y="558"/>
                  </a:lnTo>
                  <a:lnTo>
                    <a:pt x="743" y="554"/>
                  </a:lnTo>
                  <a:lnTo>
                    <a:pt x="743" y="540"/>
                  </a:lnTo>
                  <a:lnTo>
                    <a:pt x="744" y="542"/>
                  </a:lnTo>
                  <a:lnTo>
                    <a:pt x="745" y="535"/>
                  </a:lnTo>
                  <a:lnTo>
                    <a:pt x="746" y="526"/>
                  </a:lnTo>
                  <a:lnTo>
                    <a:pt x="747" y="521"/>
                  </a:lnTo>
                  <a:lnTo>
                    <a:pt x="748" y="521"/>
                  </a:lnTo>
                  <a:lnTo>
                    <a:pt x="749" y="521"/>
                  </a:lnTo>
                  <a:lnTo>
                    <a:pt x="750" y="516"/>
                  </a:lnTo>
                  <a:lnTo>
                    <a:pt x="751" y="514"/>
                  </a:lnTo>
                  <a:lnTo>
                    <a:pt x="752" y="514"/>
                  </a:lnTo>
                  <a:lnTo>
                    <a:pt x="753" y="512"/>
                  </a:lnTo>
                  <a:lnTo>
                    <a:pt x="753" y="502"/>
                  </a:lnTo>
                  <a:lnTo>
                    <a:pt x="755" y="507"/>
                  </a:lnTo>
                  <a:lnTo>
                    <a:pt x="755" y="512"/>
                  </a:lnTo>
                  <a:lnTo>
                    <a:pt x="756" y="514"/>
                  </a:lnTo>
                  <a:lnTo>
                    <a:pt x="757" y="514"/>
                  </a:lnTo>
                  <a:lnTo>
                    <a:pt x="758" y="514"/>
                  </a:lnTo>
                  <a:lnTo>
                    <a:pt x="759" y="521"/>
                  </a:lnTo>
                  <a:lnTo>
                    <a:pt x="760" y="523"/>
                  </a:lnTo>
                  <a:lnTo>
                    <a:pt x="761" y="523"/>
                  </a:lnTo>
                  <a:lnTo>
                    <a:pt x="762" y="523"/>
                  </a:lnTo>
                  <a:lnTo>
                    <a:pt x="763" y="526"/>
                  </a:lnTo>
                  <a:lnTo>
                    <a:pt x="764" y="532"/>
                  </a:lnTo>
                  <a:lnTo>
                    <a:pt x="765" y="532"/>
                  </a:lnTo>
                  <a:lnTo>
                    <a:pt x="765" y="532"/>
                  </a:lnTo>
                  <a:lnTo>
                    <a:pt x="767" y="535"/>
                  </a:lnTo>
                  <a:lnTo>
                    <a:pt x="768" y="540"/>
                  </a:lnTo>
                  <a:lnTo>
                    <a:pt x="768" y="540"/>
                  </a:lnTo>
                  <a:lnTo>
                    <a:pt x="770" y="532"/>
                  </a:lnTo>
                  <a:lnTo>
                    <a:pt x="770" y="537"/>
                  </a:lnTo>
                  <a:lnTo>
                    <a:pt x="771" y="540"/>
                  </a:lnTo>
                  <a:lnTo>
                    <a:pt x="772" y="542"/>
                  </a:lnTo>
                  <a:lnTo>
                    <a:pt x="773" y="540"/>
                  </a:lnTo>
                  <a:lnTo>
                    <a:pt x="774" y="540"/>
                  </a:lnTo>
                  <a:lnTo>
                    <a:pt x="775" y="542"/>
                  </a:lnTo>
                  <a:lnTo>
                    <a:pt x="776" y="546"/>
                  </a:lnTo>
                  <a:lnTo>
                    <a:pt x="777" y="546"/>
                  </a:lnTo>
                  <a:lnTo>
                    <a:pt x="778" y="542"/>
                  </a:lnTo>
                  <a:lnTo>
                    <a:pt x="779" y="544"/>
                  </a:lnTo>
                  <a:lnTo>
                    <a:pt x="780" y="549"/>
                  </a:lnTo>
                  <a:lnTo>
                    <a:pt x="780" y="544"/>
                  </a:lnTo>
                  <a:lnTo>
                    <a:pt x="782" y="540"/>
                  </a:lnTo>
                  <a:lnTo>
                    <a:pt x="782" y="540"/>
                  </a:lnTo>
                  <a:lnTo>
                    <a:pt x="783" y="546"/>
                  </a:lnTo>
                  <a:lnTo>
                    <a:pt x="784" y="549"/>
                  </a:lnTo>
                  <a:lnTo>
                    <a:pt x="785" y="542"/>
                  </a:lnTo>
                  <a:lnTo>
                    <a:pt x="786" y="542"/>
                  </a:lnTo>
                  <a:lnTo>
                    <a:pt x="787" y="544"/>
                  </a:lnTo>
                  <a:lnTo>
                    <a:pt x="788" y="544"/>
                  </a:lnTo>
                  <a:lnTo>
                    <a:pt x="789" y="542"/>
                  </a:lnTo>
                  <a:lnTo>
                    <a:pt x="790" y="537"/>
                  </a:lnTo>
                  <a:lnTo>
                    <a:pt x="791" y="544"/>
                  </a:lnTo>
                  <a:lnTo>
                    <a:pt x="792" y="549"/>
                  </a:lnTo>
                  <a:lnTo>
                    <a:pt x="793" y="537"/>
                  </a:lnTo>
                  <a:lnTo>
                    <a:pt x="794" y="535"/>
                  </a:lnTo>
                  <a:lnTo>
                    <a:pt x="794" y="544"/>
                  </a:lnTo>
                  <a:lnTo>
                    <a:pt x="795" y="546"/>
                  </a:lnTo>
                  <a:lnTo>
                    <a:pt x="796" y="544"/>
                  </a:lnTo>
                  <a:lnTo>
                    <a:pt x="797" y="544"/>
                  </a:lnTo>
                  <a:lnTo>
                    <a:pt x="798" y="544"/>
                  </a:lnTo>
                  <a:lnTo>
                    <a:pt x="799" y="554"/>
                  </a:lnTo>
                  <a:lnTo>
                    <a:pt x="800" y="549"/>
                  </a:lnTo>
                  <a:lnTo>
                    <a:pt x="801" y="546"/>
                  </a:lnTo>
                  <a:lnTo>
                    <a:pt x="802" y="551"/>
                  </a:lnTo>
                  <a:lnTo>
                    <a:pt x="803" y="560"/>
                  </a:lnTo>
                  <a:lnTo>
                    <a:pt x="804" y="556"/>
                  </a:lnTo>
                  <a:lnTo>
                    <a:pt x="805" y="549"/>
                  </a:lnTo>
                  <a:lnTo>
                    <a:pt x="806" y="554"/>
                  </a:lnTo>
                  <a:lnTo>
                    <a:pt x="806" y="560"/>
                  </a:lnTo>
                  <a:lnTo>
                    <a:pt x="808" y="560"/>
                  </a:lnTo>
                  <a:lnTo>
                    <a:pt x="808" y="554"/>
                  </a:lnTo>
                  <a:lnTo>
                    <a:pt x="809" y="556"/>
                  </a:lnTo>
                  <a:lnTo>
                    <a:pt x="810" y="567"/>
                  </a:lnTo>
                  <a:lnTo>
                    <a:pt x="811" y="563"/>
                  </a:lnTo>
                  <a:lnTo>
                    <a:pt x="812" y="560"/>
                  </a:lnTo>
                  <a:lnTo>
                    <a:pt x="813" y="560"/>
                  </a:lnTo>
                  <a:lnTo>
                    <a:pt x="814" y="563"/>
                  </a:lnTo>
                  <a:lnTo>
                    <a:pt x="815" y="572"/>
                  </a:lnTo>
                  <a:lnTo>
                    <a:pt x="816" y="565"/>
                  </a:lnTo>
                  <a:lnTo>
                    <a:pt x="817" y="563"/>
                  </a:lnTo>
                  <a:lnTo>
                    <a:pt x="818" y="567"/>
                  </a:lnTo>
                  <a:lnTo>
                    <a:pt x="818" y="570"/>
                  </a:lnTo>
                  <a:lnTo>
                    <a:pt x="820" y="563"/>
                  </a:lnTo>
                  <a:lnTo>
                    <a:pt x="820" y="565"/>
                  </a:lnTo>
                  <a:lnTo>
                    <a:pt x="821" y="567"/>
                  </a:lnTo>
                  <a:lnTo>
                    <a:pt x="822" y="572"/>
                  </a:lnTo>
                  <a:lnTo>
                    <a:pt x="823" y="570"/>
                  </a:lnTo>
                  <a:lnTo>
                    <a:pt x="824" y="567"/>
                  </a:lnTo>
                  <a:lnTo>
                    <a:pt x="825" y="565"/>
                  </a:lnTo>
                  <a:lnTo>
                    <a:pt x="826" y="574"/>
                  </a:lnTo>
                  <a:lnTo>
                    <a:pt x="827" y="570"/>
                  </a:lnTo>
                  <a:lnTo>
                    <a:pt x="828" y="565"/>
                  </a:lnTo>
                  <a:lnTo>
                    <a:pt x="829" y="572"/>
                  </a:lnTo>
                  <a:lnTo>
                    <a:pt x="830" y="577"/>
                  </a:lnTo>
                  <a:lnTo>
                    <a:pt x="830" y="577"/>
                  </a:lnTo>
                  <a:lnTo>
                    <a:pt x="832" y="570"/>
                  </a:lnTo>
                  <a:lnTo>
                    <a:pt x="832" y="570"/>
                  </a:lnTo>
                  <a:lnTo>
                    <a:pt x="833" y="577"/>
                  </a:lnTo>
                  <a:lnTo>
                    <a:pt x="834" y="577"/>
                  </a:lnTo>
                  <a:lnTo>
                    <a:pt x="835" y="574"/>
                  </a:lnTo>
                  <a:lnTo>
                    <a:pt x="836" y="574"/>
                  </a:lnTo>
                  <a:lnTo>
                    <a:pt x="837" y="574"/>
                  </a:lnTo>
                  <a:lnTo>
                    <a:pt x="838" y="577"/>
                  </a:lnTo>
                  <a:lnTo>
                    <a:pt x="839" y="572"/>
                  </a:lnTo>
                  <a:lnTo>
                    <a:pt x="840" y="567"/>
                  </a:lnTo>
                  <a:lnTo>
                    <a:pt x="841" y="572"/>
                  </a:lnTo>
                  <a:lnTo>
                    <a:pt x="842" y="574"/>
                  </a:lnTo>
                  <a:lnTo>
                    <a:pt x="843" y="572"/>
                  </a:lnTo>
                  <a:lnTo>
                    <a:pt x="844" y="570"/>
                  </a:lnTo>
                  <a:lnTo>
                    <a:pt x="844" y="572"/>
                  </a:lnTo>
                  <a:lnTo>
                    <a:pt x="845" y="574"/>
                  </a:lnTo>
                  <a:lnTo>
                    <a:pt x="846" y="572"/>
                  </a:lnTo>
                  <a:lnTo>
                    <a:pt x="847" y="567"/>
                  </a:lnTo>
                  <a:lnTo>
                    <a:pt x="848" y="570"/>
                  </a:lnTo>
                  <a:lnTo>
                    <a:pt x="849" y="565"/>
                  </a:lnTo>
                  <a:lnTo>
                    <a:pt x="850" y="565"/>
                  </a:lnTo>
                  <a:lnTo>
                    <a:pt x="851" y="558"/>
                  </a:lnTo>
                  <a:lnTo>
                    <a:pt x="852" y="560"/>
                  </a:lnTo>
                  <a:lnTo>
                    <a:pt x="853" y="556"/>
                  </a:lnTo>
                  <a:lnTo>
                    <a:pt x="854" y="542"/>
                  </a:lnTo>
                  <a:lnTo>
                    <a:pt x="855" y="516"/>
                  </a:lnTo>
                  <a:lnTo>
                    <a:pt x="856" y="456"/>
                  </a:lnTo>
                  <a:lnTo>
                    <a:pt x="856" y="291"/>
                  </a:lnTo>
                  <a:lnTo>
                    <a:pt x="858" y="103"/>
                  </a:lnTo>
                  <a:lnTo>
                    <a:pt x="858" y="68"/>
                  </a:lnTo>
                  <a:lnTo>
                    <a:pt x="859" y="300"/>
                  </a:lnTo>
                  <a:lnTo>
                    <a:pt x="860" y="358"/>
                  </a:lnTo>
                  <a:lnTo>
                    <a:pt x="861" y="354"/>
                  </a:lnTo>
                  <a:lnTo>
                    <a:pt x="862" y="342"/>
                  </a:lnTo>
                  <a:lnTo>
                    <a:pt x="863" y="340"/>
                  </a:lnTo>
                  <a:lnTo>
                    <a:pt x="864" y="335"/>
                  </a:lnTo>
                  <a:lnTo>
                    <a:pt x="865" y="332"/>
                  </a:lnTo>
                  <a:lnTo>
                    <a:pt x="866" y="323"/>
                  </a:lnTo>
                  <a:lnTo>
                    <a:pt x="867" y="321"/>
                  </a:lnTo>
                  <a:lnTo>
                    <a:pt x="868" y="323"/>
                  </a:lnTo>
                  <a:lnTo>
                    <a:pt x="868" y="326"/>
                  </a:lnTo>
                  <a:lnTo>
                    <a:pt x="870" y="321"/>
                  </a:lnTo>
                  <a:lnTo>
                    <a:pt x="870" y="326"/>
                  </a:lnTo>
                  <a:lnTo>
                    <a:pt x="871" y="335"/>
                  </a:lnTo>
                  <a:lnTo>
                    <a:pt x="872" y="351"/>
                  </a:lnTo>
                  <a:lnTo>
                    <a:pt x="873" y="370"/>
                  </a:lnTo>
                  <a:lnTo>
                    <a:pt x="874" y="416"/>
                  </a:lnTo>
                  <a:lnTo>
                    <a:pt x="875" y="463"/>
                  </a:lnTo>
                  <a:lnTo>
                    <a:pt x="876" y="505"/>
                  </a:lnTo>
                  <a:lnTo>
                    <a:pt x="877" y="563"/>
                  </a:lnTo>
                  <a:lnTo>
                    <a:pt x="878" y="607"/>
                  </a:lnTo>
                  <a:lnTo>
                    <a:pt x="879" y="628"/>
                  </a:lnTo>
                  <a:lnTo>
                    <a:pt x="880" y="618"/>
                  </a:lnTo>
                  <a:lnTo>
                    <a:pt x="880" y="595"/>
                  </a:lnTo>
                  <a:lnTo>
                    <a:pt x="882" y="586"/>
                  </a:lnTo>
                  <a:lnTo>
                    <a:pt x="882" y="581"/>
                  </a:lnTo>
                  <a:lnTo>
                    <a:pt x="883" y="595"/>
                  </a:lnTo>
                  <a:lnTo>
                    <a:pt x="884" y="609"/>
                  </a:lnTo>
                  <a:lnTo>
                    <a:pt x="885" y="612"/>
                  </a:lnTo>
                  <a:lnTo>
                    <a:pt x="886" y="612"/>
                  </a:lnTo>
                  <a:lnTo>
                    <a:pt x="887" y="604"/>
                  </a:lnTo>
                  <a:lnTo>
                    <a:pt x="888" y="609"/>
                  </a:lnTo>
                  <a:lnTo>
                    <a:pt x="889" y="609"/>
                  </a:lnTo>
                  <a:lnTo>
                    <a:pt x="890" y="612"/>
                  </a:lnTo>
                  <a:lnTo>
                    <a:pt x="891" y="618"/>
                  </a:lnTo>
                  <a:lnTo>
                    <a:pt x="892" y="628"/>
                  </a:lnTo>
                  <a:lnTo>
                    <a:pt x="892" y="637"/>
                  </a:lnTo>
                  <a:lnTo>
                    <a:pt x="894" y="642"/>
                  </a:lnTo>
                  <a:lnTo>
                    <a:pt x="894" y="656"/>
                  </a:lnTo>
                  <a:lnTo>
                    <a:pt x="895" y="651"/>
                  </a:lnTo>
                  <a:lnTo>
                    <a:pt x="896" y="646"/>
                  </a:lnTo>
                  <a:lnTo>
                    <a:pt x="897" y="644"/>
                  </a:lnTo>
                  <a:lnTo>
                    <a:pt x="898" y="649"/>
                  </a:lnTo>
                  <a:lnTo>
                    <a:pt x="899" y="651"/>
                  </a:lnTo>
                  <a:lnTo>
                    <a:pt x="900" y="653"/>
                  </a:lnTo>
                  <a:lnTo>
                    <a:pt x="901" y="644"/>
                  </a:lnTo>
                  <a:lnTo>
                    <a:pt x="902" y="644"/>
                  </a:lnTo>
                  <a:lnTo>
                    <a:pt x="903" y="651"/>
                  </a:lnTo>
                  <a:lnTo>
                    <a:pt x="904" y="646"/>
                  </a:lnTo>
                  <a:lnTo>
                    <a:pt x="905" y="646"/>
                  </a:lnTo>
                  <a:lnTo>
                    <a:pt x="906" y="644"/>
                  </a:lnTo>
                  <a:lnTo>
                    <a:pt x="906" y="649"/>
                  </a:lnTo>
                  <a:lnTo>
                    <a:pt x="908" y="649"/>
                  </a:lnTo>
                  <a:lnTo>
                    <a:pt x="908" y="646"/>
                  </a:lnTo>
                  <a:lnTo>
                    <a:pt x="909" y="644"/>
                  </a:lnTo>
                  <a:lnTo>
                    <a:pt x="910" y="646"/>
                  </a:lnTo>
                  <a:lnTo>
                    <a:pt x="911" y="651"/>
                  </a:lnTo>
                  <a:lnTo>
                    <a:pt x="912" y="644"/>
                  </a:lnTo>
                  <a:lnTo>
                    <a:pt x="913" y="642"/>
                  </a:lnTo>
                  <a:lnTo>
                    <a:pt x="914" y="649"/>
                  </a:lnTo>
                  <a:lnTo>
                    <a:pt x="915" y="651"/>
                  </a:lnTo>
                  <a:lnTo>
                    <a:pt x="916" y="644"/>
                  </a:lnTo>
                  <a:lnTo>
                    <a:pt x="917" y="637"/>
                  </a:lnTo>
                  <a:lnTo>
                    <a:pt x="918" y="642"/>
                  </a:lnTo>
                  <a:lnTo>
                    <a:pt x="918" y="644"/>
                  </a:lnTo>
                  <a:lnTo>
                    <a:pt x="920" y="637"/>
                  </a:lnTo>
                  <a:lnTo>
                    <a:pt x="920" y="635"/>
                  </a:lnTo>
                  <a:lnTo>
                    <a:pt x="921" y="630"/>
                  </a:lnTo>
                  <a:lnTo>
                    <a:pt x="922" y="630"/>
                  </a:lnTo>
                  <a:lnTo>
                    <a:pt x="923" y="628"/>
                  </a:lnTo>
                  <a:lnTo>
                    <a:pt x="924" y="621"/>
                  </a:lnTo>
                  <a:lnTo>
                    <a:pt x="925" y="616"/>
                  </a:lnTo>
                  <a:lnTo>
                    <a:pt x="926" y="612"/>
                  </a:lnTo>
                  <a:lnTo>
                    <a:pt x="927" y="604"/>
                  </a:lnTo>
                  <a:lnTo>
                    <a:pt x="928" y="602"/>
                  </a:lnTo>
                  <a:lnTo>
                    <a:pt x="929" y="586"/>
                  </a:lnTo>
                  <a:lnTo>
                    <a:pt x="930" y="586"/>
                  </a:lnTo>
                  <a:lnTo>
                    <a:pt x="930" y="577"/>
                  </a:lnTo>
                  <a:lnTo>
                    <a:pt x="932" y="570"/>
                  </a:lnTo>
                  <a:lnTo>
                    <a:pt x="933" y="565"/>
                  </a:lnTo>
                  <a:lnTo>
                    <a:pt x="933" y="556"/>
                  </a:lnTo>
                  <a:lnTo>
                    <a:pt x="935" y="556"/>
                  </a:lnTo>
                  <a:lnTo>
                    <a:pt x="935" y="549"/>
                  </a:lnTo>
                  <a:lnTo>
                    <a:pt x="936" y="540"/>
                  </a:lnTo>
                  <a:lnTo>
                    <a:pt x="937" y="540"/>
                  </a:lnTo>
                  <a:lnTo>
                    <a:pt x="938" y="535"/>
                  </a:lnTo>
                  <a:lnTo>
                    <a:pt x="939" y="528"/>
                  </a:lnTo>
                  <a:lnTo>
                    <a:pt x="940" y="523"/>
                  </a:lnTo>
                  <a:lnTo>
                    <a:pt x="941" y="523"/>
                  </a:lnTo>
                  <a:lnTo>
                    <a:pt x="942" y="523"/>
                  </a:lnTo>
                  <a:lnTo>
                    <a:pt x="943" y="521"/>
                  </a:lnTo>
                  <a:lnTo>
                    <a:pt x="944" y="521"/>
                  </a:lnTo>
                  <a:lnTo>
                    <a:pt x="945" y="523"/>
                  </a:lnTo>
                  <a:lnTo>
                    <a:pt x="945" y="528"/>
                  </a:lnTo>
                  <a:lnTo>
                    <a:pt x="947" y="532"/>
                  </a:lnTo>
                  <a:lnTo>
                    <a:pt x="947" y="526"/>
                  </a:lnTo>
                  <a:lnTo>
                    <a:pt x="948" y="526"/>
                  </a:lnTo>
                  <a:lnTo>
                    <a:pt x="949" y="528"/>
                  </a:lnTo>
                  <a:lnTo>
                    <a:pt x="950" y="540"/>
                  </a:lnTo>
                  <a:lnTo>
                    <a:pt x="951" y="537"/>
                  </a:lnTo>
                  <a:lnTo>
                    <a:pt x="952" y="535"/>
                  </a:lnTo>
                  <a:lnTo>
                    <a:pt x="953" y="537"/>
                  </a:lnTo>
                  <a:lnTo>
                    <a:pt x="954" y="546"/>
                  </a:lnTo>
                  <a:lnTo>
                    <a:pt x="955" y="542"/>
                  </a:lnTo>
                  <a:lnTo>
                    <a:pt x="956" y="546"/>
                  </a:lnTo>
                  <a:lnTo>
                    <a:pt x="957" y="556"/>
                  </a:lnTo>
                  <a:lnTo>
                    <a:pt x="958" y="560"/>
                  </a:lnTo>
                  <a:lnTo>
                    <a:pt x="959" y="546"/>
                  </a:lnTo>
                  <a:lnTo>
                    <a:pt x="959" y="544"/>
                  </a:lnTo>
                  <a:lnTo>
                    <a:pt x="960" y="554"/>
                  </a:lnTo>
                  <a:lnTo>
                    <a:pt x="961" y="558"/>
                  </a:lnTo>
                  <a:lnTo>
                    <a:pt x="962" y="556"/>
                  </a:lnTo>
                  <a:lnTo>
                    <a:pt x="963" y="554"/>
                  </a:lnTo>
                  <a:lnTo>
                    <a:pt x="964" y="554"/>
                  </a:lnTo>
                  <a:lnTo>
                    <a:pt x="965" y="558"/>
                  </a:lnTo>
                  <a:lnTo>
                    <a:pt x="966" y="551"/>
                  </a:lnTo>
                  <a:lnTo>
                    <a:pt x="967" y="544"/>
                  </a:lnTo>
                  <a:lnTo>
                    <a:pt x="968" y="554"/>
                  </a:lnTo>
                  <a:lnTo>
                    <a:pt x="969" y="560"/>
                  </a:lnTo>
                  <a:lnTo>
                    <a:pt x="970" y="560"/>
                  </a:lnTo>
                  <a:lnTo>
                    <a:pt x="971" y="551"/>
                  </a:lnTo>
                  <a:lnTo>
                    <a:pt x="971" y="551"/>
                  </a:lnTo>
                  <a:lnTo>
                    <a:pt x="973" y="560"/>
                  </a:lnTo>
                  <a:lnTo>
                    <a:pt x="973" y="560"/>
                  </a:lnTo>
                  <a:lnTo>
                    <a:pt x="974" y="558"/>
                  </a:lnTo>
                  <a:lnTo>
                    <a:pt x="975" y="551"/>
                  </a:lnTo>
                  <a:lnTo>
                    <a:pt x="976" y="558"/>
                  </a:lnTo>
                  <a:lnTo>
                    <a:pt x="977" y="565"/>
                  </a:lnTo>
                  <a:lnTo>
                    <a:pt x="978" y="558"/>
                  </a:lnTo>
                  <a:lnTo>
                    <a:pt x="979" y="563"/>
                  </a:lnTo>
                  <a:lnTo>
                    <a:pt x="980" y="567"/>
                  </a:lnTo>
                  <a:lnTo>
                    <a:pt x="981" y="572"/>
                  </a:lnTo>
                  <a:lnTo>
                    <a:pt x="982" y="567"/>
                  </a:lnTo>
                  <a:lnTo>
                    <a:pt x="983" y="565"/>
                  </a:lnTo>
                  <a:lnTo>
                    <a:pt x="983" y="570"/>
                  </a:lnTo>
                  <a:lnTo>
                    <a:pt x="985" y="574"/>
                  </a:lnTo>
                  <a:lnTo>
                    <a:pt x="985" y="572"/>
                  </a:lnTo>
                  <a:lnTo>
                    <a:pt x="986" y="570"/>
                  </a:lnTo>
                  <a:lnTo>
                    <a:pt x="987" y="570"/>
                  </a:lnTo>
                  <a:lnTo>
                    <a:pt x="988" y="567"/>
                  </a:lnTo>
                  <a:lnTo>
                    <a:pt x="989" y="567"/>
                  </a:lnTo>
                  <a:lnTo>
                    <a:pt x="990" y="565"/>
                  </a:lnTo>
                  <a:lnTo>
                    <a:pt x="991" y="570"/>
                  </a:lnTo>
                  <a:lnTo>
                    <a:pt x="992" y="579"/>
                  </a:lnTo>
                  <a:lnTo>
                    <a:pt x="993" y="579"/>
                  </a:lnTo>
                  <a:lnTo>
                    <a:pt x="994" y="574"/>
                  </a:lnTo>
                  <a:lnTo>
                    <a:pt x="995" y="572"/>
                  </a:lnTo>
                  <a:lnTo>
                    <a:pt x="995" y="574"/>
                  </a:lnTo>
                  <a:lnTo>
                    <a:pt x="997" y="572"/>
                  </a:lnTo>
                  <a:lnTo>
                    <a:pt x="997" y="567"/>
                  </a:lnTo>
                  <a:lnTo>
                    <a:pt x="998" y="570"/>
                  </a:lnTo>
                  <a:lnTo>
                    <a:pt x="999" y="584"/>
                  </a:lnTo>
                  <a:lnTo>
                    <a:pt x="1000" y="590"/>
                  </a:lnTo>
                  <a:lnTo>
                    <a:pt x="1001" y="584"/>
                  </a:lnTo>
                  <a:lnTo>
                    <a:pt x="1002" y="581"/>
                  </a:lnTo>
                  <a:lnTo>
                    <a:pt x="1003" y="586"/>
                  </a:lnTo>
                  <a:lnTo>
                    <a:pt x="1004" y="593"/>
                  </a:lnTo>
                  <a:lnTo>
                    <a:pt x="1005" y="586"/>
                  </a:lnTo>
                  <a:lnTo>
                    <a:pt x="1006" y="584"/>
                  </a:lnTo>
                  <a:lnTo>
                    <a:pt x="1007" y="590"/>
                  </a:lnTo>
                  <a:lnTo>
                    <a:pt x="1008" y="595"/>
                  </a:lnTo>
                  <a:lnTo>
                    <a:pt x="1009" y="586"/>
                  </a:lnTo>
                  <a:lnTo>
                    <a:pt x="1009" y="579"/>
                  </a:lnTo>
                  <a:lnTo>
                    <a:pt x="1010" y="581"/>
                  </a:lnTo>
                  <a:lnTo>
                    <a:pt x="1011" y="579"/>
                  </a:lnTo>
                  <a:lnTo>
                    <a:pt x="1012" y="574"/>
                  </a:lnTo>
                  <a:lnTo>
                    <a:pt x="1013" y="572"/>
                  </a:lnTo>
                  <a:lnTo>
                    <a:pt x="1014" y="577"/>
                  </a:lnTo>
                  <a:lnTo>
                    <a:pt x="1015" y="584"/>
                  </a:lnTo>
                  <a:lnTo>
                    <a:pt x="1016" y="579"/>
                  </a:lnTo>
                  <a:lnTo>
                    <a:pt x="1017" y="572"/>
                  </a:lnTo>
                  <a:lnTo>
                    <a:pt x="1018" y="581"/>
                  </a:lnTo>
                  <a:lnTo>
                    <a:pt x="1019" y="584"/>
                  </a:lnTo>
                  <a:lnTo>
                    <a:pt x="1020" y="588"/>
                  </a:lnTo>
                  <a:lnTo>
                    <a:pt x="1021" y="586"/>
                  </a:lnTo>
                  <a:lnTo>
                    <a:pt x="1021" y="572"/>
                  </a:lnTo>
                  <a:lnTo>
                    <a:pt x="1023" y="572"/>
                  </a:lnTo>
                  <a:lnTo>
                    <a:pt x="1023" y="579"/>
                  </a:lnTo>
                  <a:lnTo>
                    <a:pt x="1024" y="581"/>
                  </a:lnTo>
                  <a:lnTo>
                    <a:pt x="1025" y="577"/>
                  </a:lnTo>
                  <a:lnTo>
                    <a:pt x="1026" y="584"/>
                  </a:lnTo>
                  <a:lnTo>
                    <a:pt x="1027" y="590"/>
                  </a:lnTo>
                  <a:lnTo>
                    <a:pt x="1028" y="579"/>
                  </a:lnTo>
                  <a:lnTo>
                    <a:pt x="1029" y="577"/>
                  </a:lnTo>
                  <a:lnTo>
                    <a:pt x="1030" y="581"/>
                  </a:lnTo>
                  <a:lnTo>
                    <a:pt x="1031" y="586"/>
                  </a:lnTo>
                  <a:lnTo>
                    <a:pt x="1032" y="574"/>
                  </a:lnTo>
                  <a:lnTo>
                    <a:pt x="1033" y="574"/>
                  </a:lnTo>
                  <a:lnTo>
                    <a:pt x="1033" y="572"/>
                  </a:lnTo>
                  <a:lnTo>
                    <a:pt x="1035" y="565"/>
                  </a:lnTo>
                  <a:lnTo>
                    <a:pt x="1035" y="567"/>
                  </a:lnTo>
                  <a:lnTo>
                    <a:pt x="1036" y="563"/>
                  </a:lnTo>
                  <a:lnTo>
                    <a:pt x="1037" y="565"/>
                  </a:lnTo>
                  <a:lnTo>
                    <a:pt x="1038" y="565"/>
                  </a:lnTo>
                  <a:lnTo>
                    <a:pt x="1039" y="551"/>
                  </a:lnTo>
                  <a:lnTo>
                    <a:pt x="1040" y="516"/>
                  </a:lnTo>
                  <a:lnTo>
                    <a:pt x="1041" y="439"/>
                  </a:lnTo>
                  <a:lnTo>
                    <a:pt x="1042" y="244"/>
                  </a:lnTo>
                  <a:lnTo>
                    <a:pt x="1043" y="98"/>
                  </a:lnTo>
                  <a:lnTo>
                    <a:pt x="1044" y="89"/>
                  </a:lnTo>
                  <a:lnTo>
                    <a:pt x="1045" y="356"/>
                  </a:lnTo>
                  <a:lnTo>
                    <a:pt x="1045" y="379"/>
                  </a:lnTo>
                  <a:lnTo>
                    <a:pt x="1047" y="370"/>
                  </a:lnTo>
                  <a:lnTo>
                    <a:pt x="1047" y="358"/>
                  </a:lnTo>
                  <a:lnTo>
                    <a:pt x="1048" y="354"/>
                  </a:lnTo>
                  <a:lnTo>
                    <a:pt x="1049" y="344"/>
                  </a:lnTo>
                  <a:lnTo>
                    <a:pt x="1050" y="344"/>
                  </a:lnTo>
                  <a:lnTo>
                    <a:pt x="1051" y="347"/>
                  </a:lnTo>
                  <a:lnTo>
                    <a:pt x="1052" y="356"/>
                  </a:lnTo>
                  <a:lnTo>
                    <a:pt x="1053" y="365"/>
                  </a:lnTo>
                  <a:lnTo>
                    <a:pt x="1054" y="370"/>
                  </a:lnTo>
                  <a:lnTo>
                    <a:pt x="1055" y="367"/>
                  </a:lnTo>
                  <a:lnTo>
                    <a:pt x="1056" y="363"/>
                  </a:lnTo>
                  <a:lnTo>
                    <a:pt x="1057" y="372"/>
                  </a:lnTo>
                  <a:lnTo>
                    <a:pt x="1058" y="400"/>
                  </a:lnTo>
                  <a:lnTo>
                    <a:pt x="1059" y="449"/>
                  </a:lnTo>
                  <a:lnTo>
                    <a:pt x="1059" y="491"/>
                  </a:lnTo>
                  <a:lnTo>
                    <a:pt x="1060" y="528"/>
                  </a:lnTo>
                  <a:lnTo>
                    <a:pt x="1061" y="590"/>
                  </a:lnTo>
                  <a:lnTo>
                    <a:pt x="1062" y="651"/>
                  </a:lnTo>
                  <a:lnTo>
                    <a:pt x="1063" y="665"/>
                  </a:lnTo>
                  <a:lnTo>
                    <a:pt x="1064" y="642"/>
                  </a:lnTo>
                  <a:lnTo>
                    <a:pt x="1065" y="628"/>
                  </a:lnTo>
                  <a:lnTo>
                    <a:pt x="1066" y="632"/>
                  </a:lnTo>
                  <a:lnTo>
                    <a:pt x="1067" y="635"/>
                  </a:lnTo>
                  <a:lnTo>
                    <a:pt x="1068" y="653"/>
                  </a:lnTo>
                  <a:lnTo>
                    <a:pt x="1069" y="665"/>
                  </a:lnTo>
                  <a:lnTo>
                    <a:pt x="1070" y="660"/>
                  </a:lnTo>
                  <a:lnTo>
                    <a:pt x="1071" y="646"/>
                  </a:lnTo>
                  <a:lnTo>
                    <a:pt x="1071" y="639"/>
                  </a:lnTo>
                  <a:lnTo>
                    <a:pt x="1073" y="626"/>
                  </a:lnTo>
                  <a:lnTo>
                    <a:pt x="1073" y="618"/>
                  </a:lnTo>
                  <a:lnTo>
                    <a:pt x="1074" y="612"/>
                  </a:lnTo>
                  <a:lnTo>
                    <a:pt x="1075" y="609"/>
                  </a:lnTo>
                  <a:lnTo>
                    <a:pt x="1076" y="614"/>
                  </a:lnTo>
                  <a:lnTo>
                    <a:pt x="1077" y="630"/>
                  </a:lnTo>
                  <a:lnTo>
                    <a:pt x="1078" y="632"/>
                  </a:lnTo>
                  <a:lnTo>
                    <a:pt x="1079" y="637"/>
                  </a:lnTo>
                  <a:lnTo>
                    <a:pt x="1080" y="626"/>
                  </a:lnTo>
                  <a:lnTo>
                    <a:pt x="1081" y="621"/>
                  </a:lnTo>
                  <a:lnTo>
                    <a:pt x="1082" y="616"/>
                  </a:lnTo>
                  <a:lnTo>
                    <a:pt x="1083" y="621"/>
                  </a:lnTo>
                  <a:lnTo>
                    <a:pt x="1083" y="642"/>
                  </a:lnTo>
                  <a:lnTo>
                    <a:pt x="1085" y="649"/>
                  </a:lnTo>
                  <a:lnTo>
                    <a:pt x="1085" y="642"/>
                  </a:lnTo>
                  <a:lnTo>
                    <a:pt x="1086" y="630"/>
                  </a:lnTo>
                  <a:lnTo>
                    <a:pt x="1087" y="623"/>
                  </a:lnTo>
                  <a:lnTo>
                    <a:pt x="1088" y="628"/>
                  </a:lnTo>
                  <a:lnTo>
                    <a:pt x="1089" y="626"/>
                  </a:lnTo>
                  <a:lnTo>
                    <a:pt x="1090" y="623"/>
                  </a:lnTo>
                  <a:lnTo>
                    <a:pt x="1091" y="621"/>
                  </a:lnTo>
                  <a:lnTo>
                    <a:pt x="1092" y="639"/>
                  </a:lnTo>
                  <a:lnTo>
                    <a:pt x="1093" y="644"/>
                  </a:lnTo>
                  <a:lnTo>
                    <a:pt x="1094" y="637"/>
                  </a:lnTo>
                  <a:lnTo>
                    <a:pt x="1095" y="644"/>
                  </a:lnTo>
                  <a:lnTo>
                    <a:pt x="1095" y="646"/>
                  </a:lnTo>
                  <a:lnTo>
                    <a:pt x="1097" y="656"/>
                  </a:lnTo>
                  <a:lnTo>
                    <a:pt x="1098" y="651"/>
                  </a:lnTo>
                  <a:lnTo>
                    <a:pt x="1098" y="653"/>
                  </a:lnTo>
                  <a:lnTo>
                    <a:pt x="1100" y="660"/>
                  </a:lnTo>
                  <a:lnTo>
                    <a:pt x="1100" y="658"/>
                  </a:lnTo>
                  <a:lnTo>
                    <a:pt x="1101" y="637"/>
                  </a:lnTo>
                  <a:lnTo>
                    <a:pt x="1102" y="628"/>
                  </a:lnTo>
                  <a:lnTo>
                    <a:pt x="1103" y="630"/>
                  </a:lnTo>
                  <a:lnTo>
                    <a:pt x="1104" y="632"/>
                  </a:lnTo>
                  <a:lnTo>
                    <a:pt x="1105" y="637"/>
                  </a:lnTo>
                  <a:lnTo>
                    <a:pt x="1106" y="626"/>
                  </a:lnTo>
                  <a:lnTo>
                    <a:pt x="1107" y="621"/>
                  </a:lnTo>
                  <a:lnTo>
                    <a:pt x="1108" y="623"/>
                  </a:lnTo>
                  <a:lnTo>
                    <a:pt x="1109" y="626"/>
                  </a:lnTo>
                  <a:lnTo>
                    <a:pt x="1110" y="616"/>
                  </a:lnTo>
                  <a:lnTo>
                    <a:pt x="1110" y="609"/>
                  </a:lnTo>
                  <a:lnTo>
                    <a:pt x="1112" y="598"/>
                  </a:lnTo>
                  <a:lnTo>
                    <a:pt x="1112" y="588"/>
                  </a:lnTo>
                  <a:lnTo>
                    <a:pt x="1113" y="584"/>
                  </a:lnTo>
                  <a:lnTo>
                    <a:pt x="1114" y="577"/>
                  </a:lnTo>
                  <a:lnTo>
                    <a:pt x="1115" y="572"/>
                  </a:lnTo>
                  <a:lnTo>
                    <a:pt x="1116" y="556"/>
                  </a:lnTo>
                  <a:lnTo>
                    <a:pt x="1117" y="537"/>
                  </a:lnTo>
                  <a:lnTo>
                    <a:pt x="1118" y="530"/>
                  </a:lnTo>
                  <a:lnTo>
                    <a:pt x="1119" y="532"/>
                  </a:lnTo>
                  <a:lnTo>
                    <a:pt x="1120" y="519"/>
                  </a:lnTo>
                  <a:lnTo>
                    <a:pt x="1121" y="505"/>
                  </a:lnTo>
                  <a:lnTo>
                    <a:pt x="1122" y="502"/>
                  </a:lnTo>
                  <a:lnTo>
                    <a:pt x="1123" y="507"/>
                  </a:lnTo>
                  <a:lnTo>
                    <a:pt x="1124" y="507"/>
                  </a:lnTo>
                  <a:lnTo>
                    <a:pt x="1124" y="502"/>
                  </a:lnTo>
                  <a:lnTo>
                    <a:pt x="1125" y="497"/>
                  </a:lnTo>
                  <a:lnTo>
                    <a:pt x="1126" y="500"/>
                  </a:lnTo>
                  <a:lnTo>
                    <a:pt x="1127" y="502"/>
                  </a:lnTo>
                  <a:lnTo>
                    <a:pt x="1128" y="502"/>
                  </a:lnTo>
                  <a:lnTo>
                    <a:pt x="1129" y="502"/>
                  </a:lnTo>
                  <a:lnTo>
                    <a:pt x="1130" y="512"/>
                  </a:lnTo>
                  <a:lnTo>
                    <a:pt x="1131" y="519"/>
                  </a:lnTo>
                  <a:lnTo>
                    <a:pt x="1132" y="512"/>
                  </a:lnTo>
                  <a:lnTo>
                    <a:pt x="1133" y="514"/>
                  </a:lnTo>
                  <a:lnTo>
                    <a:pt x="1134" y="526"/>
                  </a:lnTo>
                  <a:lnTo>
                    <a:pt x="1135" y="537"/>
                  </a:lnTo>
                  <a:lnTo>
                    <a:pt x="1136" y="530"/>
                  </a:lnTo>
                  <a:lnTo>
                    <a:pt x="1136" y="528"/>
                  </a:lnTo>
                  <a:lnTo>
                    <a:pt x="1138" y="535"/>
                  </a:lnTo>
                  <a:lnTo>
                    <a:pt x="1138" y="549"/>
                  </a:lnTo>
                  <a:lnTo>
                    <a:pt x="1139" y="554"/>
                  </a:lnTo>
                  <a:lnTo>
                    <a:pt x="1140" y="549"/>
                  </a:lnTo>
                  <a:lnTo>
                    <a:pt x="1141" y="546"/>
                  </a:lnTo>
                  <a:lnTo>
                    <a:pt x="1142" y="551"/>
                  </a:lnTo>
                  <a:lnTo>
                    <a:pt x="1143" y="554"/>
                  </a:lnTo>
                  <a:lnTo>
                    <a:pt x="1144" y="546"/>
                  </a:lnTo>
                  <a:lnTo>
                    <a:pt x="1145" y="546"/>
                  </a:lnTo>
                  <a:lnTo>
                    <a:pt x="1146" y="556"/>
                  </a:lnTo>
                  <a:lnTo>
                    <a:pt x="1147" y="565"/>
                  </a:lnTo>
                  <a:lnTo>
                    <a:pt x="1148" y="570"/>
                  </a:lnTo>
                  <a:lnTo>
                    <a:pt x="1148" y="565"/>
                  </a:lnTo>
                  <a:lnTo>
                    <a:pt x="1150" y="563"/>
                  </a:lnTo>
                  <a:lnTo>
                    <a:pt x="1150" y="563"/>
                  </a:lnTo>
                  <a:lnTo>
                    <a:pt x="1151" y="558"/>
                  </a:lnTo>
                  <a:lnTo>
                    <a:pt x="1152" y="558"/>
                  </a:lnTo>
                  <a:lnTo>
                    <a:pt x="1153" y="560"/>
                  </a:lnTo>
                  <a:lnTo>
                    <a:pt x="1154" y="572"/>
                  </a:lnTo>
                  <a:lnTo>
                    <a:pt x="1155" y="581"/>
                  </a:lnTo>
                  <a:lnTo>
                    <a:pt x="1156" y="593"/>
                  </a:lnTo>
                  <a:lnTo>
                    <a:pt x="1157" y="609"/>
                  </a:lnTo>
                  <a:lnTo>
                    <a:pt x="1158" y="623"/>
                  </a:lnTo>
                  <a:lnTo>
                    <a:pt x="1159" y="632"/>
                  </a:lnTo>
                  <a:lnTo>
                    <a:pt x="1160" y="635"/>
                  </a:lnTo>
                  <a:lnTo>
                    <a:pt x="1160" y="653"/>
                  </a:lnTo>
                  <a:lnTo>
                    <a:pt x="1162" y="674"/>
                  </a:lnTo>
                  <a:lnTo>
                    <a:pt x="1162" y="688"/>
                  </a:lnTo>
                  <a:lnTo>
                    <a:pt x="1163" y="681"/>
                  </a:lnTo>
                  <a:lnTo>
                    <a:pt x="1164" y="672"/>
                  </a:lnTo>
                  <a:lnTo>
                    <a:pt x="1165" y="660"/>
                  </a:lnTo>
                  <a:lnTo>
                    <a:pt x="1166" y="635"/>
                  </a:lnTo>
                  <a:lnTo>
                    <a:pt x="1167" y="612"/>
                  </a:lnTo>
                  <a:lnTo>
                    <a:pt x="1168" y="602"/>
                  </a:lnTo>
                  <a:lnTo>
                    <a:pt x="1169" y="581"/>
                  </a:lnTo>
                  <a:lnTo>
                    <a:pt x="1170" y="535"/>
                  </a:lnTo>
                  <a:lnTo>
                    <a:pt x="1171" y="460"/>
                  </a:lnTo>
                  <a:lnTo>
                    <a:pt x="1172" y="398"/>
                  </a:lnTo>
                  <a:lnTo>
                    <a:pt x="1173" y="363"/>
                  </a:lnTo>
                  <a:lnTo>
                    <a:pt x="1174" y="340"/>
                  </a:lnTo>
                  <a:lnTo>
                    <a:pt x="1174" y="321"/>
                  </a:lnTo>
                  <a:lnTo>
                    <a:pt x="1175" y="349"/>
                  </a:lnTo>
                  <a:lnTo>
                    <a:pt x="1176" y="423"/>
                  </a:lnTo>
                  <a:lnTo>
                    <a:pt x="1177" y="563"/>
                  </a:lnTo>
                  <a:lnTo>
                    <a:pt x="1178" y="714"/>
                  </a:lnTo>
                  <a:lnTo>
                    <a:pt x="1179" y="816"/>
                  </a:lnTo>
                  <a:lnTo>
                    <a:pt x="1180" y="860"/>
                  </a:lnTo>
                  <a:lnTo>
                    <a:pt x="1181" y="874"/>
                  </a:lnTo>
                  <a:lnTo>
                    <a:pt x="1182" y="895"/>
                  </a:lnTo>
                  <a:lnTo>
                    <a:pt x="1183" y="897"/>
                  </a:lnTo>
                  <a:lnTo>
                    <a:pt x="1184" y="839"/>
                  </a:lnTo>
                  <a:lnTo>
                    <a:pt x="1185" y="800"/>
                  </a:lnTo>
                  <a:lnTo>
                    <a:pt x="1186" y="755"/>
                  </a:lnTo>
                  <a:lnTo>
                    <a:pt x="1186" y="711"/>
                  </a:lnTo>
                  <a:lnTo>
                    <a:pt x="1188" y="688"/>
                  </a:lnTo>
                  <a:lnTo>
                    <a:pt x="1188" y="677"/>
                  </a:lnTo>
                  <a:lnTo>
                    <a:pt x="1189" y="658"/>
                  </a:lnTo>
                  <a:lnTo>
                    <a:pt x="1190" y="637"/>
                  </a:lnTo>
                  <a:lnTo>
                    <a:pt x="1191" y="632"/>
                  </a:lnTo>
                  <a:lnTo>
                    <a:pt x="1192" y="635"/>
                  </a:lnTo>
                  <a:lnTo>
                    <a:pt x="1193" y="632"/>
                  </a:lnTo>
                  <a:lnTo>
                    <a:pt x="1194" y="628"/>
                  </a:lnTo>
                  <a:lnTo>
                    <a:pt x="1195" y="621"/>
                  </a:lnTo>
                  <a:lnTo>
                    <a:pt x="1196" y="621"/>
                  </a:lnTo>
                  <a:lnTo>
                    <a:pt x="1197" y="623"/>
                  </a:lnTo>
                  <a:lnTo>
                    <a:pt x="1198" y="621"/>
                  </a:lnTo>
                  <a:lnTo>
                    <a:pt x="1198" y="618"/>
                  </a:lnTo>
                  <a:lnTo>
                    <a:pt x="1200" y="618"/>
                  </a:lnTo>
                  <a:lnTo>
                    <a:pt x="1200" y="621"/>
                  </a:lnTo>
                  <a:lnTo>
                    <a:pt x="1201" y="616"/>
                  </a:lnTo>
                  <a:lnTo>
                    <a:pt x="1202" y="609"/>
                  </a:lnTo>
                  <a:lnTo>
                    <a:pt x="1203" y="604"/>
                  </a:lnTo>
                  <a:lnTo>
                    <a:pt x="1204" y="609"/>
                  </a:lnTo>
                  <a:lnTo>
                    <a:pt x="1205" y="602"/>
                  </a:lnTo>
                  <a:lnTo>
                    <a:pt x="1206" y="600"/>
                  </a:lnTo>
                  <a:lnTo>
                    <a:pt x="1207" y="593"/>
                  </a:lnTo>
                  <a:lnTo>
                    <a:pt x="1208" y="593"/>
                  </a:lnTo>
                  <a:lnTo>
                    <a:pt x="1209" y="593"/>
                  </a:lnTo>
                  <a:lnTo>
                    <a:pt x="1210" y="581"/>
                  </a:lnTo>
                  <a:lnTo>
                    <a:pt x="1210" y="584"/>
                  </a:lnTo>
                  <a:lnTo>
                    <a:pt x="1212" y="579"/>
                  </a:lnTo>
                  <a:lnTo>
                    <a:pt x="1212" y="584"/>
                  </a:lnTo>
                  <a:lnTo>
                    <a:pt x="1213" y="574"/>
                  </a:lnTo>
                  <a:lnTo>
                    <a:pt x="1214" y="572"/>
                  </a:lnTo>
                  <a:lnTo>
                    <a:pt x="1215" y="572"/>
                  </a:lnTo>
                  <a:lnTo>
                    <a:pt x="1216" y="574"/>
                  </a:lnTo>
                  <a:lnTo>
                    <a:pt x="1217" y="567"/>
                  </a:lnTo>
                  <a:lnTo>
                    <a:pt x="1218" y="567"/>
                  </a:lnTo>
                  <a:lnTo>
                    <a:pt x="1219" y="567"/>
                  </a:lnTo>
                  <a:lnTo>
                    <a:pt x="1220" y="574"/>
                  </a:lnTo>
                  <a:lnTo>
                    <a:pt x="1221" y="572"/>
                  </a:lnTo>
                  <a:lnTo>
                    <a:pt x="1222" y="567"/>
                  </a:lnTo>
                  <a:lnTo>
                    <a:pt x="1223" y="572"/>
                  </a:lnTo>
                  <a:lnTo>
                    <a:pt x="1224" y="584"/>
                  </a:lnTo>
                  <a:lnTo>
                    <a:pt x="1224" y="581"/>
                  </a:lnTo>
                  <a:lnTo>
                    <a:pt x="1225" y="577"/>
                  </a:lnTo>
                  <a:lnTo>
                    <a:pt x="1226" y="579"/>
                  </a:lnTo>
                  <a:lnTo>
                    <a:pt x="1227" y="581"/>
                  </a:lnTo>
                  <a:lnTo>
                    <a:pt x="1228" y="584"/>
                  </a:lnTo>
                  <a:lnTo>
                    <a:pt x="1229" y="577"/>
                  </a:lnTo>
                  <a:lnTo>
                    <a:pt x="1230" y="577"/>
                  </a:lnTo>
                  <a:lnTo>
                    <a:pt x="1231" y="579"/>
                  </a:lnTo>
                  <a:lnTo>
                    <a:pt x="1232" y="579"/>
                  </a:lnTo>
                  <a:lnTo>
                    <a:pt x="1233" y="570"/>
                  </a:lnTo>
                  <a:lnTo>
                    <a:pt x="1234" y="565"/>
                  </a:lnTo>
                  <a:lnTo>
                    <a:pt x="1235" y="567"/>
                  </a:lnTo>
                  <a:lnTo>
                    <a:pt x="1236" y="567"/>
                  </a:lnTo>
                  <a:lnTo>
                    <a:pt x="1236" y="563"/>
                  </a:lnTo>
                  <a:lnTo>
                    <a:pt x="1238" y="558"/>
                  </a:lnTo>
                  <a:lnTo>
                    <a:pt x="1238" y="560"/>
                  </a:lnTo>
                  <a:lnTo>
                    <a:pt x="1239" y="565"/>
                  </a:lnTo>
                  <a:lnTo>
                    <a:pt x="1240" y="563"/>
                  </a:lnTo>
                  <a:lnTo>
                    <a:pt x="1241" y="567"/>
                  </a:lnTo>
                  <a:lnTo>
                    <a:pt x="1242" y="567"/>
                  </a:lnTo>
                  <a:lnTo>
                    <a:pt x="1243" y="574"/>
                  </a:lnTo>
                  <a:lnTo>
                    <a:pt x="1244" y="574"/>
                  </a:lnTo>
                  <a:lnTo>
                    <a:pt x="1245" y="572"/>
                  </a:lnTo>
                  <a:lnTo>
                    <a:pt x="1246" y="572"/>
                  </a:lnTo>
                  <a:lnTo>
                    <a:pt x="1247" y="579"/>
                  </a:lnTo>
                  <a:lnTo>
                    <a:pt x="1248" y="577"/>
                  </a:lnTo>
                  <a:lnTo>
                    <a:pt x="1248" y="577"/>
                  </a:lnTo>
                  <a:lnTo>
                    <a:pt x="1250" y="577"/>
                  </a:lnTo>
                  <a:lnTo>
                    <a:pt x="1250" y="579"/>
                  </a:lnTo>
                  <a:lnTo>
                    <a:pt x="1251" y="579"/>
                  </a:lnTo>
                  <a:lnTo>
                    <a:pt x="1252" y="577"/>
                  </a:lnTo>
                  <a:lnTo>
                    <a:pt x="1253" y="581"/>
                  </a:lnTo>
                  <a:lnTo>
                    <a:pt x="1254" y="584"/>
                  </a:lnTo>
                  <a:lnTo>
                    <a:pt x="1255" y="584"/>
                  </a:lnTo>
                  <a:lnTo>
                    <a:pt x="1256" y="581"/>
                  </a:lnTo>
                  <a:lnTo>
                    <a:pt x="1257" y="584"/>
                  </a:lnTo>
                  <a:lnTo>
                    <a:pt x="1258" y="590"/>
                  </a:lnTo>
                  <a:lnTo>
                    <a:pt x="1259" y="593"/>
                  </a:lnTo>
                  <a:lnTo>
                    <a:pt x="1260" y="590"/>
                  </a:lnTo>
                  <a:lnTo>
                    <a:pt x="1260" y="588"/>
                  </a:lnTo>
                  <a:lnTo>
                    <a:pt x="1262" y="593"/>
                  </a:lnTo>
                  <a:lnTo>
                    <a:pt x="1263" y="590"/>
                  </a:lnTo>
                  <a:lnTo>
                    <a:pt x="1263" y="590"/>
                  </a:lnTo>
                  <a:lnTo>
                    <a:pt x="1265" y="588"/>
                  </a:lnTo>
                  <a:lnTo>
                    <a:pt x="1265" y="588"/>
                  </a:lnTo>
                  <a:lnTo>
                    <a:pt x="1266" y="595"/>
                  </a:lnTo>
                  <a:lnTo>
                    <a:pt x="1267" y="598"/>
                  </a:lnTo>
                  <a:lnTo>
                    <a:pt x="1268" y="590"/>
                  </a:lnTo>
                  <a:lnTo>
                    <a:pt x="1269" y="602"/>
                  </a:lnTo>
                  <a:lnTo>
                    <a:pt x="1270" y="602"/>
                  </a:lnTo>
                  <a:lnTo>
                    <a:pt x="1271" y="590"/>
                  </a:lnTo>
                  <a:lnTo>
                    <a:pt x="1272" y="584"/>
                  </a:lnTo>
                  <a:lnTo>
                    <a:pt x="1273" y="584"/>
                  </a:lnTo>
                  <a:lnTo>
                    <a:pt x="1274" y="588"/>
                  </a:lnTo>
                  <a:lnTo>
                    <a:pt x="1275" y="588"/>
                  </a:lnTo>
                  <a:lnTo>
                    <a:pt x="1275" y="586"/>
                  </a:lnTo>
                  <a:lnTo>
                    <a:pt x="1277" y="579"/>
                  </a:lnTo>
                  <a:lnTo>
                    <a:pt x="1277" y="579"/>
                  </a:lnTo>
                  <a:lnTo>
                    <a:pt x="1278" y="577"/>
                  </a:lnTo>
                  <a:lnTo>
                    <a:pt x="1279" y="572"/>
                  </a:lnTo>
                  <a:lnTo>
                    <a:pt x="1280" y="572"/>
                  </a:lnTo>
                  <a:lnTo>
                    <a:pt x="1281" y="579"/>
                  </a:lnTo>
                  <a:lnTo>
                    <a:pt x="1282" y="577"/>
                  </a:lnTo>
                  <a:lnTo>
                    <a:pt x="1283" y="574"/>
                  </a:lnTo>
                  <a:lnTo>
                    <a:pt x="1284" y="572"/>
                  </a:lnTo>
                  <a:lnTo>
                    <a:pt x="1285" y="579"/>
                  </a:lnTo>
                  <a:lnTo>
                    <a:pt x="1286" y="588"/>
                  </a:lnTo>
                  <a:lnTo>
                    <a:pt x="1287" y="588"/>
                  </a:lnTo>
                  <a:lnTo>
                    <a:pt x="1288" y="590"/>
                  </a:lnTo>
                  <a:lnTo>
                    <a:pt x="1289" y="598"/>
                  </a:lnTo>
                  <a:lnTo>
                    <a:pt x="1289" y="600"/>
                  </a:lnTo>
                  <a:lnTo>
                    <a:pt x="1290" y="590"/>
                  </a:lnTo>
                  <a:lnTo>
                    <a:pt x="1291" y="593"/>
                  </a:lnTo>
                  <a:lnTo>
                    <a:pt x="1292" y="593"/>
                  </a:lnTo>
                  <a:lnTo>
                    <a:pt x="1293" y="600"/>
                  </a:lnTo>
                  <a:lnTo>
                    <a:pt x="1294" y="598"/>
                  </a:lnTo>
                  <a:lnTo>
                    <a:pt x="1295" y="595"/>
                  </a:lnTo>
                  <a:lnTo>
                    <a:pt x="1296" y="598"/>
                  </a:lnTo>
                  <a:lnTo>
                    <a:pt x="1297" y="604"/>
                  </a:lnTo>
                  <a:lnTo>
                    <a:pt x="1298" y="600"/>
                  </a:lnTo>
                  <a:lnTo>
                    <a:pt x="1299" y="602"/>
                  </a:lnTo>
                  <a:lnTo>
                    <a:pt x="1300" y="593"/>
                  </a:lnTo>
                  <a:lnTo>
                    <a:pt x="1301" y="595"/>
                  </a:lnTo>
                  <a:lnTo>
                    <a:pt x="1301" y="600"/>
                  </a:lnTo>
                  <a:lnTo>
                    <a:pt x="1303" y="595"/>
                  </a:lnTo>
                  <a:lnTo>
                    <a:pt x="1303" y="593"/>
                  </a:lnTo>
                  <a:lnTo>
                    <a:pt x="1304" y="602"/>
                  </a:lnTo>
                  <a:lnTo>
                    <a:pt x="1305" y="600"/>
                  </a:lnTo>
                  <a:lnTo>
                    <a:pt x="1306" y="595"/>
                  </a:lnTo>
                  <a:lnTo>
                    <a:pt x="1307" y="595"/>
                  </a:lnTo>
                  <a:lnTo>
                    <a:pt x="1308" y="600"/>
                  </a:lnTo>
                  <a:lnTo>
                    <a:pt x="1309" y="598"/>
                  </a:lnTo>
                  <a:lnTo>
                    <a:pt x="1310" y="598"/>
                  </a:lnTo>
                  <a:lnTo>
                    <a:pt x="1311" y="593"/>
                  </a:lnTo>
                  <a:lnTo>
                    <a:pt x="1312" y="600"/>
                  </a:lnTo>
                  <a:lnTo>
                    <a:pt x="1313" y="602"/>
                  </a:lnTo>
                  <a:lnTo>
                    <a:pt x="1313" y="595"/>
                  </a:lnTo>
                  <a:lnTo>
                    <a:pt x="1315" y="590"/>
                  </a:lnTo>
                  <a:lnTo>
                    <a:pt x="1315" y="600"/>
                  </a:lnTo>
                  <a:lnTo>
                    <a:pt x="1316" y="609"/>
                  </a:lnTo>
                  <a:lnTo>
                    <a:pt x="1317" y="607"/>
                  </a:lnTo>
                  <a:lnTo>
                    <a:pt x="1318" y="598"/>
                  </a:lnTo>
                  <a:lnTo>
                    <a:pt x="1319" y="600"/>
                  </a:lnTo>
                  <a:lnTo>
                    <a:pt x="1320" y="604"/>
                  </a:lnTo>
                  <a:lnTo>
                    <a:pt x="1321" y="602"/>
                  </a:lnTo>
                  <a:lnTo>
                    <a:pt x="1322" y="598"/>
                  </a:lnTo>
                  <a:lnTo>
                    <a:pt x="1323" y="598"/>
                  </a:lnTo>
                  <a:lnTo>
                    <a:pt x="1324" y="602"/>
                  </a:lnTo>
                  <a:lnTo>
                    <a:pt x="1325" y="602"/>
                  </a:lnTo>
                  <a:lnTo>
                    <a:pt x="1325" y="595"/>
                  </a:lnTo>
                  <a:lnTo>
                    <a:pt x="1327" y="602"/>
                  </a:lnTo>
                  <a:lnTo>
                    <a:pt x="1327" y="602"/>
                  </a:lnTo>
                  <a:lnTo>
                    <a:pt x="1328" y="607"/>
                  </a:lnTo>
                  <a:lnTo>
                    <a:pt x="1329" y="600"/>
                  </a:lnTo>
                  <a:lnTo>
                    <a:pt x="1330" y="598"/>
                  </a:lnTo>
                  <a:lnTo>
                    <a:pt x="1331" y="602"/>
                  </a:lnTo>
                  <a:lnTo>
                    <a:pt x="1332" y="607"/>
                  </a:lnTo>
                  <a:lnTo>
                    <a:pt x="1333" y="602"/>
                  </a:lnTo>
                  <a:lnTo>
                    <a:pt x="1334" y="598"/>
                  </a:lnTo>
                  <a:lnTo>
                    <a:pt x="1335" y="602"/>
                  </a:lnTo>
                  <a:lnTo>
                    <a:pt x="1336" y="609"/>
                  </a:lnTo>
                  <a:lnTo>
                    <a:pt x="1337" y="602"/>
                  </a:lnTo>
                  <a:lnTo>
                    <a:pt x="1338" y="598"/>
                  </a:lnTo>
                  <a:lnTo>
                    <a:pt x="1339" y="600"/>
                  </a:lnTo>
                  <a:lnTo>
                    <a:pt x="1339" y="602"/>
                  </a:lnTo>
                  <a:lnTo>
                    <a:pt x="1340" y="598"/>
                  </a:lnTo>
                  <a:lnTo>
                    <a:pt x="1341" y="595"/>
                  </a:lnTo>
                  <a:lnTo>
                    <a:pt x="1342" y="593"/>
                  </a:lnTo>
                  <a:lnTo>
                    <a:pt x="1343" y="598"/>
                  </a:lnTo>
                  <a:lnTo>
                    <a:pt x="1344" y="598"/>
                  </a:lnTo>
                  <a:lnTo>
                    <a:pt x="1345" y="598"/>
                  </a:lnTo>
                  <a:lnTo>
                    <a:pt x="1346" y="593"/>
                  </a:lnTo>
                  <a:lnTo>
                    <a:pt x="1347" y="595"/>
                  </a:lnTo>
                  <a:lnTo>
                    <a:pt x="1348" y="595"/>
                  </a:lnTo>
                  <a:lnTo>
                    <a:pt x="1349" y="588"/>
                  </a:lnTo>
                  <a:lnTo>
                    <a:pt x="1350" y="586"/>
                  </a:lnTo>
                  <a:lnTo>
                    <a:pt x="1351" y="588"/>
                  </a:lnTo>
                  <a:lnTo>
                    <a:pt x="1351" y="593"/>
                  </a:lnTo>
                  <a:lnTo>
                    <a:pt x="1353" y="586"/>
                  </a:lnTo>
                  <a:lnTo>
                    <a:pt x="1353" y="581"/>
                  </a:lnTo>
                  <a:lnTo>
                    <a:pt x="1354" y="584"/>
                  </a:lnTo>
                  <a:lnTo>
                    <a:pt x="1355" y="586"/>
                  </a:lnTo>
                  <a:lnTo>
                    <a:pt x="1356" y="584"/>
                  </a:lnTo>
                  <a:lnTo>
                    <a:pt x="1357" y="577"/>
                  </a:lnTo>
                  <a:lnTo>
                    <a:pt x="1358" y="581"/>
                  </a:lnTo>
                  <a:lnTo>
                    <a:pt x="1359" y="584"/>
                  </a:lnTo>
                  <a:lnTo>
                    <a:pt x="1360" y="577"/>
                  </a:lnTo>
                  <a:lnTo>
                    <a:pt x="1361" y="570"/>
                  </a:lnTo>
                  <a:lnTo>
                    <a:pt x="1362" y="565"/>
                  </a:lnTo>
                  <a:lnTo>
                    <a:pt x="1363" y="558"/>
                  </a:lnTo>
                  <a:lnTo>
                    <a:pt x="1363" y="532"/>
                  </a:lnTo>
                  <a:lnTo>
                    <a:pt x="1365" y="486"/>
                  </a:lnTo>
                  <a:lnTo>
                    <a:pt x="1365" y="356"/>
                  </a:lnTo>
                  <a:lnTo>
                    <a:pt x="1366" y="121"/>
                  </a:lnTo>
                  <a:lnTo>
                    <a:pt x="1367" y="75"/>
                  </a:lnTo>
                  <a:lnTo>
                    <a:pt x="1368" y="109"/>
                  </a:lnTo>
                  <a:lnTo>
                    <a:pt x="1369" y="372"/>
                  </a:lnTo>
                  <a:lnTo>
                    <a:pt x="1370" y="375"/>
                  </a:lnTo>
                  <a:lnTo>
                    <a:pt x="1371" y="363"/>
                  </a:lnTo>
                  <a:lnTo>
                    <a:pt x="1372" y="351"/>
                  </a:lnTo>
                  <a:lnTo>
                    <a:pt x="1373" y="349"/>
                  </a:lnTo>
                  <a:lnTo>
                    <a:pt x="1374" y="342"/>
                  </a:lnTo>
                  <a:lnTo>
                    <a:pt x="1375" y="337"/>
                  </a:lnTo>
                  <a:lnTo>
                    <a:pt x="1375" y="337"/>
                  </a:lnTo>
                  <a:lnTo>
                    <a:pt x="1377" y="342"/>
                  </a:lnTo>
                  <a:lnTo>
                    <a:pt x="1377" y="347"/>
                  </a:lnTo>
                  <a:lnTo>
                    <a:pt x="1378" y="342"/>
                  </a:lnTo>
                  <a:lnTo>
                    <a:pt x="1379" y="332"/>
                  </a:lnTo>
                  <a:lnTo>
                    <a:pt x="1380" y="335"/>
                  </a:lnTo>
                  <a:lnTo>
                    <a:pt x="1381" y="337"/>
                  </a:lnTo>
                  <a:lnTo>
                    <a:pt x="1382" y="354"/>
                  </a:lnTo>
                  <a:lnTo>
                    <a:pt x="1383" y="381"/>
                  </a:lnTo>
                  <a:lnTo>
                    <a:pt x="1384" y="407"/>
                  </a:lnTo>
                  <a:lnTo>
                    <a:pt x="1385" y="437"/>
                  </a:lnTo>
                  <a:lnTo>
                    <a:pt x="1386" y="486"/>
                  </a:lnTo>
                  <a:lnTo>
                    <a:pt x="1387" y="535"/>
                  </a:lnTo>
                  <a:lnTo>
                    <a:pt x="1388" y="549"/>
                  </a:lnTo>
                  <a:lnTo>
                    <a:pt x="1389" y="535"/>
                  </a:lnTo>
                  <a:lnTo>
                    <a:pt x="1389" y="521"/>
                  </a:lnTo>
                  <a:lnTo>
                    <a:pt x="1390" y="526"/>
                  </a:lnTo>
                  <a:lnTo>
                    <a:pt x="1391" y="528"/>
                  </a:lnTo>
                  <a:lnTo>
                    <a:pt x="1392" y="558"/>
                  </a:lnTo>
                  <a:lnTo>
                    <a:pt x="1393" y="584"/>
                  </a:lnTo>
                  <a:lnTo>
                    <a:pt x="1394" y="595"/>
                  </a:lnTo>
                  <a:lnTo>
                    <a:pt x="1395" y="590"/>
                  </a:lnTo>
                  <a:lnTo>
                    <a:pt x="1396" y="598"/>
                  </a:lnTo>
                  <a:lnTo>
                    <a:pt x="1397" y="614"/>
                  </a:lnTo>
                  <a:lnTo>
                    <a:pt x="1398" y="623"/>
                  </a:lnTo>
                  <a:lnTo>
                    <a:pt x="1399" y="616"/>
                  </a:lnTo>
                  <a:lnTo>
                    <a:pt x="1400" y="612"/>
                  </a:lnTo>
                  <a:lnTo>
                    <a:pt x="1401" y="618"/>
                  </a:lnTo>
                  <a:lnTo>
                    <a:pt x="1401" y="632"/>
                  </a:lnTo>
                  <a:lnTo>
                    <a:pt x="1403" y="644"/>
                  </a:lnTo>
                  <a:lnTo>
                    <a:pt x="1403" y="646"/>
                  </a:lnTo>
                  <a:lnTo>
                    <a:pt x="1404" y="649"/>
                  </a:lnTo>
                  <a:lnTo>
                    <a:pt x="1405" y="646"/>
                  </a:lnTo>
                  <a:lnTo>
                    <a:pt x="1406" y="642"/>
                  </a:lnTo>
                  <a:lnTo>
                    <a:pt x="1407" y="639"/>
                  </a:lnTo>
                  <a:lnTo>
                    <a:pt x="1408" y="637"/>
                  </a:lnTo>
                  <a:lnTo>
                    <a:pt x="1409" y="639"/>
                  </a:lnTo>
                  <a:lnTo>
                    <a:pt x="1410" y="637"/>
                  </a:lnTo>
                  <a:lnTo>
                    <a:pt x="1411" y="630"/>
                  </a:lnTo>
                  <a:lnTo>
                    <a:pt x="1412" y="630"/>
                  </a:lnTo>
                  <a:lnTo>
                    <a:pt x="1413" y="637"/>
                  </a:lnTo>
                  <a:lnTo>
                    <a:pt x="1413" y="635"/>
                  </a:lnTo>
                  <a:lnTo>
                    <a:pt x="1415" y="632"/>
                  </a:lnTo>
                  <a:lnTo>
                    <a:pt x="1415" y="630"/>
                  </a:lnTo>
                  <a:lnTo>
                    <a:pt x="1416" y="635"/>
                  </a:lnTo>
                  <a:lnTo>
                    <a:pt x="1417" y="637"/>
                  </a:lnTo>
                  <a:lnTo>
                    <a:pt x="1418" y="628"/>
                  </a:lnTo>
                  <a:lnTo>
                    <a:pt x="1419" y="626"/>
                  </a:lnTo>
                  <a:lnTo>
                    <a:pt x="1420" y="630"/>
                  </a:lnTo>
                  <a:lnTo>
                    <a:pt x="1421" y="637"/>
                  </a:lnTo>
                  <a:lnTo>
                    <a:pt x="1422" y="628"/>
                  </a:lnTo>
                  <a:lnTo>
                    <a:pt x="1423" y="628"/>
                  </a:lnTo>
                  <a:lnTo>
                    <a:pt x="1424" y="626"/>
                  </a:lnTo>
                  <a:lnTo>
                    <a:pt x="1425" y="630"/>
                  </a:lnTo>
                  <a:lnTo>
                    <a:pt x="1426" y="621"/>
                  </a:lnTo>
                  <a:lnTo>
                    <a:pt x="1427" y="614"/>
                  </a:lnTo>
                  <a:lnTo>
                    <a:pt x="1428" y="616"/>
                  </a:lnTo>
                  <a:lnTo>
                    <a:pt x="1428" y="618"/>
                  </a:lnTo>
                  <a:lnTo>
                    <a:pt x="1430" y="607"/>
                  </a:lnTo>
                  <a:lnTo>
                    <a:pt x="1430" y="604"/>
                  </a:lnTo>
                  <a:lnTo>
                    <a:pt x="1431" y="609"/>
                  </a:lnTo>
                  <a:lnTo>
                    <a:pt x="1432" y="607"/>
                  </a:lnTo>
                  <a:lnTo>
                    <a:pt x="1433" y="600"/>
                  </a:lnTo>
                  <a:lnTo>
                    <a:pt x="1434" y="595"/>
                  </a:lnTo>
                  <a:lnTo>
                    <a:pt x="1435" y="588"/>
                  </a:lnTo>
                  <a:lnTo>
                    <a:pt x="1436" y="586"/>
                  </a:lnTo>
                  <a:lnTo>
                    <a:pt x="1437" y="581"/>
                  </a:lnTo>
                  <a:lnTo>
                    <a:pt x="1438" y="579"/>
                  </a:lnTo>
                  <a:lnTo>
                    <a:pt x="1439" y="560"/>
                  </a:lnTo>
                  <a:lnTo>
                    <a:pt x="1440" y="560"/>
                  </a:lnTo>
                  <a:lnTo>
                    <a:pt x="1440" y="556"/>
                  </a:lnTo>
                  <a:lnTo>
                    <a:pt x="1442" y="544"/>
                  </a:lnTo>
                  <a:lnTo>
                    <a:pt x="1442" y="540"/>
                  </a:lnTo>
                  <a:lnTo>
                    <a:pt x="1443" y="540"/>
                  </a:lnTo>
                  <a:lnTo>
                    <a:pt x="1444" y="532"/>
                  </a:lnTo>
                  <a:lnTo>
                    <a:pt x="1445" y="521"/>
                  </a:lnTo>
                  <a:lnTo>
                    <a:pt x="1446" y="516"/>
                  </a:lnTo>
                  <a:lnTo>
                    <a:pt x="1447" y="519"/>
                  </a:lnTo>
                  <a:lnTo>
                    <a:pt x="1448" y="516"/>
                  </a:lnTo>
                  <a:lnTo>
                    <a:pt x="1449" y="512"/>
                  </a:lnTo>
                  <a:lnTo>
                    <a:pt x="1450" y="500"/>
                  </a:lnTo>
                  <a:lnTo>
                    <a:pt x="1451" y="497"/>
                  </a:lnTo>
                  <a:lnTo>
                    <a:pt x="1452" y="502"/>
                  </a:lnTo>
                  <a:lnTo>
                    <a:pt x="1453" y="495"/>
                  </a:lnTo>
                  <a:lnTo>
                    <a:pt x="1454" y="495"/>
                  </a:lnTo>
                  <a:lnTo>
                    <a:pt x="1454" y="493"/>
                  </a:lnTo>
                  <a:lnTo>
                    <a:pt x="1455" y="495"/>
                  </a:lnTo>
                  <a:lnTo>
                    <a:pt x="1456" y="488"/>
                  </a:lnTo>
                  <a:lnTo>
                    <a:pt x="1457" y="486"/>
                  </a:lnTo>
                  <a:lnTo>
                    <a:pt x="1458" y="491"/>
                  </a:lnTo>
                  <a:lnTo>
                    <a:pt x="1459" y="497"/>
                  </a:lnTo>
                  <a:lnTo>
                    <a:pt x="1460" y="500"/>
                  </a:lnTo>
                  <a:lnTo>
                    <a:pt x="1461" y="502"/>
                  </a:lnTo>
                  <a:lnTo>
                    <a:pt x="1462" y="500"/>
                  </a:lnTo>
                  <a:lnTo>
                    <a:pt x="1463" y="500"/>
                  </a:lnTo>
                  <a:lnTo>
                    <a:pt x="1464" y="512"/>
                  </a:lnTo>
                  <a:lnTo>
                    <a:pt x="1465" y="507"/>
                  </a:lnTo>
                  <a:lnTo>
                    <a:pt x="1466" y="502"/>
                  </a:lnTo>
                  <a:lnTo>
                    <a:pt x="1466" y="509"/>
                  </a:lnTo>
                  <a:lnTo>
                    <a:pt x="1468" y="516"/>
                  </a:lnTo>
                  <a:lnTo>
                    <a:pt x="1468" y="512"/>
                  </a:lnTo>
                  <a:lnTo>
                    <a:pt x="1469" y="509"/>
                  </a:lnTo>
                  <a:lnTo>
                    <a:pt x="1470" y="519"/>
                  </a:lnTo>
                  <a:lnTo>
                    <a:pt x="1471" y="523"/>
                  </a:lnTo>
                  <a:lnTo>
                    <a:pt x="1472" y="523"/>
                  </a:lnTo>
                  <a:lnTo>
                    <a:pt x="1473" y="523"/>
                  </a:lnTo>
                  <a:lnTo>
                    <a:pt x="1474" y="523"/>
                  </a:lnTo>
                  <a:lnTo>
                    <a:pt x="1475" y="530"/>
                  </a:lnTo>
                  <a:lnTo>
                    <a:pt x="1476" y="530"/>
                  </a:lnTo>
                  <a:lnTo>
                    <a:pt x="1477" y="526"/>
                  </a:lnTo>
                  <a:lnTo>
                    <a:pt x="1478" y="530"/>
                  </a:lnTo>
                  <a:lnTo>
                    <a:pt x="1478" y="537"/>
                  </a:lnTo>
                  <a:lnTo>
                    <a:pt x="1480" y="535"/>
                  </a:lnTo>
                  <a:lnTo>
                    <a:pt x="1480" y="528"/>
                  </a:lnTo>
                  <a:lnTo>
                    <a:pt x="1481" y="532"/>
                  </a:lnTo>
                  <a:lnTo>
                    <a:pt x="1482" y="535"/>
                  </a:lnTo>
                  <a:lnTo>
                    <a:pt x="1483" y="540"/>
                  </a:lnTo>
                  <a:lnTo>
                    <a:pt x="1484" y="540"/>
                  </a:lnTo>
                  <a:lnTo>
                    <a:pt x="1485" y="540"/>
                  </a:lnTo>
                  <a:lnTo>
                    <a:pt x="1486" y="546"/>
                  </a:lnTo>
                  <a:lnTo>
                    <a:pt x="1487" y="549"/>
                  </a:lnTo>
                  <a:lnTo>
                    <a:pt x="1488" y="544"/>
                  </a:lnTo>
                  <a:lnTo>
                    <a:pt x="1489" y="546"/>
                  </a:lnTo>
                  <a:lnTo>
                    <a:pt x="1490" y="551"/>
                  </a:lnTo>
                  <a:lnTo>
                    <a:pt x="1490" y="554"/>
                  </a:lnTo>
                  <a:lnTo>
                    <a:pt x="1492" y="546"/>
                  </a:lnTo>
                  <a:lnTo>
                    <a:pt x="1492" y="546"/>
                  </a:lnTo>
                  <a:lnTo>
                    <a:pt x="1493" y="549"/>
                  </a:lnTo>
                  <a:lnTo>
                    <a:pt x="1494" y="544"/>
                  </a:lnTo>
                  <a:lnTo>
                    <a:pt x="1495" y="537"/>
                  </a:lnTo>
                  <a:lnTo>
                    <a:pt x="1496" y="540"/>
                  </a:lnTo>
                  <a:lnTo>
                    <a:pt x="1497" y="537"/>
                  </a:lnTo>
                  <a:lnTo>
                    <a:pt x="1498" y="544"/>
                  </a:lnTo>
                  <a:lnTo>
                    <a:pt x="1499" y="537"/>
                  </a:lnTo>
                  <a:lnTo>
                    <a:pt x="1500" y="535"/>
                  </a:lnTo>
                  <a:lnTo>
                    <a:pt x="1501" y="544"/>
                  </a:lnTo>
                  <a:lnTo>
                    <a:pt x="1502" y="546"/>
                  </a:lnTo>
                  <a:lnTo>
                    <a:pt x="1503" y="549"/>
                  </a:lnTo>
                  <a:lnTo>
                    <a:pt x="1504" y="544"/>
                  </a:lnTo>
                  <a:lnTo>
                    <a:pt x="1504" y="549"/>
                  </a:lnTo>
                  <a:lnTo>
                    <a:pt x="1505" y="558"/>
                  </a:lnTo>
                  <a:lnTo>
                    <a:pt x="1506" y="556"/>
                  </a:lnTo>
                  <a:lnTo>
                    <a:pt x="1507" y="556"/>
                  </a:lnTo>
                  <a:lnTo>
                    <a:pt x="1508" y="565"/>
                  </a:lnTo>
                  <a:lnTo>
                    <a:pt x="1509" y="577"/>
                  </a:lnTo>
                  <a:lnTo>
                    <a:pt x="1510" y="577"/>
                  </a:lnTo>
                  <a:lnTo>
                    <a:pt x="1511" y="565"/>
                  </a:lnTo>
                  <a:lnTo>
                    <a:pt x="1512" y="570"/>
                  </a:lnTo>
                  <a:lnTo>
                    <a:pt x="1513" y="572"/>
                  </a:lnTo>
                  <a:lnTo>
                    <a:pt x="1514" y="577"/>
                  </a:lnTo>
                  <a:lnTo>
                    <a:pt x="1515" y="572"/>
                  </a:lnTo>
                  <a:lnTo>
                    <a:pt x="1516" y="570"/>
                  </a:lnTo>
                  <a:lnTo>
                    <a:pt x="1516" y="581"/>
                  </a:lnTo>
                  <a:lnTo>
                    <a:pt x="1518" y="584"/>
                  </a:lnTo>
                  <a:lnTo>
                    <a:pt x="1518" y="579"/>
                  </a:lnTo>
                  <a:lnTo>
                    <a:pt x="1519" y="584"/>
                  </a:lnTo>
                  <a:lnTo>
                    <a:pt x="1520" y="581"/>
                  </a:lnTo>
                  <a:lnTo>
                    <a:pt x="1521" y="581"/>
                  </a:lnTo>
                  <a:lnTo>
                    <a:pt x="1522" y="574"/>
                  </a:lnTo>
                  <a:lnTo>
                    <a:pt x="1523" y="570"/>
                  </a:lnTo>
                  <a:lnTo>
                    <a:pt x="1524" y="572"/>
                  </a:lnTo>
                  <a:lnTo>
                    <a:pt x="1525" y="586"/>
                  </a:lnTo>
                  <a:lnTo>
                    <a:pt x="1526" y="584"/>
                  </a:lnTo>
                  <a:lnTo>
                    <a:pt x="1527" y="577"/>
                  </a:lnTo>
                  <a:lnTo>
                    <a:pt x="1528" y="581"/>
                  </a:lnTo>
                  <a:lnTo>
                    <a:pt x="1528" y="581"/>
                  </a:lnTo>
                  <a:lnTo>
                    <a:pt x="1530" y="581"/>
                  </a:lnTo>
                  <a:lnTo>
                    <a:pt x="1530" y="579"/>
                  </a:lnTo>
                  <a:lnTo>
                    <a:pt x="1531" y="577"/>
                  </a:lnTo>
                  <a:lnTo>
                    <a:pt x="1532" y="584"/>
                  </a:lnTo>
                  <a:lnTo>
                    <a:pt x="1533" y="586"/>
                  </a:lnTo>
                  <a:lnTo>
                    <a:pt x="1534" y="579"/>
                  </a:lnTo>
                  <a:lnTo>
                    <a:pt x="1535" y="579"/>
                  </a:lnTo>
                  <a:lnTo>
                    <a:pt x="1536" y="581"/>
                  </a:lnTo>
                  <a:lnTo>
                    <a:pt x="1537" y="584"/>
                  </a:lnTo>
                  <a:lnTo>
                    <a:pt x="1538" y="574"/>
                  </a:lnTo>
                  <a:lnTo>
                    <a:pt x="1539" y="572"/>
                  </a:lnTo>
                  <a:lnTo>
                    <a:pt x="1540" y="577"/>
                  </a:lnTo>
                  <a:lnTo>
                    <a:pt x="1540" y="581"/>
                  </a:lnTo>
                  <a:lnTo>
                    <a:pt x="1542" y="577"/>
                  </a:lnTo>
                  <a:lnTo>
                    <a:pt x="1542" y="574"/>
                  </a:lnTo>
                  <a:lnTo>
                    <a:pt x="1543" y="579"/>
                  </a:lnTo>
                  <a:lnTo>
                    <a:pt x="1544" y="579"/>
                  </a:lnTo>
                  <a:lnTo>
                    <a:pt x="1545" y="584"/>
                  </a:lnTo>
                  <a:lnTo>
                    <a:pt x="1546" y="572"/>
                  </a:lnTo>
                  <a:lnTo>
                    <a:pt x="1547" y="570"/>
                  </a:lnTo>
                  <a:lnTo>
                    <a:pt x="1548" y="570"/>
                  </a:lnTo>
                  <a:lnTo>
                    <a:pt x="1549" y="563"/>
                  </a:lnTo>
                  <a:lnTo>
                    <a:pt x="1550" y="558"/>
                  </a:lnTo>
                  <a:lnTo>
                    <a:pt x="1551" y="556"/>
                  </a:lnTo>
                  <a:lnTo>
                    <a:pt x="1552" y="558"/>
                  </a:lnTo>
                  <a:lnTo>
                    <a:pt x="1553" y="551"/>
                  </a:lnTo>
                  <a:lnTo>
                    <a:pt x="1554" y="546"/>
                  </a:lnTo>
                  <a:lnTo>
                    <a:pt x="1554" y="502"/>
                  </a:lnTo>
                  <a:lnTo>
                    <a:pt x="1555" y="435"/>
                  </a:lnTo>
                  <a:lnTo>
                    <a:pt x="1556" y="221"/>
                  </a:lnTo>
                  <a:lnTo>
                    <a:pt x="1557" y="68"/>
                  </a:lnTo>
                  <a:lnTo>
                    <a:pt x="1558" y="198"/>
                  </a:lnTo>
                  <a:lnTo>
                    <a:pt x="1559" y="363"/>
                  </a:lnTo>
                  <a:lnTo>
                    <a:pt x="1560" y="400"/>
                  </a:lnTo>
                  <a:lnTo>
                    <a:pt x="1561" y="367"/>
                  </a:lnTo>
                  <a:lnTo>
                    <a:pt x="1562" y="358"/>
                  </a:lnTo>
                  <a:lnTo>
                    <a:pt x="1563" y="351"/>
                  </a:lnTo>
                  <a:lnTo>
                    <a:pt x="1564" y="340"/>
                  </a:lnTo>
                  <a:lnTo>
                    <a:pt x="1565" y="326"/>
                  </a:lnTo>
                  <a:lnTo>
                    <a:pt x="1566" y="328"/>
                  </a:lnTo>
                  <a:lnTo>
                    <a:pt x="1566" y="347"/>
                  </a:lnTo>
                  <a:lnTo>
                    <a:pt x="1568" y="351"/>
                  </a:lnTo>
                  <a:lnTo>
                    <a:pt x="1568" y="344"/>
                  </a:lnTo>
                  <a:lnTo>
                    <a:pt x="1569" y="342"/>
                  </a:lnTo>
                  <a:lnTo>
                    <a:pt x="1570" y="351"/>
                  </a:lnTo>
                  <a:lnTo>
                    <a:pt x="1571" y="365"/>
                  </a:lnTo>
                  <a:lnTo>
                    <a:pt x="1572" y="379"/>
                  </a:lnTo>
                  <a:lnTo>
                    <a:pt x="1573" y="407"/>
                  </a:lnTo>
                  <a:lnTo>
                    <a:pt x="1574" y="451"/>
                  </a:lnTo>
                  <a:lnTo>
                    <a:pt x="1575" y="488"/>
                  </a:lnTo>
                  <a:lnTo>
                    <a:pt x="1576" y="542"/>
                  </a:lnTo>
                  <a:lnTo>
                    <a:pt x="1577" y="560"/>
                  </a:lnTo>
                  <a:lnTo>
                    <a:pt x="1578" y="623"/>
                  </a:lnTo>
                  <a:lnTo>
                    <a:pt x="1578" y="618"/>
                  </a:lnTo>
                  <a:lnTo>
                    <a:pt x="1580" y="595"/>
                  </a:lnTo>
                  <a:lnTo>
                    <a:pt x="1580" y="586"/>
                  </a:lnTo>
                  <a:lnTo>
                    <a:pt x="1581" y="593"/>
                  </a:lnTo>
                  <a:lnTo>
                    <a:pt x="1582" y="609"/>
                  </a:lnTo>
                  <a:lnTo>
                    <a:pt x="1583" y="630"/>
                  </a:lnTo>
                  <a:lnTo>
                    <a:pt x="1584" y="632"/>
                  </a:lnTo>
                  <a:lnTo>
                    <a:pt x="1585" y="630"/>
                  </a:lnTo>
                  <a:lnTo>
                    <a:pt x="1586" y="630"/>
                  </a:lnTo>
                  <a:lnTo>
                    <a:pt x="1587" y="626"/>
                  </a:lnTo>
                  <a:lnTo>
                    <a:pt x="1588" y="614"/>
                  </a:lnTo>
                  <a:lnTo>
                    <a:pt x="1589" y="609"/>
                  </a:lnTo>
                  <a:lnTo>
                    <a:pt x="1590" y="609"/>
                  </a:lnTo>
                  <a:lnTo>
                    <a:pt x="1591" y="609"/>
                  </a:lnTo>
                  <a:lnTo>
                    <a:pt x="1592" y="612"/>
                  </a:lnTo>
                  <a:lnTo>
                    <a:pt x="1593" y="612"/>
                  </a:lnTo>
                  <a:lnTo>
                    <a:pt x="1593" y="630"/>
                  </a:lnTo>
                  <a:lnTo>
                    <a:pt x="1595" y="635"/>
                  </a:lnTo>
                  <a:lnTo>
                    <a:pt x="1595" y="618"/>
                  </a:lnTo>
                  <a:lnTo>
                    <a:pt x="1596" y="604"/>
                  </a:lnTo>
                  <a:lnTo>
                    <a:pt x="1597" y="607"/>
                  </a:lnTo>
                  <a:lnTo>
                    <a:pt x="1598" y="616"/>
                  </a:lnTo>
                  <a:lnTo>
                    <a:pt x="1599" y="621"/>
                  </a:lnTo>
                  <a:lnTo>
                    <a:pt x="1600" y="621"/>
                  </a:lnTo>
                  <a:lnTo>
                    <a:pt x="1601" y="602"/>
                  </a:lnTo>
                  <a:lnTo>
                    <a:pt x="1602" y="602"/>
                  </a:lnTo>
                  <a:lnTo>
                    <a:pt x="1603" y="600"/>
                  </a:lnTo>
                  <a:lnTo>
                    <a:pt x="1604" y="595"/>
                  </a:lnTo>
                  <a:lnTo>
                    <a:pt x="1605" y="600"/>
                  </a:lnTo>
                  <a:lnTo>
                    <a:pt x="1605" y="600"/>
                  </a:lnTo>
                  <a:lnTo>
                    <a:pt x="1607" y="607"/>
                  </a:lnTo>
                  <a:lnTo>
                    <a:pt x="1607" y="607"/>
                  </a:lnTo>
                  <a:lnTo>
                    <a:pt x="1608" y="604"/>
                  </a:lnTo>
                  <a:lnTo>
                    <a:pt x="1609" y="607"/>
                  </a:lnTo>
                  <a:lnTo>
                    <a:pt x="1610" y="604"/>
                  </a:lnTo>
                  <a:lnTo>
                    <a:pt x="1611" y="600"/>
                  </a:lnTo>
                  <a:lnTo>
                    <a:pt x="1612" y="595"/>
                  </a:lnTo>
                  <a:lnTo>
                    <a:pt x="1613" y="593"/>
                  </a:lnTo>
                  <a:lnTo>
                    <a:pt x="1614" y="598"/>
                  </a:lnTo>
                  <a:lnTo>
                    <a:pt x="1615" y="595"/>
                  </a:lnTo>
                  <a:lnTo>
                    <a:pt x="1616" y="593"/>
                  </a:lnTo>
                  <a:lnTo>
                    <a:pt x="1617" y="590"/>
                  </a:lnTo>
                  <a:lnTo>
                    <a:pt x="1618" y="586"/>
                  </a:lnTo>
                  <a:lnTo>
                    <a:pt x="1619" y="581"/>
                  </a:lnTo>
                  <a:lnTo>
                    <a:pt x="1619" y="570"/>
                  </a:lnTo>
                  <a:lnTo>
                    <a:pt x="1621" y="574"/>
                  </a:lnTo>
                  <a:lnTo>
                    <a:pt x="1621" y="574"/>
                  </a:lnTo>
                  <a:lnTo>
                    <a:pt x="1622" y="565"/>
                  </a:lnTo>
                  <a:lnTo>
                    <a:pt x="1623" y="560"/>
                  </a:lnTo>
                  <a:lnTo>
                    <a:pt x="1624" y="556"/>
                  </a:lnTo>
                  <a:lnTo>
                    <a:pt x="1625" y="563"/>
                  </a:lnTo>
                  <a:lnTo>
                    <a:pt x="1626" y="554"/>
                  </a:lnTo>
                  <a:lnTo>
                    <a:pt x="1627" y="537"/>
                  </a:lnTo>
                  <a:lnTo>
                    <a:pt x="1628" y="523"/>
                  </a:lnTo>
                  <a:lnTo>
                    <a:pt x="1629" y="519"/>
                  </a:lnTo>
                  <a:lnTo>
                    <a:pt x="1630" y="512"/>
                  </a:lnTo>
                  <a:lnTo>
                    <a:pt x="1631" y="502"/>
                  </a:lnTo>
                  <a:lnTo>
                    <a:pt x="1631" y="497"/>
                  </a:lnTo>
                  <a:lnTo>
                    <a:pt x="1633" y="495"/>
                  </a:lnTo>
                  <a:lnTo>
                    <a:pt x="1633" y="488"/>
                  </a:lnTo>
                  <a:lnTo>
                    <a:pt x="1634" y="479"/>
                  </a:lnTo>
                  <a:lnTo>
                    <a:pt x="1635" y="472"/>
                  </a:lnTo>
                  <a:lnTo>
                    <a:pt x="1636" y="467"/>
                  </a:lnTo>
                  <a:lnTo>
                    <a:pt x="1637" y="472"/>
                  </a:lnTo>
                  <a:lnTo>
                    <a:pt x="1638" y="456"/>
                  </a:lnTo>
                  <a:lnTo>
                    <a:pt x="1639" y="456"/>
                  </a:lnTo>
                  <a:lnTo>
                    <a:pt x="1640" y="463"/>
                  </a:lnTo>
                  <a:lnTo>
                    <a:pt x="1641" y="470"/>
                  </a:lnTo>
                  <a:lnTo>
                    <a:pt x="1642" y="474"/>
                  </a:lnTo>
                  <a:lnTo>
                    <a:pt x="1643" y="472"/>
                  </a:lnTo>
                  <a:lnTo>
                    <a:pt x="1643" y="472"/>
                  </a:lnTo>
                  <a:lnTo>
                    <a:pt x="1645" y="467"/>
                  </a:lnTo>
                  <a:lnTo>
                    <a:pt x="1645" y="463"/>
                  </a:lnTo>
                  <a:lnTo>
                    <a:pt x="1646" y="460"/>
                  </a:lnTo>
                  <a:lnTo>
                    <a:pt x="1647" y="470"/>
                  </a:lnTo>
                  <a:lnTo>
                    <a:pt x="1648" y="484"/>
                  </a:lnTo>
                  <a:lnTo>
                    <a:pt x="1649" y="484"/>
                  </a:lnTo>
                  <a:lnTo>
                    <a:pt x="1650" y="479"/>
                  </a:lnTo>
                  <a:lnTo>
                    <a:pt x="1651" y="477"/>
                  </a:lnTo>
                  <a:lnTo>
                    <a:pt x="1652" y="486"/>
                  </a:lnTo>
                  <a:lnTo>
                    <a:pt x="1653" y="493"/>
                  </a:lnTo>
                  <a:lnTo>
                    <a:pt x="1654" y="484"/>
                  </a:lnTo>
                  <a:lnTo>
                    <a:pt x="1655" y="486"/>
                  </a:lnTo>
                  <a:lnTo>
                    <a:pt x="1655" y="493"/>
                  </a:lnTo>
                  <a:lnTo>
                    <a:pt x="1657" y="497"/>
                  </a:lnTo>
                  <a:lnTo>
                    <a:pt x="1657" y="500"/>
                  </a:lnTo>
                  <a:lnTo>
                    <a:pt x="1658" y="495"/>
                  </a:lnTo>
                  <a:lnTo>
                    <a:pt x="1659" y="497"/>
                  </a:lnTo>
                  <a:lnTo>
                    <a:pt x="1660" y="493"/>
                  </a:lnTo>
                  <a:lnTo>
                    <a:pt x="1661" y="491"/>
                  </a:lnTo>
                  <a:lnTo>
                    <a:pt x="1662" y="495"/>
                  </a:lnTo>
                  <a:lnTo>
                    <a:pt x="1663" y="495"/>
                  </a:lnTo>
                  <a:lnTo>
                    <a:pt x="1664" y="497"/>
                  </a:lnTo>
                  <a:lnTo>
                    <a:pt x="1665" y="491"/>
                  </a:lnTo>
                  <a:lnTo>
                    <a:pt x="1666" y="491"/>
                  </a:lnTo>
                  <a:lnTo>
                    <a:pt x="1667" y="507"/>
                  </a:lnTo>
                  <a:lnTo>
                    <a:pt x="1668" y="516"/>
                  </a:lnTo>
                  <a:lnTo>
                    <a:pt x="1669" y="507"/>
                  </a:lnTo>
                  <a:lnTo>
                    <a:pt x="1669" y="497"/>
                  </a:lnTo>
                  <a:lnTo>
                    <a:pt x="1670" y="486"/>
                  </a:lnTo>
                  <a:lnTo>
                    <a:pt x="1671" y="500"/>
                  </a:lnTo>
                  <a:lnTo>
                    <a:pt x="1672" y="507"/>
                  </a:lnTo>
                  <a:lnTo>
                    <a:pt x="1673" y="500"/>
                  </a:lnTo>
                  <a:lnTo>
                    <a:pt x="1674" y="495"/>
                  </a:lnTo>
                  <a:lnTo>
                    <a:pt x="1675" y="500"/>
                  </a:lnTo>
                  <a:lnTo>
                    <a:pt x="1676" y="512"/>
                  </a:lnTo>
                  <a:lnTo>
                    <a:pt x="1677" y="512"/>
                  </a:lnTo>
                  <a:lnTo>
                    <a:pt x="1678" y="509"/>
                  </a:lnTo>
                  <a:lnTo>
                    <a:pt x="1679" y="509"/>
                  </a:lnTo>
                  <a:lnTo>
                    <a:pt x="1680" y="502"/>
                  </a:lnTo>
                  <a:lnTo>
                    <a:pt x="1681" y="495"/>
                  </a:lnTo>
                  <a:lnTo>
                    <a:pt x="1681" y="495"/>
                  </a:lnTo>
                  <a:lnTo>
                    <a:pt x="1683" y="502"/>
                  </a:lnTo>
                  <a:lnTo>
                    <a:pt x="1683" y="512"/>
                  </a:lnTo>
                  <a:lnTo>
                    <a:pt x="1684" y="512"/>
                  </a:lnTo>
                  <a:lnTo>
                    <a:pt x="1685" y="507"/>
                  </a:lnTo>
                  <a:lnTo>
                    <a:pt x="1686" y="512"/>
                  </a:lnTo>
                  <a:lnTo>
                    <a:pt x="1687" y="516"/>
                  </a:lnTo>
                  <a:lnTo>
                    <a:pt x="1688" y="519"/>
                  </a:lnTo>
                  <a:lnTo>
                    <a:pt x="1689" y="512"/>
                  </a:lnTo>
                  <a:lnTo>
                    <a:pt x="1690" y="509"/>
                  </a:lnTo>
                  <a:lnTo>
                    <a:pt x="1691" y="516"/>
                  </a:lnTo>
                  <a:lnTo>
                    <a:pt x="1692" y="519"/>
                  </a:lnTo>
                  <a:lnTo>
                    <a:pt x="1693" y="514"/>
                  </a:lnTo>
                  <a:lnTo>
                    <a:pt x="1693" y="488"/>
                  </a:lnTo>
                  <a:lnTo>
                    <a:pt x="1695" y="495"/>
                  </a:lnTo>
                  <a:lnTo>
                    <a:pt x="1695" y="507"/>
                  </a:lnTo>
                  <a:lnTo>
                    <a:pt x="1696" y="509"/>
                  </a:lnTo>
                  <a:lnTo>
                    <a:pt x="1697" y="505"/>
                  </a:lnTo>
                  <a:lnTo>
                    <a:pt x="1698" y="512"/>
                  </a:lnTo>
                  <a:lnTo>
                    <a:pt x="1699" y="523"/>
                  </a:lnTo>
                  <a:lnTo>
                    <a:pt x="1700" y="523"/>
                  </a:lnTo>
                  <a:lnTo>
                    <a:pt x="1701" y="528"/>
                  </a:lnTo>
                  <a:lnTo>
                    <a:pt x="1702" y="532"/>
                  </a:lnTo>
                  <a:lnTo>
                    <a:pt x="1703" y="532"/>
                  </a:lnTo>
                  <a:lnTo>
                    <a:pt x="1704" y="521"/>
                  </a:lnTo>
                  <a:lnTo>
                    <a:pt x="1705" y="512"/>
                  </a:lnTo>
                  <a:lnTo>
                    <a:pt x="1705" y="512"/>
                  </a:lnTo>
                  <a:lnTo>
                    <a:pt x="1707" y="507"/>
                  </a:lnTo>
                  <a:lnTo>
                    <a:pt x="1707" y="505"/>
                  </a:lnTo>
                  <a:lnTo>
                    <a:pt x="1708" y="505"/>
                  </a:lnTo>
                  <a:lnTo>
                    <a:pt x="1709" y="507"/>
                  </a:lnTo>
                  <a:lnTo>
                    <a:pt x="1710" y="514"/>
                  </a:lnTo>
                  <a:lnTo>
                    <a:pt x="1711" y="514"/>
                  </a:lnTo>
                  <a:lnTo>
                    <a:pt x="1712" y="509"/>
                  </a:lnTo>
                  <a:lnTo>
                    <a:pt x="1713" y="512"/>
                  </a:lnTo>
                  <a:lnTo>
                    <a:pt x="1714" y="523"/>
                  </a:lnTo>
                  <a:lnTo>
                    <a:pt x="1715" y="530"/>
                  </a:lnTo>
                  <a:lnTo>
                    <a:pt x="1716" y="530"/>
                  </a:lnTo>
                  <a:lnTo>
                    <a:pt x="1717" y="535"/>
                  </a:lnTo>
                  <a:lnTo>
                    <a:pt x="1718" y="530"/>
                  </a:lnTo>
                  <a:lnTo>
                    <a:pt x="1719" y="526"/>
                  </a:lnTo>
                  <a:lnTo>
                    <a:pt x="1719" y="521"/>
                  </a:lnTo>
                  <a:lnTo>
                    <a:pt x="1720" y="514"/>
                  </a:lnTo>
                  <a:lnTo>
                    <a:pt x="1721" y="523"/>
                  </a:lnTo>
                  <a:lnTo>
                    <a:pt x="1722" y="516"/>
                  </a:lnTo>
                  <a:lnTo>
                    <a:pt x="1723" y="500"/>
                  </a:lnTo>
                  <a:lnTo>
                    <a:pt x="1724" y="495"/>
                  </a:lnTo>
                  <a:lnTo>
                    <a:pt x="1725" y="500"/>
                  </a:lnTo>
                  <a:lnTo>
                    <a:pt x="1726" y="505"/>
                  </a:lnTo>
                  <a:lnTo>
                    <a:pt x="1727" y="495"/>
                  </a:lnTo>
                  <a:lnTo>
                    <a:pt x="1728" y="495"/>
                  </a:lnTo>
                  <a:lnTo>
                    <a:pt x="1729" y="500"/>
                  </a:lnTo>
                  <a:lnTo>
                    <a:pt x="1730" y="493"/>
                  </a:lnTo>
                  <a:lnTo>
                    <a:pt x="1731" y="481"/>
                  </a:lnTo>
                  <a:lnTo>
                    <a:pt x="1731" y="474"/>
                  </a:lnTo>
                  <a:lnTo>
                    <a:pt x="1733" y="488"/>
                  </a:lnTo>
                  <a:lnTo>
                    <a:pt x="1733" y="502"/>
                  </a:lnTo>
                  <a:lnTo>
                    <a:pt x="1734" y="495"/>
                  </a:lnTo>
                  <a:lnTo>
                    <a:pt x="1735" y="488"/>
                  </a:lnTo>
                  <a:lnTo>
                    <a:pt x="1736" y="500"/>
                  </a:lnTo>
                  <a:lnTo>
                    <a:pt x="1737" y="514"/>
                  </a:lnTo>
                  <a:lnTo>
                    <a:pt x="1738" y="514"/>
                  </a:lnTo>
                  <a:lnTo>
                    <a:pt x="1739" y="512"/>
                  </a:lnTo>
                  <a:lnTo>
                    <a:pt x="1740" y="507"/>
                  </a:lnTo>
                  <a:lnTo>
                    <a:pt x="1741" y="514"/>
                  </a:lnTo>
                  <a:lnTo>
                    <a:pt x="1742" y="516"/>
                  </a:lnTo>
                  <a:lnTo>
                    <a:pt x="1743" y="509"/>
                  </a:lnTo>
                  <a:lnTo>
                    <a:pt x="1743" y="502"/>
                  </a:lnTo>
                  <a:lnTo>
                    <a:pt x="1745" y="502"/>
                  </a:lnTo>
                  <a:lnTo>
                    <a:pt x="1745" y="505"/>
                  </a:lnTo>
                  <a:lnTo>
                    <a:pt x="1746" y="500"/>
                  </a:lnTo>
                  <a:lnTo>
                    <a:pt x="1747" y="495"/>
                  </a:lnTo>
                  <a:lnTo>
                    <a:pt x="1748" y="491"/>
                  </a:lnTo>
                  <a:lnTo>
                    <a:pt x="1749" y="481"/>
                  </a:lnTo>
                  <a:lnTo>
                    <a:pt x="1750" y="451"/>
                  </a:lnTo>
                  <a:lnTo>
                    <a:pt x="1751" y="398"/>
                  </a:lnTo>
                  <a:lnTo>
                    <a:pt x="1752" y="244"/>
                  </a:lnTo>
                  <a:lnTo>
                    <a:pt x="1753" y="59"/>
                  </a:lnTo>
                  <a:lnTo>
                    <a:pt x="1754" y="89"/>
                  </a:lnTo>
                  <a:lnTo>
                    <a:pt x="1755" y="249"/>
                  </a:lnTo>
                  <a:lnTo>
                    <a:pt x="1756" y="316"/>
                  </a:lnTo>
                  <a:lnTo>
                    <a:pt x="1757" y="309"/>
                  </a:lnTo>
                  <a:lnTo>
                    <a:pt x="1758" y="295"/>
                  </a:lnTo>
                  <a:lnTo>
                    <a:pt x="1758" y="282"/>
                  </a:lnTo>
                  <a:lnTo>
                    <a:pt x="1760" y="265"/>
                  </a:lnTo>
                  <a:lnTo>
                    <a:pt x="1760" y="254"/>
                  </a:lnTo>
                  <a:lnTo>
                    <a:pt x="1761" y="242"/>
                  </a:lnTo>
                  <a:lnTo>
                    <a:pt x="1762" y="233"/>
                  </a:lnTo>
                  <a:lnTo>
                    <a:pt x="1763" y="224"/>
                  </a:lnTo>
                  <a:lnTo>
                    <a:pt x="1764" y="224"/>
                  </a:lnTo>
                  <a:lnTo>
                    <a:pt x="1765" y="212"/>
                  </a:lnTo>
                  <a:lnTo>
                    <a:pt x="1766" y="193"/>
                  </a:lnTo>
                  <a:lnTo>
                    <a:pt x="1767" y="179"/>
                  </a:lnTo>
                  <a:lnTo>
                    <a:pt x="1768" y="184"/>
                  </a:lnTo>
                  <a:lnTo>
                    <a:pt x="1769" y="196"/>
                  </a:lnTo>
                  <a:lnTo>
                    <a:pt x="1770" y="200"/>
                  </a:lnTo>
                  <a:lnTo>
                    <a:pt x="1770" y="224"/>
                  </a:lnTo>
                  <a:lnTo>
                    <a:pt x="1772" y="272"/>
                  </a:lnTo>
                  <a:lnTo>
                    <a:pt x="1772" y="316"/>
                  </a:lnTo>
                  <a:lnTo>
                    <a:pt x="1773" y="349"/>
                  </a:lnTo>
                  <a:lnTo>
                    <a:pt x="1774" y="398"/>
                  </a:lnTo>
                  <a:lnTo>
                    <a:pt x="1775" y="472"/>
                  </a:lnTo>
                  <a:lnTo>
                    <a:pt x="1776" y="521"/>
                  </a:lnTo>
                  <a:lnTo>
                    <a:pt x="1777" y="526"/>
                  </a:lnTo>
                  <a:lnTo>
                    <a:pt x="1778" y="516"/>
                  </a:lnTo>
                  <a:lnTo>
                    <a:pt x="1779" y="514"/>
                  </a:lnTo>
                  <a:lnTo>
                    <a:pt x="1780" y="530"/>
                  </a:lnTo>
                  <a:lnTo>
                    <a:pt x="1781" y="546"/>
                  </a:lnTo>
                  <a:lnTo>
                    <a:pt x="1782" y="558"/>
                  </a:lnTo>
                  <a:lnTo>
                    <a:pt x="1783" y="586"/>
                  </a:lnTo>
                  <a:lnTo>
                    <a:pt x="1784" y="598"/>
                  </a:lnTo>
                  <a:lnTo>
                    <a:pt x="1784" y="595"/>
                  </a:lnTo>
                  <a:lnTo>
                    <a:pt x="1786" y="588"/>
                  </a:lnTo>
                  <a:lnTo>
                    <a:pt x="1786" y="572"/>
                  </a:lnTo>
                  <a:lnTo>
                    <a:pt x="1787" y="570"/>
                  </a:lnTo>
                  <a:lnTo>
                    <a:pt x="1788" y="572"/>
                  </a:lnTo>
                  <a:lnTo>
                    <a:pt x="1789" y="570"/>
                  </a:lnTo>
                  <a:lnTo>
                    <a:pt x="1790" y="570"/>
                  </a:lnTo>
                  <a:lnTo>
                    <a:pt x="1791" y="572"/>
                  </a:lnTo>
                  <a:lnTo>
                    <a:pt x="1792" y="586"/>
                  </a:lnTo>
                  <a:lnTo>
                    <a:pt x="1793" y="584"/>
                  </a:lnTo>
                  <a:lnTo>
                    <a:pt x="1794" y="581"/>
                  </a:lnTo>
                  <a:lnTo>
                    <a:pt x="1795" y="586"/>
                  </a:lnTo>
                  <a:lnTo>
                    <a:pt x="1796" y="581"/>
                  </a:lnTo>
                  <a:lnTo>
                    <a:pt x="1796" y="577"/>
                  </a:lnTo>
                  <a:lnTo>
                    <a:pt x="1798" y="570"/>
                  </a:lnTo>
                  <a:lnTo>
                    <a:pt x="1798" y="567"/>
                  </a:lnTo>
                  <a:lnTo>
                    <a:pt x="1799" y="567"/>
                  </a:lnTo>
                  <a:lnTo>
                    <a:pt x="1800" y="558"/>
                  </a:lnTo>
                  <a:lnTo>
                    <a:pt x="1801" y="560"/>
                  </a:lnTo>
                  <a:lnTo>
                    <a:pt x="1802" y="563"/>
                  </a:lnTo>
                  <a:lnTo>
                    <a:pt x="1803" y="565"/>
                  </a:lnTo>
                  <a:lnTo>
                    <a:pt x="1804" y="565"/>
                  </a:lnTo>
                  <a:lnTo>
                    <a:pt x="1805" y="560"/>
                  </a:lnTo>
                  <a:lnTo>
                    <a:pt x="1806" y="560"/>
                  </a:lnTo>
                  <a:lnTo>
                    <a:pt x="1807" y="565"/>
                  </a:lnTo>
                  <a:lnTo>
                    <a:pt x="1808" y="567"/>
                  </a:lnTo>
                  <a:lnTo>
                    <a:pt x="1808" y="570"/>
                  </a:lnTo>
                  <a:lnTo>
                    <a:pt x="1810" y="563"/>
                  </a:lnTo>
                  <a:lnTo>
                    <a:pt x="1810" y="567"/>
                  </a:lnTo>
                  <a:lnTo>
                    <a:pt x="1811" y="574"/>
                  </a:lnTo>
                  <a:lnTo>
                    <a:pt x="1812" y="565"/>
                  </a:lnTo>
                  <a:lnTo>
                    <a:pt x="1813" y="565"/>
                  </a:lnTo>
                  <a:lnTo>
                    <a:pt x="1814" y="574"/>
                  </a:lnTo>
                  <a:lnTo>
                    <a:pt x="1815" y="574"/>
                  </a:lnTo>
                  <a:lnTo>
                    <a:pt x="1816" y="572"/>
                  </a:lnTo>
                  <a:lnTo>
                    <a:pt x="1817" y="572"/>
                  </a:lnTo>
                  <a:lnTo>
                    <a:pt x="1818" y="574"/>
                  </a:lnTo>
                  <a:lnTo>
                    <a:pt x="1819" y="579"/>
                  </a:lnTo>
                  <a:lnTo>
                    <a:pt x="1820" y="574"/>
                  </a:lnTo>
                  <a:lnTo>
                    <a:pt x="1820" y="565"/>
                  </a:lnTo>
                  <a:lnTo>
                    <a:pt x="1822" y="565"/>
                  </a:lnTo>
                  <a:lnTo>
                    <a:pt x="1822" y="565"/>
                  </a:lnTo>
                  <a:lnTo>
                    <a:pt x="1823" y="558"/>
                  </a:lnTo>
                  <a:lnTo>
                    <a:pt x="1824" y="554"/>
                  </a:lnTo>
                  <a:lnTo>
                    <a:pt x="1825" y="549"/>
                  </a:lnTo>
                  <a:lnTo>
                    <a:pt x="1826" y="546"/>
                  </a:lnTo>
                  <a:lnTo>
                    <a:pt x="1827" y="546"/>
                  </a:lnTo>
                  <a:lnTo>
                    <a:pt x="1828" y="535"/>
                  </a:lnTo>
                  <a:lnTo>
                    <a:pt x="1829" y="535"/>
                  </a:lnTo>
                  <a:lnTo>
                    <a:pt x="1830" y="532"/>
                  </a:lnTo>
                  <a:lnTo>
                    <a:pt x="1831" y="526"/>
                  </a:lnTo>
                  <a:lnTo>
                    <a:pt x="1832" y="521"/>
                  </a:lnTo>
                  <a:lnTo>
                    <a:pt x="1833" y="507"/>
                  </a:lnTo>
                  <a:lnTo>
                    <a:pt x="1834" y="512"/>
                  </a:lnTo>
                  <a:lnTo>
                    <a:pt x="1834" y="502"/>
                  </a:lnTo>
                  <a:lnTo>
                    <a:pt x="1836" y="495"/>
                  </a:lnTo>
                  <a:lnTo>
                    <a:pt x="1836" y="484"/>
                  </a:lnTo>
                  <a:lnTo>
                    <a:pt x="1837" y="491"/>
                  </a:lnTo>
                  <a:lnTo>
                    <a:pt x="1838" y="491"/>
                  </a:lnTo>
                  <a:lnTo>
                    <a:pt x="1839" y="477"/>
                  </a:lnTo>
                  <a:lnTo>
                    <a:pt x="1840" y="472"/>
                  </a:lnTo>
                  <a:lnTo>
                    <a:pt x="1841" y="472"/>
                  </a:lnTo>
                  <a:lnTo>
                    <a:pt x="1842" y="477"/>
                  </a:lnTo>
                  <a:lnTo>
                    <a:pt x="1843" y="467"/>
                  </a:lnTo>
                  <a:lnTo>
                    <a:pt x="1844" y="467"/>
                  </a:lnTo>
                  <a:lnTo>
                    <a:pt x="1845" y="472"/>
                  </a:lnTo>
                  <a:lnTo>
                    <a:pt x="1846" y="474"/>
                  </a:lnTo>
                  <a:lnTo>
                    <a:pt x="1846" y="472"/>
                  </a:lnTo>
                  <a:lnTo>
                    <a:pt x="1848" y="467"/>
                  </a:lnTo>
                  <a:lnTo>
                    <a:pt x="1848" y="474"/>
                  </a:lnTo>
                  <a:lnTo>
                    <a:pt x="1849" y="481"/>
                  </a:lnTo>
                  <a:lnTo>
                    <a:pt x="1850" y="481"/>
                  </a:lnTo>
                  <a:lnTo>
                    <a:pt x="1851" y="472"/>
                  </a:lnTo>
                  <a:lnTo>
                    <a:pt x="1852" y="481"/>
                  </a:lnTo>
                  <a:lnTo>
                    <a:pt x="1853" y="491"/>
                  </a:lnTo>
                  <a:lnTo>
                    <a:pt x="1854" y="493"/>
                  </a:lnTo>
                  <a:lnTo>
                    <a:pt x="1855" y="486"/>
                  </a:lnTo>
                  <a:lnTo>
                    <a:pt x="1856" y="493"/>
                  </a:lnTo>
                  <a:lnTo>
                    <a:pt x="1857" y="495"/>
                  </a:lnTo>
                  <a:lnTo>
                    <a:pt x="1858" y="502"/>
                  </a:lnTo>
                  <a:lnTo>
                    <a:pt x="1858" y="502"/>
                  </a:lnTo>
                  <a:lnTo>
                    <a:pt x="1860" y="495"/>
                  </a:lnTo>
                  <a:lnTo>
                    <a:pt x="1860" y="502"/>
                  </a:lnTo>
                  <a:lnTo>
                    <a:pt x="1861" y="502"/>
                  </a:lnTo>
                  <a:lnTo>
                    <a:pt x="1862" y="500"/>
                  </a:lnTo>
                  <a:lnTo>
                    <a:pt x="1863" y="495"/>
                  </a:lnTo>
                  <a:lnTo>
                    <a:pt x="1864" y="500"/>
                  </a:lnTo>
                  <a:lnTo>
                    <a:pt x="1865" y="505"/>
                  </a:lnTo>
                  <a:lnTo>
                    <a:pt x="1866" y="502"/>
                  </a:lnTo>
                  <a:lnTo>
                    <a:pt x="1867" y="497"/>
                  </a:lnTo>
                  <a:lnTo>
                    <a:pt x="1868" y="502"/>
                  </a:lnTo>
                  <a:lnTo>
                    <a:pt x="1869" y="507"/>
                  </a:lnTo>
                  <a:lnTo>
                    <a:pt x="1870" y="505"/>
                  </a:lnTo>
                  <a:lnTo>
                    <a:pt x="1870" y="505"/>
                  </a:lnTo>
                  <a:lnTo>
                    <a:pt x="1872" y="505"/>
                  </a:lnTo>
                  <a:lnTo>
                    <a:pt x="1872" y="507"/>
                  </a:lnTo>
                  <a:lnTo>
                    <a:pt x="1873" y="507"/>
                  </a:lnTo>
                  <a:lnTo>
                    <a:pt x="1874" y="500"/>
                  </a:lnTo>
                  <a:lnTo>
                    <a:pt x="1875" y="507"/>
                  </a:lnTo>
                  <a:lnTo>
                    <a:pt x="1876" y="509"/>
                  </a:lnTo>
                  <a:lnTo>
                    <a:pt x="1877" y="507"/>
                  </a:lnTo>
                  <a:lnTo>
                    <a:pt x="1878" y="507"/>
                  </a:lnTo>
                  <a:lnTo>
                    <a:pt x="1879" y="505"/>
                  </a:lnTo>
                  <a:lnTo>
                    <a:pt x="1880" y="509"/>
                  </a:lnTo>
                  <a:lnTo>
                    <a:pt x="1881" y="509"/>
                  </a:lnTo>
                  <a:lnTo>
                    <a:pt x="1882" y="505"/>
                  </a:lnTo>
                  <a:lnTo>
                    <a:pt x="1883" y="507"/>
                  </a:lnTo>
                  <a:lnTo>
                    <a:pt x="1884" y="505"/>
                  </a:lnTo>
                  <a:lnTo>
                    <a:pt x="1884" y="509"/>
                  </a:lnTo>
                  <a:lnTo>
                    <a:pt x="1886" y="507"/>
                  </a:lnTo>
                  <a:lnTo>
                    <a:pt x="1886" y="505"/>
                  </a:lnTo>
                  <a:lnTo>
                    <a:pt x="1887" y="509"/>
                  </a:lnTo>
                  <a:lnTo>
                    <a:pt x="1888" y="512"/>
                  </a:lnTo>
                  <a:lnTo>
                    <a:pt x="1889" y="507"/>
                  </a:lnTo>
                  <a:lnTo>
                    <a:pt x="1890" y="509"/>
                  </a:lnTo>
                  <a:lnTo>
                    <a:pt x="1891" y="509"/>
                  </a:lnTo>
                  <a:lnTo>
                    <a:pt x="1892" y="512"/>
                  </a:lnTo>
                  <a:lnTo>
                    <a:pt x="1893" y="512"/>
                  </a:lnTo>
                  <a:lnTo>
                    <a:pt x="1894" y="505"/>
                  </a:lnTo>
                  <a:lnTo>
                    <a:pt x="1895" y="509"/>
                  </a:lnTo>
                  <a:lnTo>
                    <a:pt x="1896" y="512"/>
                  </a:lnTo>
                  <a:lnTo>
                    <a:pt x="1896" y="516"/>
                  </a:lnTo>
                  <a:lnTo>
                    <a:pt x="1898" y="512"/>
                  </a:lnTo>
                  <a:lnTo>
                    <a:pt x="1898" y="514"/>
                  </a:lnTo>
                  <a:lnTo>
                    <a:pt x="1899" y="528"/>
                  </a:lnTo>
                  <a:lnTo>
                    <a:pt x="1900" y="519"/>
                  </a:lnTo>
                  <a:lnTo>
                    <a:pt x="1901" y="519"/>
                  </a:lnTo>
                  <a:lnTo>
                    <a:pt x="1902" y="519"/>
                  </a:lnTo>
                  <a:lnTo>
                    <a:pt x="1903" y="523"/>
                  </a:lnTo>
                  <a:lnTo>
                    <a:pt x="1904" y="528"/>
                  </a:lnTo>
                  <a:lnTo>
                    <a:pt x="1905" y="519"/>
                  </a:lnTo>
                  <a:lnTo>
                    <a:pt x="1906" y="516"/>
                  </a:lnTo>
                  <a:lnTo>
                    <a:pt x="1907" y="526"/>
                  </a:lnTo>
                  <a:lnTo>
                    <a:pt x="1908" y="528"/>
                  </a:lnTo>
                  <a:lnTo>
                    <a:pt x="1908" y="521"/>
                  </a:lnTo>
                  <a:lnTo>
                    <a:pt x="1910" y="519"/>
                  </a:lnTo>
                  <a:lnTo>
                    <a:pt x="1910" y="530"/>
                  </a:lnTo>
                  <a:lnTo>
                    <a:pt x="1911" y="532"/>
                  </a:lnTo>
                  <a:lnTo>
                    <a:pt x="1912" y="528"/>
                  </a:lnTo>
                  <a:lnTo>
                    <a:pt x="1913" y="523"/>
                  </a:lnTo>
                  <a:lnTo>
                    <a:pt x="1914" y="526"/>
                  </a:lnTo>
                  <a:lnTo>
                    <a:pt x="1915" y="537"/>
                  </a:lnTo>
                  <a:lnTo>
                    <a:pt x="1916" y="532"/>
                  </a:lnTo>
                  <a:lnTo>
                    <a:pt x="1917" y="523"/>
                  </a:lnTo>
                  <a:lnTo>
                    <a:pt x="1918" y="526"/>
                  </a:lnTo>
                  <a:lnTo>
                    <a:pt x="1919" y="535"/>
                  </a:lnTo>
                  <a:lnTo>
                    <a:pt x="1920" y="526"/>
                  </a:lnTo>
                  <a:lnTo>
                    <a:pt x="1921" y="523"/>
                  </a:lnTo>
                  <a:lnTo>
                    <a:pt x="1922" y="530"/>
                  </a:lnTo>
                  <a:lnTo>
                    <a:pt x="1923" y="532"/>
                  </a:lnTo>
                  <a:lnTo>
                    <a:pt x="1923" y="528"/>
                  </a:lnTo>
                  <a:lnTo>
                    <a:pt x="1925" y="526"/>
                  </a:lnTo>
                  <a:lnTo>
                    <a:pt x="1925" y="526"/>
                  </a:lnTo>
                  <a:lnTo>
                    <a:pt x="1926" y="530"/>
                  </a:lnTo>
                  <a:lnTo>
                    <a:pt x="1927" y="532"/>
                  </a:lnTo>
                  <a:lnTo>
                    <a:pt x="1928" y="523"/>
                  </a:lnTo>
                  <a:lnTo>
                    <a:pt x="1929" y="523"/>
                  </a:lnTo>
                  <a:lnTo>
                    <a:pt x="1930" y="526"/>
                  </a:lnTo>
                  <a:lnTo>
                    <a:pt x="1931" y="532"/>
                  </a:lnTo>
                  <a:lnTo>
                    <a:pt x="1932" y="532"/>
                  </a:lnTo>
                  <a:lnTo>
                    <a:pt x="1933" y="526"/>
                  </a:lnTo>
                  <a:lnTo>
                    <a:pt x="1934" y="528"/>
                  </a:lnTo>
                  <a:lnTo>
                    <a:pt x="1935" y="535"/>
                  </a:lnTo>
                  <a:lnTo>
                    <a:pt x="1935" y="535"/>
                  </a:lnTo>
                  <a:lnTo>
                    <a:pt x="1937" y="530"/>
                  </a:lnTo>
                  <a:lnTo>
                    <a:pt x="1937" y="523"/>
                  </a:lnTo>
                  <a:lnTo>
                    <a:pt x="1938" y="530"/>
                  </a:lnTo>
                  <a:lnTo>
                    <a:pt x="1939" y="532"/>
                  </a:lnTo>
                  <a:lnTo>
                    <a:pt x="1940" y="523"/>
                  </a:lnTo>
                  <a:lnTo>
                    <a:pt x="1941" y="528"/>
                  </a:lnTo>
                  <a:lnTo>
                    <a:pt x="1942" y="528"/>
                  </a:lnTo>
                  <a:lnTo>
                    <a:pt x="1943" y="530"/>
                  </a:lnTo>
                  <a:lnTo>
                    <a:pt x="1944" y="523"/>
                  </a:lnTo>
                  <a:lnTo>
                    <a:pt x="1945" y="523"/>
                  </a:lnTo>
                  <a:lnTo>
                    <a:pt x="1946" y="528"/>
                  </a:lnTo>
                  <a:lnTo>
                    <a:pt x="1947" y="528"/>
                  </a:lnTo>
                  <a:lnTo>
                    <a:pt x="1948" y="526"/>
                  </a:lnTo>
                  <a:lnTo>
                    <a:pt x="1949" y="516"/>
                  </a:lnTo>
                  <a:lnTo>
                    <a:pt x="1949" y="521"/>
                  </a:lnTo>
                  <a:lnTo>
                    <a:pt x="1951" y="523"/>
                  </a:lnTo>
                  <a:lnTo>
                    <a:pt x="1951" y="514"/>
                  </a:lnTo>
                  <a:lnTo>
                    <a:pt x="1952" y="500"/>
                  </a:lnTo>
                  <a:lnTo>
                    <a:pt x="1953" y="486"/>
                  </a:lnTo>
                  <a:lnTo>
                    <a:pt x="1954" y="442"/>
                  </a:lnTo>
                  <a:lnTo>
                    <a:pt x="1955" y="300"/>
                  </a:lnTo>
                  <a:lnTo>
                    <a:pt x="1956" y="70"/>
                  </a:lnTo>
                  <a:lnTo>
                    <a:pt x="1957" y="45"/>
                  </a:lnTo>
                  <a:lnTo>
                    <a:pt x="1958" y="216"/>
                  </a:lnTo>
                  <a:lnTo>
                    <a:pt x="1959" y="314"/>
                  </a:lnTo>
                  <a:lnTo>
                    <a:pt x="1960" y="316"/>
                  </a:lnTo>
                  <a:lnTo>
                    <a:pt x="1961" y="300"/>
                  </a:lnTo>
                  <a:lnTo>
                    <a:pt x="1961" y="300"/>
                  </a:lnTo>
                  <a:lnTo>
                    <a:pt x="1963" y="288"/>
                  </a:lnTo>
                  <a:lnTo>
                    <a:pt x="1963" y="282"/>
                  </a:lnTo>
                  <a:lnTo>
                    <a:pt x="1964" y="277"/>
                  </a:lnTo>
                  <a:lnTo>
                    <a:pt x="1965" y="286"/>
                  </a:lnTo>
                  <a:lnTo>
                    <a:pt x="1966" y="298"/>
                  </a:lnTo>
                  <a:lnTo>
                    <a:pt x="1967" y="291"/>
                  </a:lnTo>
                  <a:lnTo>
                    <a:pt x="1968" y="291"/>
                  </a:lnTo>
                  <a:lnTo>
                    <a:pt x="1969" y="300"/>
                  </a:lnTo>
                  <a:lnTo>
                    <a:pt x="1970" y="309"/>
                  </a:lnTo>
                  <a:lnTo>
                    <a:pt x="1971" y="312"/>
                  </a:lnTo>
                  <a:lnTo>
                    <a:pt x="1972" y="358"/>
                  </a:lnTo>
                  <a:lnTo>
                    <a:pt x="1973" y="412"/>
                  </a:lnTo>
                  <a:lnTo>
                    <a:pt x="1973" y="444"/>
                  </a:lnTo>
                  <a:lnTo>
                    <a:pt x="1975" y="465"/>
                  </a:lnTo>
                  <a:lnTo>
                    <a:pt x="1975" y="512"/>
                  </a:lnTo>
                  <a:lnTo>
                    <a:pt x="1976" y="570"/>
                  </a:lnTo>
                  <a:lnTo>
                    <a:pt x="1977" y="598"/>
                  </a:lnTo>
                  <a:lnTo>
                    <a:pt x="1978" y="570"/>
                  </a:lnTo>
                  <a:lnTo>
                    <a:pt x="1979" y="551"/>
                  </a:lnTo>
                  <a:lnTo>
                    <a:pt x="1980" y="532"/>
                  </a:lnTo>
                  <a:lnTo>
                    <a:pt x="1981" y="530"/>
                  </a:lnTo>
                  <a:lnTo>
                    <a:pt x="1982" y="537"/>
                  </a:lnTo>
                  <a:lnTo>
                    <a:pt x="1983" y="554"/>
                  </a:lnTo>
                  <a:lnTo>
                    <a:pt x="1984" y="567"/>
                  </a:lnTo>
                  <a:lnTo>
                    <a:pt x="1985" y="572"/>
                  </a:lnTo>
                  <a:lnTo>
                    <a:pt x="1985" y="563"/>
                  </a:lnTo>
                  <a:lnTo>
                    <a:pt x="1987" y="554"/>
                  </a:lnTo>
                  <a:lnTo>
                    <a:pt x="1987" y="560"/>
                  </a:lnTo>
                  <a:lnTo>
                    <a:pt x="1988" y="567"/>
                  </a:lnTo>
                  <a:lnTo>
                    <a:pt x="1989" y="574"/>
                  </a:lnTo>
                  <a:lnTo>
                    <a:pt x="1990" y="570"/>
                  </a:lnTo>
                  <a:lnTo>
                    <a:pt x="1991" y="586"/>
                  </a:lnTo>
                  <a:lnTo>
                    <a:pt x="1992" y="598"/>
                  </a:lnTo>
                  <a:lnTo>
                    <a:pt x="1993" y="604"/>
                  </a:lnTo>
                  <a:lnTo>
                    <a:pt x="1994" y="602"/>
                  </a:lnTo>
                  <a:lnTo>
                    <a:pt x="1995" y="600"/>
                  </a:lnTo>
                  <a:lnTo>
                    <a:pt x="1996" y="598"/>
                  </a:lnTo>
                  <a:lnTo>
                    <a:pt x="1997" y="600"/>
                  </a:lnTo>
                  <a:lnTo>
                    <a:pt x="1998" y="598"/>
                  </a:lnTo>
                  <a:lnTo>
                    <a:pt x="1999" y="595"/>
                  </a:lnTo>
                  <a:lnTo>
                    <a:pt x="1999" y="595"/>
                  </a:lnTo>
                  <a:lnTo>
                    <a:pt x="2001" y="598"/>
                  </a:lnTo>
                  <a:lnTo>
                    <a:pt x="2001" y="590"/>
                  </a:lnTo>
                  <a:lnTo>
                    <a:pt x="2002" y="586"/>
                  </a:lnTo>
                  <a:lnTo>
                    <a:pt x="2003" y="595"/>
                  </a:lnTo>
                  <a:lnTo>
                    <a:pt x="2004" y="600"/>
                  </a:lnTo>
                  <a:lnTo>
                    <a:pt x="2005" y="595"/>
                  </a:lnTo>
                  <a:lnTo>
                    <a:pt x="2006" y="588"/>
                  </a:lnTo>
                  <a:lnTo>
                    <a:pt x="2007" y="593"/>
                  </a:lnTo>
                  <a:lnTo>
                    <a:pt x="2008" y="593"/>
                  </a:lnTo>
                  <a:lnTo>
                    <a:pt x="2009" y="593"/>
                  </a:lnTo>
                  <a:lnTo>
                    <a:pt x="2010" y="588"/>
                  </a:lnTo>
                  <a:lnTo>
                    <a:pt x="2011" y="588"/>
                  </a:lnTo>
                  <a:lnTo>
                    <a:pt x="2011" y="593"/>
                  </a:lnTo>
                  <a:lnTo>
                    <a:pt x="2013" y="595"/>
                  </a:lnTo>
                  <a:lnTo>
                    <a:pt x="2013" y="588"/>
                  </a:lnTo>
                  <a:lnTo>
                    <a:pt x="2014" y="588"/>
                  </a:lnTo>
                  <a:lnTo>
                    <a:pt x="2015" y="593"/>
                  </a:lnTo>
                  <a:lnTo>
                    <a:pt x="2016" y="593"/>
                  </a:lnTo>
                  <a:lnTo>
                    <a:pt x="2017" y="590"/>
                  </a:lnTo>
                  <a:lnTo>
                    <a:pt x="2018" y="584"/>
                  </a:lnTo>
                  <a:lnTo>
                    <a:pt x="2019" y="584"/>
                  </a:lnTo>
                  <a:lnTo>
                    <a:pt x="2020" y="588"/>
                  </a:lnTo>
                  <a:lnTo>
                    <a:pt x="2021" y="581"/>
                  </a:lnTo>
                  <a:lnTo>
                    <a:pt x="2022" y="572"/>
                  </a:lnTo>
                  <a:lnTo>
                    <a:pt x="2023" y="574"/>
                  </a:lnTo>
                  <a:lnTo>
                    <a:pt x="2023" y="574"/>
                  </a:lnTo>
                  <a:lnTo>
                    <a:pt x="2025" y="563"/>
                  </a:lnTo>
                  <a:lnTo>
                    <a:pt x="2025" y="558"/>
                  </a:lnTo>
                  <a:lnTo>
                    <a:pt x="2026" y="558"/>
                  </a:lnTo>
                  <a:lnTo>
                    <a:pt x="2027" y="554"/>
                  </a:lnTo>
                  <a:lnTo>
                    <a:pt x="2028" y="542"/>
                  </a:lnTo>
                  <a:lnTo>
                    <a:pt x="2029" y="535"/>
                  </a:lnTo>
                  <a:lnTo>
                    <a:pt x="2030" y="540"/>
                  </a:lnTo>
                  <a:lnTo>
                    <a:pt x="2031" y="530"/>
                  </a:lnTo>
                  <a:lnTo>
                    <a:pt x="2032" y="523"/>
                  </a:lnTo>
                  <a:lnTo>
                    <a:pt x="2033" y="509"/>
                  </a:lnTo>
                  <a:lnTo>
                    <a:pt x="2034" y="505"/>
                  </a:lnTo>
                  <a:lnTo>
                    <a:pt x="2035" y="509"/>
                  </a:lnTo>
                  <a:lnTo>
                    <a:pt x="2035" y="502"/>
                  </a:lnTo>
                  <a:lnTo>
                    <a:pt x="2037" y="493"/>
                  </a:lnTo>
                  <a:lnTo>
                    <a:pt x="2037" y="491"/>
                  </a:lnTo>
                  <a:lnTo>
                    <a:pt x="2038" y="484"/>
                  </a:lnTo>
                  <a:lnTo>
                    <a:pt x="2039" y="484"/>
                  </a:lnTo>
                  <a:lnTo>
                    <a:pt x="2040" y="479"/>
                  </a:lnTo>
                  <a:lnTo>
                    <a:pt x="2041" y="472"/>
                  </a:lnTo>
                  <a:lnTo>
                    <a:pt x="2042" y="477"/>
                  </a:lnTo>
                  <a:lnTo>
                    <a:pt x="2043" y="479"/>
                  </a:lnTo>
                  <a:lnTo>
                    <a:pt x="2044" y="470"/>
                  </a:lnTo>
                  <a:lnTo>
                    <a:pt x="2045" y="470"/>
                  </a:lnTo>
                  <a:lnTo>
                    <a:pt x="2046" y="474"/>
                  </a:lnTo>
                  <a:lnTo>
                    <a:pt x="2047" y="481"/>
                  </a:lnTo>
                  <a:lnTo>
                    <a:pt x="2048" y="479"/>
                  </a:lnTo>
                  <a:lnTo>
                    <a:pt x="2049" y="479"/>
                  </a:lnTo>
                  <a:lnTo>
                    <a:pt x="2049" y="488"/>
                  </a:lnTo>
                  <a:lnTo>
                    <a:pt x="2051" y="495"/>
                  </a:lnTo>
                  <a:lnTo>
                    <a:pt x="2051" y="493"/>
                  </a:lnTo>
                  <a:lnTo>
                    <a:pt x="2052" y="491"/>
                  </a:lnTo>
                  <a:lnTo>
                    <a:pt x="2053" y="491"/>
                  </a:lnTo>
                  <a:lnTo>
                    <a:pt x="2054" y="500"/>
                  </a:lnTo>
                  <a:lnTo>
                    <a:pt x="2055" y="502"/>
                  </a:lnTo>
                  <a:lnTo>
                    <a:pt x="2056" y="493"/>
                  </a:lnTo>
                  <a:lnTo>
                    <a:pt x="2057" y="497"/>
                  </a:lnTo>
                  <a:lnTo>
                    <a:pt x="2058" y="507"/>
                  </a:lnTo>
                  <a:lnTo>
                    <a:pt x="2059" y="507"/>
                  </a:lnTo>
                  <a:lnTo>
                    <a:pt x="2060" y="500"/>
                  </a:lnTo>
                  <a:lnTo>
                    <a:pt x="2061" y="502"/>
                  </a:lnTo>
                  <a:lnTo>
                    <a:pt x="2061" y="509"/>
                  </a:lnTo>
                  <a:lnTo>
                    <a:pt x="2063" y="509"/>
                  </a:lnTo>
                  <a:lnTo>
                    <a:pt x="2063" y="507"/>
                  </a:lnTo>
                  <a:lnTo>
                    <a:pt x="2064" y="509"/>
                  </a:lnTo>
                  <a:lnTo>
                    <a:pt x="2065" y="512"/>
                  </a:lnTo>
                  <a:lnTo>
                    <a:pt x="2066" y="512"/>
                  </a:lnTo>
                  <a:lnTo>
                    <a:pt x="2067" y="509"/>
                  </a:lnTo>
                  <a:lnTo>
                    <a:pt x="2068" y="507"/>
                  </a:lnTo>
                  <a:lnTo>
                    <a:pt x="2069" y="514"/>
                  </a:lnTo>
                  <a:lnTo>
                    <a:pt x="2070" y="512"/>
                  </a:lnTo>
                  <a:lnTo>
                    <a:pt x="2071" y="507"/>
                  </a:lnTo>
                  <a:lnTo>
                    <a:pt x="2072" y="505"/>
                  </a:lnTo>
                  <a:lnTo>
                    <a:pt x="2073" y="507"/>
                  </a:lnTo>
                  <a:lnTo>
                    <a:pt x="2073" y="514"/>
                  </a:lnTo>
                  <a:lnTo>
                    <a:pt x="2075" y="514"/>
                  </a:lnTo>
                  <a:lnTo>
                    <a:pt x="2075" y="507"/>
                  </a:lnTo>
                  <a:lnTo>
                    <a:pt x="2076" y="507"/>
                  </a:lnTo>
                  <a:lnTo>
                    <a:pt x="2077" y="514"/>
                  </a:lnTo>
                  <a:lnTo>
                    <a:pt x="2078" y="509"/>
                  </a:lnTo>
                  <a:lnTo>
                    <a:pt x="2079" y="507"/>
                  </a:lnTo>
                  <a:lnTo>
                    <a:pt x="2080" y="512"/>
                  </a:lnTo>
                  <a:lnTo>
                    <a:pt x="2081" y="514"/>
                  </a:lnTo>
                  <a:lnTo>
                    <a:pt x="2082" y="512"/>
                  </a:lnTo>
                  <a:lnTo>
                    <a:pt x="2083" y="509"/>
                  </a:lnTo>
                  <a:lnTo>
                    <a:pt x="2084" y="512"/>
                  </a:lnTo>
                  <a:lnTo>
                    <a:pt x="2085" y="516"/>
                  </a:lnTo>
                  <a:lnTo>
                    <a:pt x="2086" y="521"/>
                  </a:lnTo>
                  <a:lnTo>
                    <a:pt x="2087" y="519"/>
                  </a:lnTo>
                  <a:lnTo>
                    <a:pt x="2088" y="516"/>
                  </a:lnTo>
                  <a:lnTo>
                    <a:pt x="2088" y="523"/>
                  </a:lnTo>
                  <a:lnTo>
                    <a:pt x="2090" y="526"/>
                  </a:lnTo>
                  <a:lnTo>
                    <a:pt x="2090" y="521"/>
                  </a:lnTo>
                  <a:lnTo>
                    <a:pt x="2091" y="516"/>
                  </a:lnTo>
                  <a:lnTo>
                    <a:pt x="2092" y="528"/>
                  </a:lnTo>
                  <a:lnTo>
                    <a:pt x="2093" y="528"/>
                  </a:lnTo>
                  <a:lnTo>
                    <a:pt x="2094" y="526"/>
                  </a:lnTo>
                  <a:lnTo>
                    <a:pt x="2095" y="521"/>
                  </a:lnTo>
                  <a:lnTo>
                    <a:pt x="2096" y="526"/>
                  </a:lnTo>
                  <a:lnTo>
                    <a:pt x="2097" y="532"/>
                  </a:lnTo>
                  <a:lnTo>
                    <a:pt x="2098" y="519"/>
                  </a:lnTo>
                  <a:lnTo>
                    <a:pt x="2099" y="523"/>
                  </a:lnTo>
                  <a:lnTo>
                    <a:pt x="2100" y="521"/>
                  </a:lnTo>
                  <a:lnTo>
                    <a:pt x="2101" y="526"/>
                  </a:lnTo>
                  <a:lnTo>
                    <a:pt x="2102" y="523"/>
                  </a:lnTo>
                  <a:lnTo>
                    <a:pt x="2102" y="523"/>
                  </a:lnTo>
                  <a:lnTo>
                    <a:pt x="2103" y="530"/>
                  </a:lnTo>
                  <a:lnTo>
                    <a:pt x="2104" y="532"/>
                  </a:lnTo>
                  <a:lnTo>
                    <a:pt x="2105" y="532"/>
                  </a:lnTo>
                  <a:lnTo>
                    <a:pt x="2106" y="523"/>
                  </a:lnTo>
                  <a:lnTo>
                    <a:pt x="2107" y="528"/>
                  </a:lnTo>
                  <a:lnTo>
                    <a:pt x="2108" y="532"/>
                  </a:lnTo>
                  <a:lnTo>
                    <a:pt x="2109" y="537"/>
                  </a:lnTo>
                  <a:lnTo>
                    <a:pt x="2110" y="535"/>
                  </a:lnTo>
                  <a:lnTo>
                    <a:pt x="2111" y="530"/>
                  </a:lnTo>
                  <a:lnTo>
                    <a:pt x="2112" y="532"/>
                  </a:lnTo>
                  <a:lnTo>
                    <a:pt x="2113" y="537"/>
                  </a:lnTo>
                  <a:lnTo>
                    <a:pt x="2114" y="528"/>
                  </a:lnTo>
                  <a:lnTo>
                    <a:pt x="2114" y="523"/>
                  </a:lnTo>
                  <a:lnTo>
                    <a:pt x="2116" y="528"/>
                  </a:lnTo>
                  <a:lnTo>
                    <a:pt x="2116" y="532"/>
                  </a:lnTo>
                  <a:lnTo>
                    <a:pt x="2117" y="530"/>
                  </a:lnTo>
                  <a:lnTo>
                    <a:pt x="2118" y="526"/>
                  </a:lnTo>
                  <a:lnTo>
                    <a:pt x="2119" y="530"/>
                  </a:lnTo>
                  <a:lnTo>
                    <a:pt x="2120" y="535"/>
                  </a:lnTo>
                  <a:lnTo>
                    <a:pt x="2121" y="528"/>
                  </a:lnTo>
                  <a:lnTo>
                    <a:pt x="2122" y="528"/>
                  </a:lnTo>
                  <a:lnTo>
                    <a:pt x="2123" y="530"/>
                  </a:lnTo>
                  <a:lnTo>
                    <a:pt x="2124" y="535"/>
                  </a:lnTo>
                  <a:lnTo>
                    <a:pt x="2125" y="535"/>
                  </a:lnTo>
                  <a:lnTo>
                    <a:pt x="2126" y="528"/>
                  </a:lnTo>
                  <a:lnTo>
                    <a:pt x="2126" y="530"/>
                  </a:lnTo>
                  <a:lnTo>
                    <a:pt x="2128" y="532"/>
                  </a:lnTo>
                  <a:lnTo>
                    <a:pt x="2128" y="537"/>
                  </a:lnTo>
                  <a:lnTo>
                    <a:pt x="2129" y="535"/>
                  </a:lnTo>
                  <a:lnTo>
                    <a:pt x="2130" y="532"/>
                  </a:lnTo>
                  <a:lnTo>
                    <a:pt x="2131" y="542"/>
                  </a:lnTo>
                  <a:lnTo>
                    <a:pt x="2132" y="544"/>
                  </a:lnTo>
                  <a:lnTo>
                    <a:pt x="2133" y="542"/>
                  </a:lnTo>
                  <a:lnTo>
                    <a:pt x="2134" y="542"/>
                  </a:lnTo>
                  <a:lnTo>
                    <a:pt x="2135" y="537"/>
                  </a:lnTo>
                  <a:lnTo>
                    <a:pt x="2136" y="540"/>
                  </a:lnTo>
                  <a:lnTo>
                    <a:pt x="2137" y="530"/>
                  </a:lnTo>
                  <a:lnTo>
                    <a:pt x="2138" y="530"/>
                  </a:lnTo>
                  <a:lnTo>
                    <a:pt x="2138" y="532"/>
                  </a:lnTo>
                  <a:lnTo>
                    <a:pt x="2140" y="532"/>
                  </a:lnTo>
                  <a:lnTo>
                    <a:pt x="2140" y="528"/>
                  </a:lnTo>
                  <a:lnTo>
                    <a:pt x="2141" y="526"/>
                  </a:lnTo>
                  <a:lnTo>
                    <a:pt x="2142" y="532"/>
                  </a:lnTo>
                  <a:lnTo>
                    <a:pt x="2143" y="537"/>
                  </a:lnTo>
                  <a:lnTo>
                    <a:pt x="2144" y="526"/>
                  </a:lnTo>
                  <a:lnTo>
                    <a:pt x="2145" y="509"/>
                  </a:lnTo>
                  <a:lnTo>
                    <a:pt x="2146" y="500"/>
                  </a:lnTo>
                  <a:lnTo>
                    <a:pt x="2147" y="481"/>
                  </a:lnTo>
                  <a:lnTo>
                    <a:pt x="2148" y="425"/>
                  </a:lnTo>
                  <a:lnTo>
                    <a:pt x="2149" y="242"/>
                  </a:lnTo>
                  <a:lnTo>
                    <a:pt x="2150" y="0"/>
                  </a:lnTo>
                  <a:lnTo>
                    <a:pt x="2150" y="61"/>
                  </a:lnTo>
                  <a:lnTo>
                    <a:pt x="2152" y="272"/>
                  </a:lnTo>
                  <a:lnTo>
                    <a:pt x="2152" y="340"/>
                  </a:lnTo>
                  <a:lnTo>
                    <a:pt x="2153" y="321"/>
                  </a:lnTo>
                  <a:lnTo>
                    <a:pt x="2154" y="316"/>
                  </a:lnTo>
                  <a:lnTo>
                    <a:pt x="2155" y="316"/>
                  </a:lnTo>
                  <a:lnTo>
                    <a:pt x="2156" y="312"/>
                  </a:lnTo>
                  <a:lnTo>
                    <a:pt x="2157" y="305"/>
                  </a:lnTo>
                  <a:lnTo>
                    <a:pt x="2158" y="312"/>
                  </a:lnTo>
                  <a:lnTo>
                    <a:pt x="2159" y="321"/>
                  </a:lnTo>
                  <a:lnTo>
                    <a:pt x="2160" y="312"/>
                  </a:lnTo>
                  <a:lnTo>
                    <a:pt x="2161" y="300"/>
                  </a:lnTo>
                  <a:lnTo>
                    <a:pt x="2162" y="316"/>
                  </a:lnTo>
                  <a:lnTo>
                    <a:pt x="2163" y="332"/>
                  </a:lnTo>
                  <a:lnTo>
                    <a:pt x="2164" y="351"/>
                  </a:lnTo>
                  <a:lnTo>
                    <a:pt x="2164" y="393"/>
                  </a:lnTo>
                  <a:lnTo>
                    <a:pt x="2166" y="451"/>
                  </a:lnTo>
                  <a:lnTo>
                    <a:pt x="2166" y="488"/>
                  </a:lnTo>
                  <a:lnTo>
                    <a:pt x="2167" y="537"/>
                  </a:lnTo>
                  <a:lnTo>
                    <a:pt x="2168" y="579"/>
                  </a:lnTo>
                  <a:lnTo>
                    <a:pt x="2169" y="593"/>
                  </a:lnTo>
                  <a:lnTo>
                    <a:pt x="2170" y="577"/>
                  </a:lnTo>
                  <a:lnTo>
                    <a:pt x="2171" y="558"/>
                  </a:lnTo>
                  <a:lnTo>
                    <a:pt x="2172" y="558"/>
                  </a:lnTo>
                  <a:lnTo>
                    <a:pt x="2173" y="572"/>
                  </a:lnTo>
                  <a:lnTo>
                    <a:pt x="2174" y="590"/>
                  </a:lnTo>
                  <a:lnTo>
                    <a:pt x="2175" y="595"/>
                  </a:lnTo>
                  <a:lnTo>
                    <a:pt x="2176" y="584"/>
                  </a:lnTo>
                  <a:lnTo>
                    <a:pt x="2176" y="565"/>
                  </a:lnTo>
                  <a:lnTo>
                    <a:pt x="2178" y="560"/>
                  </a:lnTo>
                  <a:lnTo>
                    <a:pt x="2178" y="560"/>
                  </a:lnTo>
                  <a:lnTo>
                    <a:pt x="2179" y="563"/>
                  </a:lnTo>
                  <a:lnTo>
                    <a:pt x="2180" y="563"/>
                  </a:lnTo>
                  <a:lnTo>
                    <a:pt x="2181" y="572"/>
                  </a:lnTo>
                  <a:lnTo>
                    <a:pt x="2182" y="588"/>
                  </a:lnTo>
                  <a:lnTo>
                    <a:pt x="2183" y="598"/>
                  </a:lnTo>
                  <a:lnTo>
                    <a:pt x="2184" y="604"/>
                  </a:lnTo>
                  <a:lnTo>
                    <a:pt x="2185" y="604"/>
                  </a:lnTo>
                  <a:lnTo>
                    <a:pt x="2186" y="604"/>
                  </a:lnTo>
                  <a:lnTo>
                    <a:pt x="2187" y="595"/>
                  </a:lnTo>
                  <a:lnTo>
                    <a:pt x="2188" y="588"/>
                  </a:lnTo>
                  <a:lnTo>
                    <a:pt x="2188" y="586"/>
                  </a:lnTo>
                  <a:lnTo>
                    <a:pt x="2190" y="586"/>
                  </a:lnTo>
                  <a:lnTo>
                    <a:pt x="2190" y="586"/>
                  </a:lnTo>
                  <a:lnTo>
                    <a:pt x="2191" y="579"/>
                  </a:lnTo>
                  <a:lnTo>
                    <a:pt x="2192" y="584"/>
                  </a:lnTo>
                  <a:lnTo>
                    <a:pt x="2193" y="588"/>
                  </a:lnTo>
                  <a:lnTo>
                    <a:pt x="2194" y="588"/>
                  </a:lnTo>
                  <a:lnTo>
                    <a:pt x="2195" y="584"/>
                  </a:lnTo>
                  <a:lnTo>
                    <a:pt x="2196" y="590"/>
                  </a:lnTo>
                  <a:lnTo>
                    <a:pt x="2197" y="612"/>
                  </a:lnTo>
                  <a:lnTo>
                    <a:pt x="2198" y="607"/>
                  </a:lnTo>
                  <a:lnTo>
                    <a:pt x="2199" y="600"/>
                  </a:lnTo>
                  <a:lnTo>
                    <a:pt x="2200" y="593"/>
                  </a:lnTo>
                  <a:lnTo>
                    <a:pt x="2200" y="607"/>
                  </a:lnTo>
                  <a:lnTo>
                    <a:pt x="2202" y="604"/>
                  </a:lnTo>
                  <a:lnTo>
                    <a:pt x="2202" y="602"/>
                  </a:lnTo>
                  <a:lnTo>
                    <a:pt x="2203" y="602"/>
                  </a:lnTo>
                  <a:lnTo>
                    <a:pt x="2204" y="609"/>
                  </a:lnTo>
                  <a:lnTo>
                    <a:pt x="2205" y="614"/>
                  </a:lnTo>
                  <a:lnTo>
                    <a:pt x="2206" y="595"/>
                  </a:lnTo>
                  <a:lnTo>
                    <a:pt x="2207" y="584"/>
                  </a:lnTo>
                  <a:lnTo>
                    <a:pt x="2208" y="581"/>
                  </a:lnTo>
                  <a:lnTo>
                    <a:pt x="2209" y="584"/>
                  </a:lnTo>
                  <a:lnTo>
                    <a:pt x="2210" y="577"/>
                  </a:lnTo>
                  <a:lnTo>
                    <a:pt x="2211" y="577"/>
                  </a:lnTo>
                  <a:lnTo>
                    <a:pt x="2212" y="574"/>
                  </a:lnTo>
                  <a:lnTo>
                    <a:pt x="2213" y="579"/>
                  </a:lnTo>
                  <a:lnTo>
                    <a:pt x="2214" y="563"/>
                  </a:lnTo>
                  <a:lnTo>
                    <a:pt x="2214" y="551"/>
                  </a:lnTo>
                  <a:lnTo>
                    <a:pt x="2216" y="540"/>
                  </a:lnTo>
                  <a:lnTo>
                    <a:pt x="2216" y="540"/>
                  </a:lnTo>
                  <a:lnTo>
                    <a:pt x="2217" y="530"/>
                  </a:lnTo>
                  <a:lnTo>
                    <a:pt x="2218" y="523"/>
                  </a:lnTo>
                  <a:lnTo>
                    <a:pt x="2219" y="519"/>
                  </a:lnTo>
                  <a:lnTo>
                    <a:pt x="2220" y="514"/>
                  </a:lnTo>
                  <a:lnTo>
                    <a:pt x="2221" y="500"/>
                  </a:lnTo>
                  <a:lnTo>
                    <a:pt x="2222" y="486"/>
                  </a:lnTo>
                  <a:lnTo>
                    <a:pt x="2223" y="477"/>
                  </a:lnTo>
                  <a:lnTo>
                    <a:pt x="2224" y="479"/>
                  </a:lnTo>
                  <a:lnTo>
                    <a:pt x="2225" y="474"/>
                  </a:lnTo>
                  <a:lnTo>
                    <a:pt x="2226" y="470"/>
                  </a:lnTo>
                  <a:lnTo>
                    <a:pt x="2226" y="460"/>
                  </a:lnTo>
                  <a:lnTo>
                    <a:pt x="2228" y="463"/>
                  </a:lnTo>
                  <a:lnTo>
                    <a:pt x="2228" y="460"/>
                  </a:lnTo>
                  <a:lnTo>
                    <a:pt x="2229" y="453"/>
                  </a:lnTo>
                  <a:lnTo>
                    <a:pt x="2230" y="458"/>
                  </a:lnTo>
                  <a:lnTo>
                    <a:pt x="2231" y="463"/>
                  </a:lnTo>
                  <a:lnTo>
                    <a:pt x="2232" y="470"/>
                  </a:lnTo>
                  <a:lnTo>
                    <a:pt x="2233" y="465"/>
                  </a:lnTo>
                  <a:lnTo>
                    <a:pt x="2234" y="465"/>
                  </a:lnTo>
                  <a:lnTo>
                    <a:pt x="2235" y="470"/>
                  </a:lnTo>
                  <a:lnTo>
                    <a:pt x="2236" y="477"/>
                  </a:lnTo>
                  <a:lnTo>
                    <a:pt x="2237" y="479"/>
                  </a:lnTo>
                  <a:lnTo>
                    <a:pt x="2238" y="481"/>
                  </a:lnTo>
                  <a:lnTo>
                    <a:pt x="2238" y="493"/>
                  </a:lnTo>
                  <a:lnTo>
                    <a:pt x="2240" y="493"/>
                  </a:lnTo>
                  <a:lnTo>
                    <a:pt x="2240" y="495"/>
                  </a:lnTo>
                  <a:lnTo>
                    <a:pt x="2241" y="493"/>
                  </a:lnTo>
                  <a:lnTo>
                    <a:pt x="2242" y="497"/>
                  </a:lnTo>
                  <a:lnTo>
                    <a:pt x="2243" y="502"/>
                  </a:lnTo>
                  <a:lnTo>
                    <a:pt x="2244" y="502"/>
                  </a:lnTo>
                  <a:lnTo>
                    <a:pt x="2245" y="497"/>
                  </a:lnTo>
                  <a:lnTo>
                    <a:pt x="2246" y="505"/>
                  </a:lnTo>
                  <a:lnTo>
                    <a:pt x="2247" y="509"/>
                  </a:lnTo>
                  <a:lnTo>
                    <a:pt x="2248" y="512"/>
                  </a:lnTo>
                  <a:lnTo>
                    <a:pt x="2249" y="509"/>
                  </a:lnTo>
                  <a:lnTo>
                    <a:pt x="2250" y="516"/>
                  </a:lnTo>
                  <a:lnTo>
                    <a:pt x="2251" y="523"/>
                  </a:lnTo>
                  <a:lnTo>
                    <a:pt x="2252" y="523"/>
                  </a:lnTo>
                  <a:lnTo>
                    <a:pt x="2253" y="521"/>
                  </a:lnTo>
                  <a:lnTo>
                    <a:pt x="2253" y="521"/>
                  </a:lnTo>
                  <a:lnTo>
                    <a:pt x="2255" y="528"/>
                  </a:lnTo>
                  <a:lnTo>
                    <a:pt x="2255" y="521"/>
                  </a:lnTo>
                  <a:lnTo>
                    <a:pt x="2256" y="512"/>
                  </a:lnTo>
                  <a:lnTo>
                    <a:pt x="2257" y="507"/>
                  </a:lnTo>
                  <a:lnTo>
                    <a:pt x="2258" y="509"/>
                  </a:lnTo>
                  <a:lnTo>
                    <a:pt x="2259" y="509"/>
                  </a:lnTo>
                  <a:lnTo>
                    <a:pt x="2260" y="512"/>
                  </a:lnTo>
                  <a:lnTo>
                    <a:pt x="2261" y="514"/>
                  </a:lnTo>
                  <a:lnTo>
                    <a:pt x="2262" y="519"/>
                  </a:lnTo>
                  <a:lnTo>
                    <a:pt x="2263" y="519"/>
                  </a:lnTo>
                  <a:lnTo>
                    <a:pt x="2264" y="516"/>
                  </a:lnTo>
                  <a:lnTo>
                    <a:pt x="2265" y="521"/>
                  </a:lnTo>
                  <a:lnTo>
                    <a:pt x="2266" y="523"/>
                  </a:lnTo>
                  <a:lnTo>
                    <a:pt x="2267" y="528"/>
                  </a:lnTo>
                  <a:lnTo>
                    <a:pt x="2267" y="526"/>
                  </a:lnTo>
                  <a:lnTo>
                    <a:pt x="2268" y="521"/>
                  </a:lnTo>
                  <a:lnTo>
                    <a:pt x="2269" y="519"/>
                  </a:lnTo>
                  <a:lnTo>
                    <a:pt x="2270" y="528"/>
                  </a:lnTo>
                  <a:lnTo>
                    <a:pt x="2271" y="528"/>
                  </a:lnTo>
                  <a:lnTo>
                    <a:pt x="2272" y="528"/>
                  </a:lnTo>
                  <a:lnTo>
                    <a:pt x="2273" y="521"/>
                  </a:lnTo>
                  <a:lnTo>
                    <a:pt x="2274" y="528"/>
                  </a:lnTo>
                  <a:lnTo>
                    <a:pt x="2275" y="535"/>
                  </a:lnTo>
                  <a:lnTo>
                    <a:pt x="2276" y="530"/>
                  </a:lnTo>
                  <a:lnTo>
                    <a:pt x="2277" y="535"/>
                  </a:lnTo>
                  <a:lnTo>
                    <a:pt x="2278" y="535"/>
                  </a:lnTo>
                  <a:lnTo>
                    <a:pt x="2279" y="540"/>
                  </a:lnTo>
                  <a:lnTo>
                    <a:pt x="2279" y="530"/>
                  </a:lnTo>
                  <a:lnTo>
                    <a:pt x="2281" y="528"/>
                  </a:lnTo>
                  <a:lnTo>
                    <a:pt x="2281" y="540"/>
                  </a:lnTo>
                  <a:lnTo>
                    <a:pt x="2282" y="551"/>
                  </a:lnTo>
                  <a:lnTo>
                    <a:pt x="2283" y="544"/>
                  </a:lnTo>
                  <a:lnTo>
                    <a:pt x="2284" y="532"/>
                  </a:lnTo>
                  <a:lnTo>
                    <a:pt x="2285" y="532"/>
                  </a:lnTo>
                  <a:lnTo>
                    <a:pt x="2286" y="540"/>
                  </a:lnTo>
                  <a:lnTo>
                    <a:pt x="2287" y="535"/>
                  </a:lnTo>
                  <a:lnTo>
                    <a:pt x="2288" y="535"/>
                  </a:lnTo>
                  <a:lnTo>
                    <a:pt x="2289" y="540"/>
                  </a:lnTo>
                  <a:lnTo>
                    <a:pt x="2290" y="546"/>
                  </a:lnTo>
                  <a:lnTo>
                    <a:pt x="2291" y="544"/>
                  </a:lnTo>
                  <a:lnTo>
                    <a:pt x="2291" y="544"/>
                  </a:lnTo>
                  <a:lnTo>
                    <a:pt x="2293" y="542"/>
                  </a:lnTo>
                  <a:lnTo>
                    <a:pt x="2293" y="542"/>
                  </a:lnTo>
                  <a:lnTo>
                    <a:pt x="2294" y="546"/>
                  </a:lnTo>
                  <a:lnTo>
                    <a:pt x="2295" y="549"/>
                  </a:lnTo>
                  <a:lnTo>
                    <a:pt x="2296" y="549"/>
                  </a:lnTo>
                  <a:lnTo>
                    <a:pt x="2297" y="554"/>
                  </a:lnTo>
                  <a:lnTo>
                    <a:pt x="2298" y="546"/>
                  </a:lnTo>
                  <a:lnTo>
                    <a:pt x="2299" y="542"/>
                  </a:lnTo>
                  <a:lnTo>
                    <a:pt x="2300" y="544"/>
                  </a:lnTo>
                  <a:lnTo>
                    <a:pt x="2301" y="554"/>
                  </a:lnTo>
                  <a:lnTo>
                    <a:pt x="2302" y="551"/>
                  </a:lnTo>
                  <a:lnTo>
                    <a:pt x="2303" y="535"/>
                  </a:lnTo>
                  <a:lnTo>
                    <a:pt x="2303" y="530"/>
                  </a:lnTo>
                  <a:lnTo>
                    <a:pt x="2305" y="540"/>
                  </a:lnTo>
                  <a:lnTo>
                    <a:pt x="2305" y="554"/>
                  </a:lnTo>
                  <a:lnTo>
                    <a:pt x="2306" y="551"/>
                  </a:lnTo>
                  <a:lnTo>
                    <a:pt x="2307" y="540"/>
                  </a:lnTo>
                  <a:lnTo>
                    <a:pt x="2308" y="540"/>
                  </a:lnTo>
                  <a:lnTo>
                    <a:pt x="2309" y="546"/>
                  </a:lnTo>
                  <a:lnTo>
                    <a:pt x="2310" y="558"/>
                  </a:lnTo>
                  <a:lnTo>
                    <a:pt x="2311" y="558"/>
                  </a:lnTo>
                  <a:lnTo>
                    <a:pt x="2312" y="554"/>
                  </a:lnTo>
                  <a:lnTo>
                    <a:pt x="2313" y="549"/>
                  </a:lnTo>
                  <a:lnTo>
                    <a:pt x="2314" y="546"/>
                  </a:lnTo>
                  <a:lnTo>
                    <a:pt x="2315" y="544"/>
                  </a:lnTo>
                  <a:lnTo>
                    <a:pt x="2316" y="546"/>
                  </a:lnTo>
                  <a:lnTo>
                    <a:pt x="2317" y="549"/>
                  </a:lnTo>
                  <a:lnTo>
                    <a:pt x="2317" y="549"/>
                  </a:lnTo>
                  <a:lnTo>
                    <a:pt x="2318" y="544"/>
                  </a:lnTo>
                  <a:lnTo>
                    <a:pt x="2319" y="537"/>
                  </a:lnTo>
                  <a:lnTo>
                    <a:pt x="2320" y="535"/>
                  </a:lnTo>
                  <a:lnTo>
                    <a:pt x="2321" y="542"/>
                  </a:lnTo>
                  <a:lnTo>
                    <a:pt x="2322" y="542"/>
                  </a:lnTo>
                  <a:lnTo>
                    <a:pt x="2323" y="546"/>
                  </a:lnTo>
                  <a:lnTo>
                    <a:pt x="2324" y="544"/>
                  </a:lnTo>
                  <a:lnTo>
                    <a:pt x="2325" y="549"/>
                  </a:lnTo>
                  <a:lnTo>
                    <a:pt x="2326" y="540"/>
                  </a:lnTo>
                  <a:lnTo>
                    <a:pt x="2327" y="542"/>
                  </a:lnTo>
                  <a:lnTo>
                    <a:pt x="2328" y="535"/>
                  </a:lnTo>
                  <a:lnTo>
                    <a:pt x="2329" y="526"/>
                  </a:lnTo>
                  <a:lnTo>
                    <a:pt x="2329" y="507"/>
                  </a:lnTo>
                  <a:lnTo>
                    <a:pt x="2331" y="484"/>
                  </a:lnTo>
                  <a:lnTo>
                    <a:pt x="2331" y="460"/>
                  </a:lnTo>
                  <a:lnTo>
                    <a:pt x="2332" y="393"/>
                  </a:lnTo>
                  <a:lnTo>
                    <a:pt x="2333" y="193"/>
                  </a:lnTo>
                  <a:lnTo>
                    <a:pt x="2334" y="33"/>
                  </a:lnTo>
                  <a:lnTo>
                    <a:pt x="2335" y="140"/>
                  </a:lnTo>
                  <a:lnTo>
                    <a:pt x="2336" y="309"/>
                  </a:lnTo>
                  <a:lnTo>
                    <a:pt x="2337" y="351"/>
                  </a:lnTo>
                  <a:lnTo>
                    <a:pt x="2338" y="326"/>
                  </a:lnTo>
                  <a:lnTo>
                    <a:pt x="2339" y="314"/>
                  </a:lnTo>
                  <a:lnTo>
                    <a:pt x="2340" y="307"/>
                  </a:lnTo>
                  <a:lnTo>
                    <a:pt x="2341" y="305"/>
                  </a:lnTo>
                  <a:lnTo>
                    <a:pt x="2341" y="300"/>
                  </a:lnTo>
                  <a:lnTo>
                    <a:pt x="2343" y="293"/>
                  </a:lnTo>
                  <a:lnTo>
                    <a:pt x="2343" y="300"/>
                  </a:lnTo>
                  <a:lnTo>
                    <a:pt x="2344" y="305"/>
                  </a:lnTo>
                  <a:lnTo>
                    <a:pt x="2345" y="302"/>
                  </a:lnTo>
                  <a:lnTo>
                    <a:pt x="2346" y="316"/>
                  </a:lnTo>
                  <a:lnTo>
                    <a:pt x="2347" y="330"/>
                  </a:lnTo>
                  <a:lnTo>
                    <a:pt x="2348" y="358"/>
                  </a:lnTo>
                  <a:lnTo>
                    <a:pt x="2349" y="405"/>
                  </a:lnTo>
                  <a:lnTo>
                    <a:pt x="2350" y="465"/>
                  </a:lnTo>
                  <a:lnTo>
                    <a:pt x="2351" y="505"/>
                  </a:lnTo>
                  <a:lnTo>
                    <a:pt x="2352" y="558"/>
                  </a:lnTo>
                  <a:lnTo>
                    <a:pt x="2353" y="612"/>
                  </a:lnTo>
                  <a:lnTo>
                    <a:pt x="2353" y="637"/>
                  </a:lnTo>
                  <a:lnTo>
                    <a:pt x="2355" y="635"/>
                  </a:lnTo>
                  <a:lnTo>
                    <a:pt x="2355" y="630"/>
                  </a:lnTo>
                  <a:lnTo>
                    <a:pt x="2356" y="623"/>
                  </a:lnTo>
                  <a:lnTo>
                    <a:pt x="2357" y="632"/>
                  </a:lnTo>
                  <a:lnTo>
                    <a:pt x="2358" y="644"/>
                  </a:lnTo>
                  <a:lnTo>
                    <a:pt x="2359" y="656"/>
                  </a:lnTo>
                  <a:lnTo>
                    <a:pt x="2360" y="646"/>
                  </a:lnTo>
                  <a:lnTo>
                    <a:pt x="2361" y="626"/>
                  </a:lnTo>
                  <a:lnTo>
                    <a:pt x="2362" y="609"/>
                  </a:lnTo>
                  <a:lnTo>
                    <a:pt x="2363" y="595"/>
                  </a:lnTo>
                  <a:lnTo>
                    <a:pt x="2364" y="588"/>
                  </a:lnTo>
                  <a:lnTo>
                    <a:pt x="2365" y="584"/>
                  </a:lnTo>
                  <a:lnTo>
                    <a:pt x="2365" y="574"/>
                  </a:lnTo>
                  <a:lnTo>
                    <a:pt x="2367" y="577"/>
                  </a:lnTo>
                  <a:lnTo>
                    <a:pt x="2367" y="584"/>
                  </a:lnTo>
                  <a:lnTo>
                    <a:pt x="2368" y="584"/>
                  </a:lnTo>
                  <a:lnTo>
                    <a:pt x="2369" y="581"/>
                  </a:lnTo>
                  <a:lnTo>
                    <a:pt x="2370" y="570"/>
                  </a:lnTo>
                  <a:lnTo>
                    <a:pt x="2371" y="565"/>
                  </a:lnTo>
                  <a:lnTo>
                    <a:pt x="2372" y="560"/>
                  </a:lnTo>
                  <a:lnTo>
                    <a:pt x="2373" y="558"/>
                  </a:lnTo>
                  <a:lnTo>
                    <a:pt x="2374" y="558"/>
                  </a:lnTo>
                  <a:lnTo>
                    <a:pt x="2375" y="563"/>
                  </a:lnTo>
                  <a:lnTo>
                    <a:pt x="2376" y="567"/>
                  </a:lnTo>
                  <a:lnTo>
                    <a:pt x="2377" y="563"/>
                  </a:lnTo>
                  <a:lnTo>
                    <a:pt x="2378" y="565"/>
                  </a:lnTo>
                  <a:lnTo>
                    <a:pt x="2379" y="565"/>
                  </a:lnTo>
                  <a:lnTo>
                    <a:pt x="2379" y="572"/>
                  </a:lnTo>
                  <a:lnTo>
                    <a:pt x="2381" y="570"/>
                  </a:lnTo>
                  <a:lnTo>
                    <a:pt x="2381" y="567"/>
                  </a:lnTo>
                  <a:lnTo>
                    <a:pt x="2382" y="577"/>
                  </a:lnTo>
                  <a:lnTo>
                    <a:pt x="2383" y="577"/>
                  </a:lnTo>
                  <a:lnTo>
                    <a:pt x="2384" y="577"/>
                  </a:lnTo>
                  <a:lnTo>
                    <a:pt x="2385" y="581"/>
                  </a:lnTo>
                  <a:lnTo>
                    <a:pt x="2386" y="588"/>
                  </a:lnTo>
                  <a:lnTo>
                    <a:pt x="2387" y="590"/>
                  </a:lnTo>
                  <a:lnTo>
                    <a:pt x="2388" y="593"/>
                  </a:lnTo>
                  <a:lnTo>
                    <a:pt x="2389" y="588"/>
                  </a:lnTo>
                  <a:lnTo>
                    <a:pt x="2390" y="598"/>
                  </a:lnTo>
                  <a:lnTo>
                    <a:pt x="2391" y="602"/>
                  </a:lnTo>
                  <a:lnTo>
                    <a:pt x="2391" y="598"/>
                  </a:lnTo>
                  <a:lnTo>
                    <a:pt x="2393" y="598"/>
                  </a:lnTo>
                  <a:lnTo>
                    <a:pt x="2393" y="598"/>
                  </a:lnTo>
                  <a:lnTo>
                    <a:pt x="2394" y="602"/>
                  </a:lnTo>
                  <a:lnTo>
                    <a:pt x="2395" y="593"/>
                  </a:lnTo>
                  <a:lnTo>
                    <a:pt x="2396" y="590"/>
                  </a:lnTo>
                  <a:lnTo>
                    <a:pt x="2397" y="593"/>
                  </a:lnTo>
                  <a:lnTo>
                    <a:pt x="2398" y="595"/>
                  </a:lnTo>
                  <a:lnTo>
                    <a:pt x="2399" y="590"/>
                  </a:lnTo>
                  <a:lnTo>
                    <a:pt x="2400" y="579"/>
                  </a:lnTo>
                  <a:lnTo>
                    <a:pt x="2401" y="577"/>
                  </a:lnTo>
                  <a:lnTo>
                    <a:pt x="2402" y="572"/>
                  </a:lnTo>
                  <a:lnTo>
                    <a:pt x="2403" y="565"/>
                  </a:lnTo>
                  <a:lnTo>
                    <a:pt x="2403" y="554"/>
                  </a:lnTo>
                  <a:lnTo>
                    <a:pt x="2405" y="551"/>
                  </a:lnTo>
                  <a:lnTo>
                    <a:pt x="2405" y="549"/>
                  </a:lnTo>
                  <a:lnTo>
                    <a:pt x="2406" y="537"/>
                  </a:lnTo>
                  <a:lnTo>
                    <a:pt x="2407" y="516"/>
                  </a:lnTo>
                  <a:lnTo>
                    <a:pt x="2408" y="514"/>
                  </a:lnTo>
                  <a:lnTo>
                    <a:pt x="2409" y="514"/>
                  </a:lnTo>
                  <a:lnTo>
                    <a:pt x="2410" y="505"/>
                  </a:lnTo>
                  <a:lnTo>
                    <a:pt x="2411" y="497"/>
                  </a:lnTo>
                  <a:lnTo>
                    <a:pt x="2412" y="484"/>
                  </a:lnTo>
                  <a:lnTo>
                    <a:pt x="2413" y="484"/>
                  </a:lnTo>
                  <a:lnTo>
                    <a:pt x="2414" y="484"/>
                  </a:lnTo>
                  <a:lnTo>
                    <a:pt x="2415" y="472"/>
                  </a:lnTo>
                  <a:lnTo>
                    <a:pt x="2416" y="467"/>
                  </a:lnTo>
                  <a:lnTo>
                    <a:pt x="2417" y="467"/>
                  </a:lnTo>
                  <a:lnTo>
                    <a:pt x="2418" y="467"/>
                  </a:lnTo>
                  <a:lnTo>
                    <a:pt x="2418" y="467"/>
                  </a:lnTo>
                  <a:lnTo>
                    <a:pt x="2420" y="463"/>
                  </a:lnTo>
                  <a:lnTo>
                    <a:pt x="2420" y="465"/>
                  </a:lnTo>
                  <a:lnTo>
                    <a:pt x="2421" y="477"/>
                  </a:lnTo>
                  <a:lnTo>
                    <a:pt x="2422" y="474"/>
                  </a:lnTo>
                  <a:lnTo>
                    <a:pt x="2423" y="472"/>
                  </a:lnTo>
                  <a:lnTo>
                    <a:pt x="2424" y="481"/>
                  </a:lnTo>
                  <a:lnTo>
                    <a:pt x="2425" y="488"/>
                  </a:lnTo>
                  <a:lnTo>
                    <a:pt x="2426" y="491"/>
                  </a:lnTo>
                  <a:lnTo>
                    <a:pt x="2427" y="493"/>
                  </a:lnTo>
                  <a:lnTo>
                    <a:pt x="2428" y="502"/>
                  </a:lnTo>
                  <a:lnTo>
                    <a:pt x="2429" y="507"/>
                  </a:lnTo>
                  <a:lnTo>
                    <a:pt x="2430" y="512"/>
                  </a:lnTo>
                  <a:lnTo>
                    <a:pt x="2431" y="502"/>
                  </a:lnTo>
                  <a:lnTo>
                    <a:pt x="2432" y="516"/>
                  </a:lnTo>
                  <a:lnTo>
                    <a:pt x="2432" y="519"/>
                  </a:lnTo>
                  <a:lnTo>
                    <a:pt x="2433" y="523"/>
                  </a:lnTo>
                  <a:lnTo>
                    <a:pt x="2434" y="521"/>
                  </a:lnTo>
                  <a:lnTo>
                    <a:pt x="2435" y="516"/>
                  </a:lnTo>
                  <a:lnTo>
                    <a:pt x="2436" y="523"/>
                  </a:lnTo>
                  <a:lnTo>
                    <a:pt x="2437" y="526"/>
                  </a:lnTo>
                  <a:lnTo>
                    <a:pt x="2438" y="519"/>
                  </a:lnTo>
                  <a:lnTo>
                    <a:pt x="2439" y="519"/>
                  </a:lnTo>
                  <a:lnTo>
                    <a:pt x="2440" y="526"/>
                  </a:lnTo>
                  <a:lnTo>
                    <a:pt x="2441" y="535"/>
                  </a:lnTo>
                  <a:lnTo>
                    <a:pt x="2442" y="526"/>
                  </a:lnTo>
                  <a:lnTo>
                    <a:pt x="2443" y="521"/>
                  </a:lnTo>
                  <a:lnTo>
                    <a:pt x="2444" y="530"/>
                  </a:lnTo>
                  <a:lnTo>
                    <a:pt x="2444" y="532"/>
                  </a:lnTo>
                  <a:lnTo>
                    <a:pt x="2446" y="523"/>
                  </a:lnTo>
                  <a:lnTo>
                    <a:pt x="2446" y="528"/>
                  </a:lnTo>
                  <a:lnTo>
                    <a:pt x="2447" y="526"/>
                  </a:lnTo>
                  <a:lnTo>
                    <a:pt x="2448" y="532"/>
                  </a:lnTo>
                  <a:lnTo>
                    <a:pt x="2449" y="530"/>
                  </a:lnTo>
                  <a:lnTo>
                    <a:pt x="2450" y="528"/>
                  </a:lnTo>
                  <a:lnTo>
                    <a:pt x="2451" y="532"/>
                  </a:lnTo>
                  <a:lnTo>
                    <a:pt x="2452" y="535"/>
                  </a:lnTo>
                  <a:lnTo>
                    <a:pt x="2453" y="535"/>
                  </a:lnTo>
                  <a:lnTo>
                    <a:pt x="2454" y="532"/>
                  </a:lnTo>
                  <a:lnTo>
                    <a:pt x="2455" y="532"/>
                  </a:lnTo>
                  <a:lnTo>
                    <a:pt x="2456" y="540"/>
                  </a:lnTo>
                  <a:lnTo>
                    <a:pt x="2456" y="537"/>
                  </a:lnTo>
                  <a:lnTo>
                    <a:pt x="2458" y="540"/>
                  </a:lnTo>
                  <a:lnTo>
                    <a:pt x="2458" y="532"/>
                  </a:lnTo>
                  <a:lnTo>
                    <a:pt x="2459" y="540"/>
                  </a:lnTo>
                  <a:lnTo>
                    <a:pt x="2460" y="540"/>
                  </a:lnTo>
                  <a:lnTo>
                    <a:pt x="2461" y="537"/>
                  </a:lnTo>
                  <a:lnTo>
                    <a:pt x="2462" y="540"/>
                  </a:lnTo>
                  <a:lnTo>
                    <a:pt x="2463" y="544"/>
                  </a:lnTo>
                  <a:lnTo>
                    <a:pt x="2464" y="546"/>
                  </a:lnTo>
                  <a:lnTo>
                    <a:pt x="2465" y="540"/>
                  </a:lnTo>
                  <a:lnTo>
                    <a:pt x="2466" y="540"/>
                  </a:lnTo>
                  <a:lnTo>
                    <a:pt x="2467" y="546"/>
                  </a:lnTo>
                  <a:lnTo>
                    <a:pt x="2468" y="556"/>
                  </a:lnTo>
                  <a:lnTo>
                    <a:pt x="2468" y="546"/>
                  </a:lnTo>
                  <a:lnTo>
                    <a:pt x="2470" y="544"/>
                  </a:lnTo>
                  <a:lnTo>
                    <a:pt x="2470" y="551"/>
                  </a:lnTo>
                  <a:lnTo>
                    <a:pt x="2471" y="558"/>
                  </a:lnTo>
                  <a:lnTo>
                    <a:pt x="2472" y="554"/>
                  </a:lnTo>
                  <a:lnTo>
                    <a:pt x="2473" y="549"/>
                  </a:lnTo>
                  <a:lnTo>
                    <a:pt x="2474" y="554"/>
                  </a:lnTo>
                  <a:lnTo>
                    <a:pt x="2475" y="558"/>
                  </a:lnTo>
                  <a:lnTo>
                    <a:pt x="2476" y="556"/>
                  </a:lnTo>
                  <a:lnTo>
                    <a:pt x="2477" y="546"/>
                  </a:lnTo>
                  <a:lnTo>
                    <a:pt x="2478" y="554"/>
                  </a:lnTo>
                  <a:lnTo>
                    <a:pt x="2479" y="556"/>
                  </a:lnTo>
                  <a:lnTo>
                    <a:pt x="2480" y="558"/>
                  </a:lnTo>
                  <a:lnTo>
                    <a:pt x="2481" y="556"/>
                  </a:lnTo>
                  <a:lnTo>
                    <a:pt x="2482" y="551"/>
                  </a:lnTo>
                  <a:lnTo>
                    <a:pt x="2482" y="556"/>
                  </a:lnTo>
                  <a:lnTo>
                    <a:pt x="2483" y="554"/>
                  </a:lnTo>
                  <a:lnTo>
                    <a:pt x="2484" y="549"/>
                  </a:lnTo>
                  <a:lnTo>
                    <a:pt x="2485" y="549"/>
                  </a:lnTo>
                  <a:lnTo>
                    <a:pt x="2486" y="549"/>
                  </a:lnTo>
                  <a:lnTo>
                    <a:pt x="2487" y="554"/>
                  </a:lnTo>
                  <a:lnTo>
                    <a:pt x="2488" y="551"/>
                  </a:lnTo>
                  <a:lnTo>
                    <a:pt x="2489" y="554"/>
                  </a:lnTo>
                  <a:lnTo>
                    <a:pt x="2490" y="554"/>
                  </a:lnTo>
                  <a:lnTo>
                    <a:pt x="2491" y="558"/>
                  </a:lnTo>
                  <a:lnTo>
                    <a:pt x="2492" y="556"/>
                  </a:lnTo>
                  <a:lnTo>
                    <a:pt x="2493" y="551"/>
                  </a:lnTo>
                  <a:lnTo>
                    <a:pt x="2494" y="554"/>
                  </a:lnTo>
                  <a:lnTo>
                    <a:pt x="2494" y="558"/>
                  </a:lnTo>
                  <a:lnTo>
                    <a:pt x="2496" y="551"/>
                  </a:lnTo>
                  <a:lnTo>
                    <a:pt x="2496" y="549"/>
                  </a:lnTo>
                  <a:lnTo>
                    <a:pt x="2497" y="549"/>
                  </a:lnTo>
                  <a:lnTo>
                    <a:pt x="2498" y="556"/>
                  </a:lnTo>
                  <a:lnTo>
                    <a:pt x="2499" y="551"/>
                  </a:lnTo>
                  <a:lnTo>
                    <a:pt x="2500" y="542"/>
                  </a:lnTo>
                  <a:lnTo>
                    <a:pt x="2501" y="546"/>
                  </a:lnTo>
                  <a:lnTo>
                    <a:pt x="2502" y="551"/>
                  </a:lnTo>
                  <a:lnTo>
                    <a:pt x="2503" y="554"/>
                  </a:lnTo>
                  <a:lnTo>
                    <a:pt x="2504" y="551"/>
                  </a:lnTo>
                  <a:lnTo>
                    <a:pt x="2505" y="546"/>
                  </a:lnTo>
                  <a:lnTo>
                    <a:pt x="2506" y="551"/>
                  </a:lnTo>
                  <a:lnTo>
                    <a:pt x="2506" y="551"/>
                  </a:lnTo>
                  <a:lnTo>
                    <a:pt x="2508" y="544"/>
                  </a:lnTo>
                  <a:lnTo>
                    <a:pt x="2508" y="546"/>
                  </a:lnTo>
                  <a:lnTo>
                    <a:pt x="2509" y="546"/>
                  </a:lnTo>
                  <a:lnTo>
                    <a:pt x="2510" y="549"/>
                  </a:lnTo>
                  <a:lnTo>
                    <a:pt x="2511" y="540"/>
                  </a:lnTo>
                  <a:lnTo>
                    <a:pt x="2512" y="535"/>
                  </a:lnTo>
                  <a:lnTo>
                    <a:pt x="2513" y="540"/>
                  </a:lnTo>
                  <a:lnTo>
                    <a:pt x="2514" y="537"/>
                  </a:lnTo>
                  <a:lnTo>
                    <a:pt x="2515" y="521"/>
                  </a:lnTo>
                  <a:lnTo>
                    <a:pt x="2516" y="497"/>
                  </a:lnTo>
                  <a:lnTo>
                    <a:pt x="2517" y="463"/>
                  </a:lnTo>
                  <a:lnTo>
                    <a:pt x="2518" y="342"/>
                  </a:lnTo>
                  <a:lnTo>
                    <a:pt x="2518" y="112"/>
                  </a:lnTo>
                  <a:lnTo>
                    <a:pt x="2520" y="93"/>
                  </a:lnTo>
                  <a:lnTo>
                    <a:pt x="2520" y="263"/>
                  </a:lnTo>
                  <a:lnTo>
                    <a:pt x="2521" y="351"/>
                  </a:lnTo>
                  <a:lnTo>
                    <a:pt x="2522" y="349"/>
                  </a:lnTo>
                  <a:lnTo>
                    <a:pt x="2523" y="323"/>
                  </a:lnTo>
                  <a:lnTo>
                    <a:pt x="2524" y="326"/>
                  </a:lnTo>
                  <a:lnTo>
                    <a:pt x="2525" y="321"/>
                  </a:lnTo>
                  <a:lnTo>
                    <a:pt x="2526" y="312"/>
                  </a:lnTo>
                  <a:lnTo>
                    <a:pt x="2527" y="307"/>
                  </a:lnTo>
                  <a:lnTo>
                    <a:pt x="2528" y="309"/>
                  </a:lnTo>
                  <a:lnTo>
                    <a:pt x="2529" y="316"/>
                  </a:lnTo>
                  <a:lnTo>
                    <a:pt x="2530" y="316"/>
                  </a:lnTo>
                  <a:lnTo>
                    <a:pt x="2531" y="309"/>
                  </a:lnTo>
                  <a:lnTo>
                    <a:pt x="2532" y="318"/>
                  </a:lnTo>
                  <a:lnTo>
                    <a:pt x="2532" y="337"/>
                  </a:lnTo>
                  <a:lnTo>
                    <a:pt x="2533" y="358"/>
                  </a:lnTo>
                  <a:lnTo>
                    <a:pt x="2534" y="398"/>
                  </a:lnTo>
                  <a:lnTo>
                    <a:pt x="2535" y="439"/>
                  </a:lnTo>
                  <a:lnTo>
                    <a:pt x="2536" y="474"/>
                  </a:lnTo>
                  <a:lnTo>
                    <a:pt x="2537" y="528"/>
                  </a:lnTo>
                  <a:lnTo>
                    <a:pt x="2538" y="579"/>
                  </a:lnTo>
                  <a:lnTo>
                    <a:pt x="2539" y="602"/>
                  </a:lnTo>
                  <a:lnTo>
                    <a:pt x="2540" y="598"/>
                  </a:lnTo>
                  <a:lnTo>
                    <a:pt x="2541" y="584"/>
                  </a:lnTo>
                  <a:lnTo>
                    <a:pt x="2542" y="584"/>
                  </a:lnTo>
                  <a:lnTo>
                    <a:pt x="2543" y="588"/>
                  </a:lnTo>
                  <a:lnTo>
                    <a:pt x="2544" y="600"/>
                  </a:lnTo>
                  <a:lnTo>
                    <a:pt x="2544" y="614"/>
                  </a:lnTo>
                  <a:lnTo>
                    <a:pt x="2546" y="609"/>
                  </a:lnTo>
                  <a:lnTo>
                    <a:pt x="2546" y="598"/>
                  </a:lnTo>
                  <a:lnTo>
                    <a:pt x="2547" y="590"/>
                  </a:lnTo>
                  <a:lnTo>
                    <a:pt x="2548" y="590"/>
                  </a:lnTo>
                  <a:lnTo>
                    <a:pt x="2549" y="588"/>
                  </a:lnTo>
                  <a:lnTo>
                    <a:pt x="2550" y="584"/>
                  </a:lnTo>
                  <a:lnTo>
                    <a:pt x="2551" y="579"/>
                  </a:lnTo>
                  <a:lnTo>
                    <a:pt x="2552" y="586"/>
                  </a:lnTo>
                  <a:lnTo>
                    <a:pt x="2553" y="593"/>
                  </a:lnTo>
                  <a:lnTo>
                    <a:pt x="2554" y="586"/>
                  </a:lnTo>
                  <a:lnTo>
                    <a:pt x="2555" y="588"/>
                  </a:lnTo>
                  <a:lnTo>
                    <a:pt x="2556" y="579"/>
                  </a:lnTo>
                  <a:lnTo>
                    <a:pt x="2556" y="577"/>
                  </a:lnTo>
                  <a:lnTo>
                    <a:pt x="2558" y="577"/>
                  </a:lnTo>
                  <a:lnTo>
                    <a:pt x="2558" y="577"/>
                  </a:lnTo>
                  <a:lnTo>
                    <a:pt x="2559" y="581"/>
                  </a:lnTo>
                  <a:lnTo>
                    <a:pt x="2560" y="581"/>
                  </a:lnTo>
                  <a:lnTo>
                    <a:pt x="2561" y="577"/>
                  </a:lnTo>
                  <a:lnTo>
                    <a:pt x="2562" y="572"/>
                  </a:lnTo>
                  <a:lnTo>
                    <a:pt x="2563" y="574"/>
                  </a:lnTo>
                  <a:lnTo>
                    <a:pt x="2564" y="588"/>
                  </a:lnTo>
                  <a:lnTo>
                    <a:pt x="2565" y="593"/>
                  </a:lnTo>
                  <a:lnTo>
                    <a:pt x="2566" y="595"/>
                  </a:lnTo>
                  <a:lnTo>
                    <a:pt x="2567" y="602"/>
                  </a:lnTo>
                  <a:lnTo>
                    <a:pt x="2568" y="612"/>
                  </a:lnTo>
                  <a:lnTo>
                    <a:pt x="2568" y="604"/>
                  </a:lnTo>
                  <a:lnTo>
                    <a:pt x="2570" y="604"/>
                  </a:lnTo>
                  <a:lnTo>
                    <a:pt x="2570" y="609"/>
                  </a:lnTo>
                  <a:lnTo>
                    <a:pt x="2571" y="618"/>
                  </a:lnTo>
                  <a:lnTo>
                    <a:pt x="2572" y="621"/>
                  </a:lnTo>
                  <a:lnTo>
                    <a:pt x="2573" y="621"/>
                  </a:lnTo>
                  <a:lnTo>
                    <a:pt x="2574" y="621"/>
                  </a:lnTo>
                  <a:lnTo>
                    <a:pt x="2575" y="626"/>
                  </a:lnTo>
                  <a:lnTo>
                    <a:pt x="2576" y="635"/>
                  </a:lnTo>
                  <a:lnTo>
                    <a:pt x="2577" y="632"/>
                  </a:lnTo>
                  <a:lnTo>
                    <a:pt x="2578" y="628"/>
                  </a:lnTo>
                  <a:lnTo>
                    <a:pt x="2579" y="630"/>
                  </a:lnTo>
                  <a:lnTo>
                    <a:pt x="2580" y="635"/>
                  </a:lnTo>
                  <a:lnTo>
                    <a:pt x="2581" y="630"/>
                  </a:lnTo>
                  <a:lnTo>
                    <a:pt x="2582" y="628"/>
                  </a:lnTo>
                  <a:lnTo>
                    <a:pt x="2583" y="630"/>
                  </a:lnTo>
                  <a:lnTo>
                    <a:pt x="2583" y="632"/>
                  </a:lnTo>
                  <a:lnTo>
                    <a:pt x="2585" y="621"/>
                  </a:lnTo>
                  <a:lnTo>
                    <a:pt x="2585" y="614"/>
                  </a:lnTo>
                  <a:lnTo>
                    <a:pt x="2586" y="609"/>
                  </a:lnTo>
                  <a:lnTo>
                    <a:pt x="2587" y="612"/>
                  </a:lnTo>
                  <a:lnTo>
                    <a:pt x="2588" y="598"/>
                  </a:lnTo>
                  <a:lnTo>
                    <a:pt x="2589" y="584"/>
                  </a:lnTo>
                  <a:lnTo>
                    <a:pt x="2590" y="586"/>
                  </a:lnTo>
                  <a:lnTo>
                    <a:pt x="2591" y="579"/>
                  </a:lnTo>
                  <a:lnTo>
                    <a:pt x="2592" y="572"/>
                  </a:lnTo>
                  <a:lnTo>
                    <a:pt x="2593" y="558"/>
                  </a:lnTo>
                  <a:lnTo>
                    <a:pt x="2594" y="546"/>
                  </a:lnTo>
                  <a:lnTo>
                    <a:pt x="2595" y="540"/>
                  </a:lnTo>
                  <a:lnTo>
                    <a:pt x="2596" y="537"/>
                  </a:lnTo>
                  <a:lnTo>
                    <a:pt x="2597" y="530"/>
                  </a:lnTo>
                  <a:lnTo>
                    <a:pt x="2597" y="512"/>
                  </a:lnTo>
                  <a:lnTo>
                    <a:pt x="2598" y="507"/>
                  </a:lnTo>
                  <a:lnTo>
                    <a:pt x="2599" y="500"/>
                  </a:lnTo>
                  <a:lnTo>
                    <a:pt x="2600" y="488"/>
                  </a:lnTo>
                  <a:lnTo>
                    <a:pt x="2601" y="486"/>
                  </a:lnTo>
                  <a:lnTo>
                    <a:pt x="2602" y="484"/>
                  </a:lnTo>
                  <a:lnTo>
                    <a:pt x="2603" y="486"/>
                  </a:lnTo>
                  <a:lnTo>
                    <a:pt x="2604" y="477"/>
                  </a:lnTo>
                  <a:lnTo>
                    <a:pt x="2605" y="472"/>
                  </a:lnTo>
                  <a:lnTo>
                    <a:pt x="2606" y="477"/>
                  </a:lnTo>
                  <a:lnTo>
                    <a:pt x="2607" y="484"/>
                  </a:lnTo>
                  <a:lnTo>
                    <a:pt x="2608" y="479"/>
                  </a:lnTo>
                  <a:lnTo>
                    <a:pt x="2609" y="477"/>
                  </a:lnTo>
                  <a:lnTo>
                    <a:pt x="2609" y="484"/>
                  </a:lnTo>
                  <a:lnTo>
                    <a:pt x="2611" y="491"/>
                  </a:lnTo>
                  <a:lnTo>
                    <a:pt x="2611" y="495"/>
                  </a:lnTo>
                  <a:lnTo>
                    <a:pt x="2612" y="491"/>
                  </a:lnTo>
                  <a:lnTo>
                    <a:pt x="2613" y="497"/>
                  </a:lnTo>
                  <a:lnTo>
                    <a:pt x="2614" y="505"/>
                  </a:lnTo>
                  <a:lnTo>
                    <a:pt x="2615" y="507"/>
                  </a:lnTo>
                  <a:lnTo>
                    <a:pt x="2616" y="502"/>
                  </a:lnTo>
                  <a:lnTo>
                    <a:pt x="2617" y="507"/>
                  </a:lnTo>
                  <a:lnTo>
                    <a:pt x="2618" y="514"/>
                  </a:lnTo>
                  <a:lnTo>
                    <a:pt x="2619" y="516"/>
                  </a:lnTo>
                  <a:lnTo>
                    <a:pt x="2620" y="514"/>
                  </a:lnTo>
                  <a:lnTo>
                    <a:pt x="2621" y="519"/>
                  </a:lnTo>
                  <a:lnTo>
                    <a:pt x="2621" y="521"/>
                  </a:lnTo>
                  <a:lnTo>
                    <a:pt x="2623" y="528"/>
                  </a:lnTo>
                  <a:lnTo>
                    <a:pt x="2623" y="521"/>
                  </a:lnTo>
                  <a:lnTo>
                    <a:pt x="2624" y="519"/>
                  </a:lnTo>
                  <a:lnTo>
                    <a:pt x="2625" y="523"/>
                  </a:lnTo>
                  <a:lnTo>
                    <a:pt x="2626" y="528"/>
                  </a:lnTo>
                  <a:lnTo>
                    <a:pt x="2627" y="519"/>
                  </a:lnTo>
                  <a:lnTo>
                    <a:pt x="2628" y="519"/>
                  </a:lnTo>
                  <a:lnTo>
                    <a:pt x="2629" y="523"/>
                  </a:lnTo>
                  <a:lnTo>
                    <a:pt x="2630" y="526"/>
                  </a:lnTo>
                  <a:lnTo>
                    <a:pt x="2631" y="521"/>
                  </a:lnTo>
                  <a:lnTo>
                    <a:pt x="2632" y="521"/>
                  </a:lnTo>
                  <a:lnTo>
                    <a:pt x="2633" y="526"/>
                  </a:lnTo>
                  <a:lnTo>
                    <a:pt x="2633" y="528"/>
                  </a:lnTo>
                  <a:lnTo>
                    <a:pt x="2635" y="526"/>
                  </a:lnTo>
                  <a:lnTo>
                    <a:pt x="2635" y="521"/>
                  </a:lnTo>
                  <a:lnTo>
                    <a:pt x="2636" y="528"/>
                  </a:lnTo>
                  <a:lnTo>
                    <a:pt x="2637" y="535"/>
                  </a:lnTo>
                  <a:lnTo>
                    <a:pt x="2638" y="532"/>
                  </a:lnTo>
                  <a:lnTo>
                    <a:pt x="2639" y="519"/>
                  </a:lnTo>
                  <a:lnTo>
                    <a:pt x="2640" y="528"/>
                  </a:lnTo>
                  <a:lnTo>
                    <a:pt x="2641" y="535"/>
                  </a:lnTo>
                  <a:lnTo>
                    <a:pt x="2642" y="530"/>
                  </a:lnTo>
                  <a:lnTo>
                    <a:pt x="2643" y="530"/>
                  </a:lnTo>
                  <a:lnTo>
                    <a:pt x="2644" y="530"/>
                  </a:lnTo>
                  <a:lnTo>
                    <a:pt x="2645" y="535"/>
                  </a:lnTo>
                  <a:lnTo>
                    <a:pt x="2646" y="540"/>
                  </a:lnTo>
                  <a:lnTo>
                    <a:pt x="2647" y="535"/>
                  </a:lnTo>
                  <a:lnTo>
                    <a:pt x="2647" y="532"/>
                  </a:lnTo>
                  <a:lnTo>
                    <a:pt x="2648" y="542"/>
                  </a:lnTo>
                  <a:lnTo>
                    <a:pt x="2649" y="544"/>
                  </a:lnTo>
                  <a:lnTo>
                    <a:pt x="2650" y="535"/>
                  </a:lnTo>
                  <a:lnTo>
                    <a:pt x="2651" y="532"/>
                  </a:lnTo>
                  <a:lnTo>
                    <a:pt x="2652" y="540"/>
                  </a:lnTo>
                  <a:lnTo>
                    <a:pt x="2653" y="544"/>
                  </a:lnTo>
                  <a:lnTo>
                    <a:pt x="2654" y="540"/>
                  </a:lnTo>
                  <a:lnTo>
                    <a:pt x="2655" y="537"/>
                  </a:lnTo>
                  <a:lnTo>
                    <a:pt x="2656" y="542"/>
                  </a:lnTo>
                  <a:lnTo>
                    <a:pt x="2657" y="544"/>
                  </a:lnTo>
                  <a:lnTo>
                    <a:pt x="2658" y="546"/>
                  </a:lnTo>
                  <a:lnTo>
                    <a:pt x="2659" y="537"/>
                  </a:lnTo>
                  <a:lnTo>
                    <a:pt x="2659" y="549"/>
                  </a:lnTo>
                  <a:lnTo>
                    <a:pt x="2661" y="551"/>
                  </a:lnTo>
                  <a:lnTo>
                    <a:pt x="2661" y="551"/>
                  </a:lnTo>
                  <a:lnTo>
                    <a:pt x="2662" y="546"/>
                  </a:lnTo>
                  <a:lnTo>
                    <a:pt x="2663" y="544"/>
                  </a:lnTo>
                  <a:lnTo>
                    <a:pt x="2664" y="551"/>
                  </a:lnTo>
                  <a:lnTo>
                    <a:pt x="2665" y="549"/>
                  </a:lnTo>
                  <a:lnTo>
                    <a:pt x="2666" y="546"/>
                  </a:lnTo>
                  <a:lnTo>
                    <a:pt x="2667" y="546"/>
                  </a:lnTo>
                  <a:lnTo>
                    <a:pt x="2668" y="549"/>
                  </a:lnTo>
                  <a:lnTo>
                    <a:pt x="2669" y="556"/>
                  </a:lnTo>
                  <a:lnTo>
                    <a:pt x="2670" y="549"/>
                  </a:lnTo>
                  <a:lnTo>
                    <a:pt x="2671" y="554"/>
                  </a:lnTo>
                  <a:lnTo>
                    <a:pt x="2671" y="551"/>
                  </a:lnTo>
                  <a:lnTo>
                    <a:pt x="2673" y="554"/>
                  </a:lnTo>
                  <a:lnTo>
                    <a:pt x="2673" y="549"/>
                  </a:lnTo>
                  <a:lnTo>
                    <a:pt x="2674" y="546"/>
                  </a:lnTo>
                  <a:lnTo>
                    <a:pt x="2675" y="554"/>
                  </a:lnTo>
                  <a:lnTo>
                    <a:pt x="2676" y="556"/>
                  </a:lnTo>
                  <a:lnTo>
                    <a:pt x="2677" y="549"/>
                  </a:lnTo>
                  <a:lnTo>
                    <a:pt x="2678" y="544"/>
                  </a:lnTo>
                  <a:lnTo>
                    <a:pt x="2679" y="544"/>
                  </a:lnTo>
                  <a:lnTo>
                    <a:pt x="2680" y="549"/>
                  </a:lnTo>
                  <a:lnTo>
                    <a:pt x="2681" y="544"/>
                  </a:lnTo>
                  <a:lnTo>
                    <a:pt x="2682" y="540"/>
                  </a:lnTo>
                  <a:lnTo>
                    <a:pt x="2683" y="544"/>
                  </a:lnTo>
                  <a:lnTo>
                    <a:pt x="2683" y="551"/>
                  </a:lnTo>
                  <a:lnTo>
                    <a:pt x="2685" y="551"/>
                  </a:lnTo>
                  <a:lnTo>
                    <a:pt x="2685" y="544"/>
                  </a:lnTo>
                  <a:lnTo>
                    <a:pt x="2686" y="544"/>
                  </a:lnTo>
                  <a:lnTo>
                    <a:pt x="2687" y="551"/>
                  </a:lnTo>
                  <a:lnTo>
                    <a:pt x="2688" y="549"/>
                  </a:lnTo>
                  <a:lnTo>
                    <a:pt x="2689" y="546"/>
                  </a:lnTo>
                  <a:lnTo>
                    <a:pt x="2690" y="544"/>
                  </a:lnTo>
                  <a:lnTo>
                    <a:pt x="2691" y="551"/>
                  </a:lnTo>
                  <a:lnTo>
                    <a:pt x="2692" y="551"/>
                  </a:lnTo>
                  <a:lnTo>
                    <a:pt x="2693" y="542"/>
                  </a:lnTo>
                  <a:lnTo>
                    <a:pt x="2694" y="544"/>
                  </a:lnTo>
                  <a:lnTo>
                    <a:pt x="2695" y="544"/>
                  </a:lnTo>
                  <a:lnTo>
                    <a:pt x="2696" y="546"/>
                  </a:lnTo>
                  <a:lnTo>
                    <a:pt x="2697" y="540"/>
                  </a:lnTo>
                  <a:lnTo>
                    <a:pt x="2697" y="537"/>
                  </a:lnTo>
                  <a:lnTo>
                    <a:pt x="2698" y="544"/>
                  </a:lnTo>
                  <a:lnTo>
                    <a:pt x="2699" y="542"/>
                  </a:lnTo>
                  <a:lnTo>
                    <a:pt x="2700" y="537"/>
                  </a:lnTo>
                  <a:lnTo>
                    <a:pt x="2701" y="532"/>
                  </a:lnTo>
                  <a:lnTo>
                    <a:pt x="2702" y="528"/>
                  </a:lnTo>
                  <a:lnTo>
                    <a:pt x="2703" y="526"/>
                  </a:lnTo>
                  <a:lnTo>
                    <a:pt x="2704" y="505"/>
                  </a:lnTo>
                  <a:lnTo>
                    <a:pt x="2705" y="477"/>
                  </a:lnTo>
                  <a:lnTo>
                    <a:pt x="2706" y="435"/>
                  </a:lnTo>
                  <a:lnTo>
                    <a:pt x="2707" y="284"/>
                  </a:lnTo>
                  <a:lnTo>
                    <a:pt x="2708" y="109"/>
                  </a:lnTo>
                  <a:lnTo>
                    <a:pt x="2709" y="149"/>
                  </a:lnTo>
                  <a:lnTo>
                    <a:pt x="2709" y="288"/>
                  </a:lnTo>
                  <a:lnTo>
                    <a:pt x="2711" y="342"/>
                  </a:lnTo>
                  <a:lnTo>
                    <a:pt x="2711" y="337"/>
                  </a:lnTo>
                  <a:lnTo>
                    <a:pt x="2712" y="332"/>
                  </a:lnTo>
                  <a:lnTo>
                    <a:pt x="2713" y="332"/>
                  </a:lnTo>
                  <a:lnTo>
                    <a:pt x="2714" y="335"/>
                  </a:lnTo>
                  <a:lnTo>
                    <a:pt x="2715" y="332"/>
                  </a:lnTo>
                  <a:lnTo>
                    <a:pt x="2716" y="326"/>
                  </a:lnTo>
                  <a:lnTo>
                    <a:pt x="2717" y="335"/>
                  </a:lnTo>
                  <a:lnTo>
                    <a:pt x="2718" y="344"/>
                  </a:lnTo>
                  <a:lnTo>
                    <a:pt x="2719" y="354"/>
                  </a:lnTo>
                  <a:lnTo>
                    <a:pt x="2720" y="349"/>
                  </a:lnTo>
                  <a:lnTo>
                    <a:pt x="2721" y="356"/>
                  </a:lnTo>
                  <a:lnTo>
                    <a:pt x="2721" y="381"/>
                  </a:lnTo>
                  <a:lnTo>
                    <a:pt x="2723" y="407"/>
                  </a:lnTo>
                  <a:lnTo>
                    <a:pt x="2723" y="437"/>
                  </a:lnTo>
                  <a:lnTo>
                    <a:pt x="2724" y="470"/>
                  </a:lnTo>
                  <a:lnTo>
                    <a:pt x="2725" y="509"/>
                  </a:lnTo>
                  <a:lnTo>
                    <a:pt x="2726" y="554"/>
                  </a:lnTo>
                  <a:lnTo>
                    <a:pt x="2727" y="602"/>
                  </a:lnTo>
                  <a:lnTo>
                    <a:pt x="2728" y="628"/>
                  </a:lnTo>
                  <a:lnTo>
                    <a:pt x="2729" y="630"/>
                  </a:lnTo>
                  <a:lnTo>
                    <a:pt x="2730" y="612"/>
                  </a:lnTo>
                  <a:lnTo>
                    <a:pt x="2731" y="595"/>
                  </a:lnTo>
                  <a:lnTo>
                    <a:pt x="2732" y="586"/>
                  </a:lnTo>
                  <a:lnTo>
                    <a:pt x="2733" y="586"/>
                  </a:lnTo>
                  <a:lnTo>
                    <a:pt x="2733" y="598"/>
                  </a:lnTo>
                  <a:lnTo>
                    <a:pt x="2735" y="598"/>
                  </a:lnTo>
                  <a:lnTo>
                    <a:pt x="2735" y="593"/>
                  </a:lnTo>
                  <a:lnTo>
                    <a:pt x="2736" y="574"/>
                  </a:lnTo>
                  <a:lnTo>
                    <a:pt x="2737" y="565"/>
                  </a:lnTo>
                  <a:lnTo>
                    <a:pt x="2738" y="556"/>
                  </a:lnTo>
                  <a:lnTo>
                    <a:pt x="2739" y="554"/>
                  </a:lnTo>
                  <a:lnTo>
                    <a:pt x="2740" y="565"/>
                  </a:lnTo>
                  <a:lnTo>
                    <a:pt x="2741" y="581"/>
                  </a:lnTo>
                  <a:lnTo>
                    <a:pt x="2742" y="584"/>
                  </a:lnTo>
                  <a:lnTo>
                    <a:pt x="2743" y="579"/>
                  </a:lnTo>
                  <a:lnTo>
                    <a:pt x="2744" y="577"/>
                  </a:lnTo>
                  <a:lnTo>
                    <a:pt x="2745" y="584"/>
                  </a:lnTo>
                  <a:lnTo>
                    <a:pt x="2746" y="581"/>
                  </a:lnTo>
                  <a:lnTo>
                    <a:pt x="2747" y="570"/>
                  </a:lnTo>
                  <a:lnTo>
                    <a:pt x="2748" y="565"/>
                  </a:lnTo>
                  <a:lnTo>
                    <a:pt x="2748" y="570"/>
                  </a:lnTo>
                  <a:lnTo>
                    <a:pt x="2750" y="570"/>
                  </a:lnTo>
                  <a:lnTo>
                    <a:pt x="2750" y="565"/>
                  </a:lnTo>
                  <a:lnTo>
                    <a:pt x="2751" y="567"/>
                  </a:lnTo>
                  <a:lnTo>
                    <a:pt x="2752" y="567"/>
                  </a:lnTo>
                  <a:lnTo>
                    <a:pt x="2753" y="574"/>
                  </a:lnTo>
                  <a:lnTo>
                    <a:pt x="2754" y="570"/>
                  </a:lnTo>
                  <a:lnTo>
                    <a:pt x="2755" y="563"/>
                  </a:lnTo>
                  <a:lnTo>
                    <a:pt x="2756" y="567"/>
                  </a:lnTo>
                  <a:lnTo>
                    <a:pt x="2757" y="572"/>
                  </a:lnTo>
                  <a:lnTo>
                    <a:pt x="2758" y="579"/>
                  </a:lnTo>
                  <a:lnTo>
                    <a:pt x="2759" y="577"/>
                  </a:lnTo>
                  <a:lnTo>
                    <a:pt x="2760" y="572"/>
                  </a:lnTo>
                  <a:lnTo>
                    <a:pt x="2761" y="570"/>
                  </a:lnTo>
                  <a:lnTo>
                    <a:pt x="2762" y="577"/>
                  </a:lnTo>
                  <a:lnTo>
                    <a:pt x="2762" y="570"/>
                  </a:lnTo>
                  <a:lnTo>
                    <a:pt x="2763" y="565"/>
                  </a:lnTo>
                  <a:lnTo>
                    <a:pt x="2764" y="574"/>
                  </a:lnTo>
                  <a:lnTo>
                    <a:pt x="2765" y="574"/>
                  </a:lnTo>
                  <a:lnTo>
                    <a:pt x="2766" y="572"/>
                  </a:lnTo>
                  <a:lnTo>
                    <a:pt x="2767" y="570"/>
                  </a:lnTo>
                  <a:lnTo>
                    <a:pt x="2768" y="565"/>
                  </a:lnTo>
                  <a:lnTo>
                    <a:pt x="2769" y="570"/>
                  </a:lnTo>
                  <a:lnTo>
                    <a:pt x="2770" y="556"/>
                  </a:lnTo>
                  <a:lnTo>
                    <a:pt x="2771" y="546"/>
                  </a:lnTo>
                  <a:lnTo>
                    <a:pt x="2772" y="549"/>
                  </a:lnTo>
                  <a:lnTo>
                    <a:pt x="2773" y="549"/>
                  </a:lnTo>
                  <a:lnTo>
                    <a:pt x="2774" y="544"/>
                  </a:lnTo>
                  <a:lnTo>
                    <a:pt x="2774" y="530"/>
                  </a:lnTo>
                  <a:lnTo>
                    <a:pt x="2776" y="526"/>
                  </a:lnTo>
                  <a:lnTo>
                    <a:pt x="2776" y="521"/>
                  </a:lnTo>
                  <a:lnTo>
                    <a:pt x="2777" y="512"/>
                  </a:lnTo>
                  <a:lnTo>
                    <a:pt x="2778" y="505"/>
                  </a:lnTo>
                  <a:lnTo>
                    <a:pt x="2779" y="509"/>
                  </a:lnTo>
                  <a:lnTo>
                    <a:pt x="2780" y="507"/>
                  </a:lnTo>
                  <a:lnTo>
                    <a:pt x="2781" y="497"/>
                  </a:lnTo>
                </a:path>
              </a:pathLst>
            </a:custGeom>
            <a:noFill/>
            <a:ln w="6350" cap="flat">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cxnSp>
          <p:nvCxnSpPr>
            <p:cNvPr id="21" name="Straight Connector 52">
              <a:extLst>
                <a:ext uri="{FF2B5EF4-FFF2-40B4-BE49-F238E27FC236}">
                  <a16:creationId xmlns:a16="http://schemas.microsoft.com/office/drawing/2014/main" id="{B0881AD2-3416-742D-C554-A789DD582F5C}"/>
                </a:ext>
              </a:extLst>
            </p:cNvPr>
            <p:cNvCxnSpPr/>
            <p:nvPr/>
          </p:nvCxnSpPr>
          <p:spPr>
            <a:xfrm flipV="1">
              <a:off x="4781550" y="4152436"/>
              <a:ext cx="619125" cy="71435"/>
            </a:xfrm>
            <a:prstGeom prst="line">
              <a:avLst/>
            </a:prstGeom>
            <a:ln w="28575">
              <a:solidFill>
                <a:srgbClr val="002060"/>
              </a:solidFill>
              <a:headEnd type="stealth" w="lg" len="lg"/>
            </a:ln>
          </p:spPr>
          <p:style>
            <a:lnRef idx="1">
              <a:schemeClr val="accent1"/>
            </a:lnRef>
            <a:fillRef idx="0">
              <a:schemeClr val="accent1"/>
            </a:fillRef>
            <a:effectRef idx="0">
              <a:schemeClr val="accent1"/>
            </a:effectRef>
            <a:fontRef idx="minor">
              <a:schemeClr val="tx1"/>
            </a:fontRef>
          </p:style>
        </p:cxnSp>
        <p:sp>
          <p:nvSpPr>
            <p:cNvPr id="22" name="TextBox 55">
              <a:extLst>
                <a:ext uri="{FF2B5EF4-FFF2-40B4-BE49-F238E27FC236}">
                  <a16:creationId xmlns:a16="http://schemas.microsoft.com/office/drawing/2014/main" id="{2CC96B94-F3E6-068C-2F1E-7A31F94E44ED}"/>
                </a:ext>
              </a:extLst>
            </p:cNvPr>
            <p:cNvSpPr txBox="1"/>
            <p:nvPr/>
          </p:nvSpPr>
          <p:spPr>
            <a:xfrm>
              <a:off x="5400675" y="3900705"/>
              <a:ext cx="4905520" cy="519621"/>
            </a:xfrm>
            <a:prstGeom prst="rect">
              <a:avLst/>
            </a:prstGeom>
            <a:noFill/>
          </p:spPr>
          <p:txBody>
            <a:bodyPr wrap="square" rtlCol="0">
              <a:spAutoFit/>
            </a:bodyPr>
            <a:lstStyle/>
            <a:p>
              <a:r>
                <a:rPr lang="en-US" altLang="zh-CN" sz="1200"/>
                <a:t>Matrix Profile</a:t>
              </a:r>
              <a:r>
                <a:rPr lang="zh-CN" altLang="en-US" sz="1200"/>
                <a:t>中的最大值表示异常</a:t>
              </a:r>
              <a:endParaRPr lang="en-US" sz="1200" dirty="0"/>
            </a:p>
          </p:txBody>
        </p:sp>
      </p:grpSp>
    </p:spTree>
    <p:extLst>
      <p:ext uri="{BB962C8B-B14F-4D97-AF65-F5344CB8AC3E}">
        <p14:creationId xmlns:p14="http://schemas.microsoft.com/office/powerpoint/2010/main" val="479120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2219BE-0357-C97C-5F6F-B15D208CFE50}"/>
              </a:ext>
            </a:extLst>
          </p:cNvPr>
          <p:cNvSpPr>
            <a:spLocks noGrp="1"/>
          </p:cNvSpPr>
          <p:nvPr>
            <p:ph type="title"/>
          </p:nvPr>
        </p:nvSpPr>
        <p:spPr>
          <a:xfrm>
            <a:off x="455999" y="360000"/>
            <a:ext cx="11279999" cy="1080000"/>
          </a:xfrm>
        </p:spPr>
        <p:txBody>
          <a:bodyPr/>
          <a:lstStyle/>
          <a:p>
            <a:r>
              <a:rPr lang="zh-CN" altLang="en-US"/>
              <a:t>问题定义</a:t>
            </a:r>
          </a:p>
        </p:txBody>
      </p:sp>
      <p:sp>
        <p:nvSpPr>
          <p:cNvPr id="3" name="内容占位符 2">
            <a:extLst>
              <a:ext uri="{FF2B5EF4-FFF2-40B4-BE49-F238E27FC236}">
                <a16:creationId xmlns:a16="http://schemas.microsoft.com/office/drawing/2014/main" id="{84B574C1-3033-DEED-F2DE-E705D7EE682B}"/>
              </a:ext>
            </a:extLst>
          </p:cNvPr>
          <p:cNvSpPr>
            <a:spLocks noGrp="1"/>
          </p:cNvSpPr>
          <p:nvPr>
            <p:ph idx="1"/>
          </p:nvPr>
        </p:nvSpPr>
        <p:spPr>
          <a:xfrm>
            <a:off x="455999" y="1440001"/>
            <a:ext cx="11279999" cy="4916351"/>
          </a:xfrm>
        </p:spPr>
        <p:txBody>
          <a:bodyPr/>
          <a:lstStyle/>
          <a:p>
            <a:pPr lvl="0"/>
            <a:r>
              <a:rPr lang="en-US" altLang="zh-CN" dirty="0" err="1"/>
              <a:t>异常检测定义</a:t>
            </a:r>
            <a:endParaRPr lang="zh-CN" altLang="zh-CN" dirty="0"/>
          </a:p>
          <a:p>
            <a:pPr lvl="1"/>
            <a:r>
              <a:rPr lang="en-US" altLang="zh-CN" dirty="0" err="1"/>
              <a:t>在时间序列中找出与正常模式显著不同的子序列</a:t>
            </a:r>
            <a:endParaRPr lang="zh-CN" altLang="zh-CN" dirty="0"/>
          </a:p>
          <a:p>
            <a:pPr lvl="1"/>
            <a:r>
              <a:rPr lang="en-US" altLang="zh-CN" dirty="0" err="1"/>
              <a:t>挑战：无标签、模式复杂、噪声干扰</a:t>
            </a:r>
            <a:endParaRPr lang="zh-CN" altLang="zh-CN" dirty="0"/>
          </a:p>
          <a:p>
            <a:r>
              <a:rPr lang="zh-CN" altLang="en-US" dirty="0"/>
              <a:t>相关工作</a:t>
            </a:r>
            <a:endParaRPr lang="en-US" altLang="zh-CN" dirty="0"/>
          </a:p>
          <a:p>
            <a:pPr lvl="1"/>
            <a:r>
              <a:rPr lang="en-US" altLang="zh-CN" dirty="0"/>
              <a:t>Patnaik</a:t>
            </a:r>
            <a:r>
              <a:rPr lang="zh-CN" altLang="en-US" dirty="0"/>
              <a:t>：基于阈值的方法，阈值的选择对实验结果的影响大</a:t>
            </a:r>
            <a:endParaRPr lang="en-US" altLang="zh-CN" dirty="0"/>
          </a:p>
          <a:p>
            <a:pPr lvl="1"/>
            <a:r>
              <a:rPr lang="en-US" altLang="zh-CN" dirty="0"/>
              <a:t>Phan</a:t>
            </a:r>
            <a:r>
              <a:rPr lang="zh-CN" altLang="en-US" dirty="0"/>
              <a:t>：参数设计复杂（需要指定超过</a:t>
            </a:r>
            <a:r>
              <a:rPr lang="en-US" altLang="zh-CN" dirty="0"/>
              <a:t>10</a:t>
            </a:r>
            <a:r>
              <a:rPr lang="zh-CN" altLang="en-US" dirty="0"/>
              <a:t>个参数的值）</a:t>
            </a:r>
            <a:endParaRPr lang="en-US" altLang="zh-CN" dirty="0"/>
          </a:p>
          <a:p>
            <a:pPr lvl="1"/>
            <a:r>
              <a:rPr lang="en-US" altLang="zh-CN" dirty="0"/>
              <a:t>FAST: </a:t>
            </a:r>
            <a:r>
              <a:rPr lang="zh-CN" altLang="en-US" dirty="0"/>
              <a:t>使用局部敏感哈希（</a:t>
            </a:r>
            <a:r>
              <a:rPr lang="en-US" altLang="zh-CN" dirty="0"/>
              <a:t>LSH</a:t>
            </a:r>
            <a:r>
              <a:rPr lang="zh-CN" altLang="en-US" dirty="0"/>
              <a:t>），但是会产生遗漏的情况</a:t>
            </a:r>
          </a:p>
        </p:txBody>
      </p:sp>
      <p:sp>
        <p:nvSpPr>
          <p:cNvPr id="4" name="灯片编号占位符 3">
            <a:extLst>
              <a:ext uri="{FF2B5EF4-FFF2-40B4-BE49-F238E27FC236}">
                <a16:creationId xmlns:a16="http://schemas.microsoft.com/office/drawing/2014/main" id="{B1CD4F89-3A83-7E92-4BD5-88A7641228CF}"/>
              </a:ext>
            </a:extLst>
          </p:cNvPr>
          <p:cNvSpPr>
            <a:spLocks noGrp="1"/>
          </p:cNvSpPr>
          <p:nvPr>
            <p:ph type="sldNum" sz="quarter" idx="12"/>
          </p:nvPr>
        </p:nvSpPr>
        <p:spPr>
          <a:xfrm>
            <a:off x="8643899" y="6356352"/>
            <a:ext cx="3092100" cy="365125"/>
          </a:xfrm>
        </p:spPr>
        <p:txBody>
          <a:bodyPr/>
          <a:lstStyle/>
          <a:p>
            <a:fld id="{8D0BA80A-DD45-4E53-A64F-B6712A67CF0B}" type="slidenum">
              <a:rPr lang="zh-CN" altLang="en-US" smtClean="0"/>
              <a:pPr/>
              <a:t>3</a:t>
            </a:fld>
            <a:endParaRPr lang="zh-CN" altLang="en-US"/>
          </a:p>
        </p:txBody>
      </p:sp>
      <p:pic>
        <p:nvPicPr>
          <p:cNvPr id="6" name="图片 5">
            <a:extLst>
              <a:ext uri="{FF2B5EF4-FFF2-40B4-BE49-F238E27FC236}">
                <a16:creationId xmlns:a16="http://schemas.microsoft.com/office/drawing/2014/main" id="{6E1F4197-8551-4B01-3D98-EA21EDDC6C90}"/>
              </a:ext>
            </a:extLst>
          </p:cNvPr>
          <p:cNvPicPr>
            <a:picLocks noChangeAspect="1"/>
          </p:cNvPicPr>
          <p:nvPr/>
        </p:nvPicPr>
        <p:blipFill>
          <a:blip r:embed="rId3"/>
          <a:stretch>
            <a:fillRect/>
          </a:stretch>
        </p:blipFill>
        <p:spPr>
          <a:xfrm>
            <a:off x="2154865" y="4722060"/>
            <a:ext cx="7136276" cy="2050201"/>
          </a:xfrm>
          <a:prstGeom prst="rect">
            <a:avLst/>
          </a:prstGeom>
        </p:spPr>
      </p:pic>
    </p:spTree>
    <p:extLst>
      <p:ext uri="{BB962C8B-B14F-4D97-AF65-F5344CB8AC3E}">
        <p14:creationId xmlns:p14="http://schemas.microsoft.com/office/powerpoint/2010/main" val="36161219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内容占位符 14" descr="图形用户界面, 文本, 应用程序&#10;&#10;AI 生成的内容可能不正确。">
            <a:extLst>
              <a:ext uri="{FF2B5EF4-FFF2-40B4-BE49-F238E27FC236}">
                <a16:creationId xmlns:a16="http://schemas.microsoft.com/office/drawing/2014/main" id="{B7714610-8B8C-C5C9-DE49-DA891779DC1F}"/>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54870" y="953195"/>
            <a:ext cx="5564188" cy="3129855"/>
          </a:xfrm>
        </p:spPr>
      </p:pic>
      <p:pic>
        <p:nvPicPr>
          <p:cNvPr id="19" name="图片 18" descr="图片包含 图示&#10;&#10;AI 生成的内容可能不正确。">
            <a:extLst>
              <a:ext uri="{FF2B5EF4-FFF2-40B4-BE49-F238E27FC236}">
                <a16:creationId xmlns:a16="http://schemas.microsoft.com/office/drawing/2014/main" id="{3CEBFF68-FE88-0890-94B7-BC1C43611D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72198" y="3591620"/>
            <a:ext cx="5564186" cy="3129855"/>
          </a:xfrm>
          <a:prstGeom prst="rect">
            <a:avLst/>
          </a:prstGeom>
        </p:spPr>
      </p:pic>
      <p:sp>
        <p:nvSpPr>
          <p:cNvPr id="2" name="标题 1">
            <a:extLst>
              <a:ext uri="{FF2B5EF4-FFF2-40B4-BE49-F238E27FC236}">
                <a16:creationId xmlns:a16="http://schemas.microsoft.com/office/drawing/2014/main" id="{7927EDE4-BAC4-7081-BF96-6C25E5FF5BCD}"/>
              </a:ext>
            </a:extLst>
          </p:cNvPr>
          <p:cNvSpPr>
            <a:spLocks noGrp="1"/>
          </p:cNvSpPr>
          <p:nvPr>
            <p:ph type="title"/>
          </p:nvPr>
        </p:nvSpPr>
        <p:spPr>
          <a:xfrm>
            <a:off x="456000" y="365126"/>
            <a:ext cx="11280000" cy="1080000"/>
          </a:xfrm>
        </p:spPr>
        <p:txBody>
          <a:bodyPr/>
          <a:lstStyle/>
          <a:p>
            <a:r>
              <a:rPr lang="en-US" altLang="zh-CN"/>
              <a:t>Matrix Profile方法原理</a:t>
            </a:r>
            <a:endParaRPr lang="zh-CN" altLang="en-US"/>
          </a:p>
        </p:txBody>
      </p:sp>
      <p:sp>
        <p:nvSpPr>
          <p:cNvPr id="3" name="内容占位符 2">
            <a:extLst>
              <a:ext uri="{FF2B5EF4-FFF2-40B4-BE49-F238E27FC236}">
                <a16:creationId xmlns:a16="http://schemas.microsoft.com/office/drawing/2014/main" id="{FCA6C3D1-0E51-B9D0-1893-F1C78EFB4FB0}"/>
              </a:ext>
            </a:extLst>
          </p:cNvPr>
          <p:cNvSpPr>
            <a:spLocks noGrp="1"/>
          </p:cNvSpPr>
          <p:nvPr>
            <p:ph sz="half" idx="1"/>
          </p:nvPr>
        </p:nvSpPr>
        <p:spPr>
          <a:xfrm>
            <a:off x="456001" y="1445127"/>
            <a:ext cx="5563800" cy="4911225"/>
          </a:xfrm>
        </p:spPr>
        <p:txBody>
          <a:bodyPr/>
          <a:lstStyle/>
          <a:p>
            <a:pPr lvl="0"/>
            <a:r>
              <a:rPr lang="en-US" altLang="zh-CN"/>
              <a:t>核心概念</a:t>
            </a:r>
            <a:endParaRPr lang="zh-CN" altLang="zh-CN"/>
          </a:p>
          <a:p>
            <a:pPr lvl="1"/>
            <a:r>
              <a:rPr lang="en-US" altLang="zh-CN"/>
              <a:t>Matrix Profile: 每个子序列与其最相似子序列的距离</a:t>
            </a:r>
            <a:endParaRPr lang="zh-CN" altLang="zh-CN"/>
          </a:p>
          <a:p>
            <a:pPr lvl="1"/>
            <a:r>
              <a:rPr lang="en-US" altLang="zh-CN"/>
              <a:t>Matrix Profile Index: 最相似子序列的位置</a:t>
            </a:r>
            <a:endParaRPr lang="zh-CN" altLang="zh-CN"/>
          </a:p>
          <a:p>
            <a:pPr lvl="0"/>
            <a:r>
              <a:rPr lang="en-US" altLang="zh-CN"/>
              <a:t>算法流程</a:t>
            </a:r>
            <a:endParaRPr lang="zh-CN" altLang="zh-CN"/>
          </a:p>
          <a:p>
            <a:pPr lvl="1"/>
            <a:r>
              <a:rPr lang="en-US" altLang="zh-CN"/>
              <a:t>定义子序列长度 m</a:t>
            </a:r>
            <a:endParaRPr lang="zh-CN" altLang="zh-CN"/>
          </a:p>
          <a:p>
            <a:pPr lvl="1"/>
            <a:r>
              <a:rPr lang="en-US" altLang="zh-CN"/>
              <a:t>计算所有子序列对的距离</a:t>
            </a:r>
            <a:endParaRPr lang="zh-CN" altLang="zh-CN"/>
          </a:p>
          <a:p>
            <a:pPr lvl="1"/>
            <a:r>
              <a:rPr lang="en-US" altLang="zh-CN"/>
              <a:t>对每个位置，找出最小距离</a:t>
            </a:r>
            <a:endParaRPr lang="zh-CN" altLang="zh-CN"/>
          </a:p>
          <a:p>
            <a:pPr lvl="1"/>
            <a:r>
              <a:rPr lang="en-US" altLang="zh-CN"/>
              <a:t>标记高MP值位置为异常</a:t>
            </a:r>
            <a:endParaRPr lang="zh-CN" altLang="zh-CN"/>
          </a:p>
          <a:p>
            <a:endParaRPr lang="zh-CN" altLang="en-US"/>
          </a:p>
        </p:txBody>
      </p:sp>
      <p:sp>
        <p:nvSpPr>
          <p:cNvPr id="5" name="灯片编号占位符 4">
            <a:extLst>
              <a:ext uri="{FF2B5EF4-FFF2-40B4-BE49-F238E27FC236}">
                <a16:creationId xmlns:a16="http://schemas.microsoft.com/office/drawing/2014/main" id="{F59D1845-B76B-C89C-4D71-B6CCDDB2F29C}"/>
              </a:ext>
            </a:extLst>
          </p:cNvPr>
          <p:cNvSpPr>
            <a:spLocks noGrp="1"/>
          </p:cNvSpPr>
          <p:nvPr>
            <p:ph type="sldNum" sz="quarter" idx="12"/>
          </p:nvPr>
        </p:nvSpPr>
        <p:spPr>
          <a:xfrm>
            <a:off x="8643899" y="6356352"/>
            <a:ext cx="3092100" cy="365125"/>
          </a:xfrm>
        </p:spPr>
        <p:txBody>
          <a:bodyPr/>
          <a:lstStyle/>
          <a:p>
            <a:fld id="{8D0BA80A-DD45-4E53-A64F-B6712A67CF0B}" type="slidenum">
              <a:rPr lang="zh-CN" altLang="en-US" smtClean="0"/>
              <a:pPr/>
              <a:t>4</a:t>
            </a:fld>
            <a:endParaRPr lang="zh-CN" altLang="en-US"/>
          </a:p>
        </p:txBody>
      </p:sp>
    </p:spTree>
    <p:extLst>
      <p:ext uri="{BB962C8B-B14F-4D97-AF65-F5344CB8AC3E}">
        <p14:creationId xmlns:p14="http://schemas.microsoft.com/office/powerpoint/2010/main" val="1191199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D0549-B95B-E0F9-AD2F-A55C4B2FB58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136E428-EF0C-48E6-53A4-C22EF986AAD6}"/>
              </a:ext>
            </a:extLst>
          </p:cNvPr>
          <p:cNvSpPr>
            <a:spLocks noGrp="1"/>
          </p:cNvSpPr>
          <p:nvPr>
            <p:ph type="title"/>
          </p:nvPr>
        </p:nvSpPr>
        <p:spPr>
          <a:xfrm>
            <a:off x="456000" y="365126"/>
            <a:ext cx="11280000" cy="1080000"/>
          </a:xfrm>
        </p:spPr>
        <p:txBody>
          <a:bodyPr/>
          <a:lstStyle/>
          <a:p>
            <a:r>
              <a:rPr lang="en-US" altLang="zh-CN"/>
              <a:t>UDF函数设计</a:t>
            </a:r>
            <a:endParaRPr lang="zh-CN" altLang="en-US"/>
          </a:p>
        </p:txBody>
      </p:sp>
      <p:sp>
        <p:nvSpPr>
          <p:cNvPr id="3" name="内容占位符 2">
            <a:extLst>
              <a:ext uri="{FF2B5EF4-FFF2-40B4-BE49-F238E27FC236}">
                <a16:creationId xmlns:a16="http://schemas.microsoft.com/office/drawing/2014/main" id="{026D80E0-A60E-E457-1207-4DBD87017169}"/>
              </a:ext>
            </a:extLst>
          </p:cNvPr>
          <p:cNvSpPr>
            <a:spLocks noGrp="1"/>
          </p:cNvSpPr>
          <p:nvPr>
            <p:ph sz="half" idx="1"/>
          </p:nvPr>
        </p:nvSpPr>
        <p:spPr>
          <a:xfrm>
            <a:off x="456000" y="1445127"/>
            <a:ext cx="5716197" cy="4911225"/>
          </a:xfrm>
        </p:spPr>
        <p:txBody>
          <a:bodyPr/>
          <a:lstStyle/>
          <a:p>
            <a:pPr lvl="0"/>
            <a:r>
              <a:rPr lang="en-US" altLang="zh-CN" dirty="0" err="1"/>
              <a:t>主要</a:t>
            </a:r>
            <a:r>
              <a:rPr lang="zh-CN" altLang="en-US" dirty="0"/>
              <a:t>功能</a:t>
            </a:r>
            <a:endParaRPr lang="zh-CN" altLang="zh-CN" dirty="0"/>
          </a:p>
          <a:p>
            <a:pPr lvl="1"/>
            <a:r>
              <a:rPr lang="en-US" altLang="zh-CN" dirty="0"/>
              <a:t>Stamp.java</a:t>
            </a:r>
          </a:p>
          <a:p>
            <a:pPr lvl="2"/>
            <a:r>
              <a:rPr lang="en-US" altLang="zh-CN" dirty="0"/>
              <a:t>Z-score</a:t>
            </a:r>
            <a:r>
              <a:rPr lang="zh-CN" altLang="en-US" dirty="0"/>
              <a:t>归一化：标准化子序列</a:t>
            </a:r>
            <a:endParaRPr lang="en-US" altLang="zh-CN" dirty="0"/>
          </a:p>
          <a:p>
            <a:pPr lvl="2"/>
            <a:r>
              <a:rPr lang="zh-CN" altLang="en-US" dirty="0"/>
              <a:t>欧氏距离计算：计算子序列距离</a:t>
            </a:r>
            <a:endParaRPr lang="en-US" altLang="zh-CN" dirty="0"/>
          </a:p>
          <a:p>
            <a:pPr lvl="2"/>
            <a:r>
              <a:rPr lang="en-US" altLang="zh-CN" dirty="0"/>
              <a:t>Matrix Profile</a:t>
            </a:r>
            <a:r>
              <a:rPr lang="zh-CN" altLang="en-US" dirty="0"/>
              <a:t>构建（排除</a:t>
            </a:r>
            <a:r>
              <a:rPr lang="en-US" altLang="zh-CN" dirty="0"/>
              <a:t>k</a:t>
            </a:r>
            <a:r>
              <a:rPr lang="zh-CN" altLang="en-US" dirty="0"/>
              <a:t>范围内平凡项）</a:t>
            </a:r>
            <a:endParaRPr lang="zh-CN" altLang="zh-CN" dirty="0"/>
          </a:p>
          <a:p>
            <a:pPr lvl="1"/>
            <a:r>
              <a:rPr lang="en-US" altLang="zh-CN" dirty="0"/>
              <a:t>UDTFMatrixProfile.java</a:t>
            </a:r>
          </a:p>
          <a:p>
            <a:pPr lvl="2"/>
            <a:r>
              <a:rPr lang="en-US" altLang="zh-CN" dirty="0"/>
              <a:t>UDF</a:t>
            </a:r>
            <a:r>
              <a:rPr lang="zh-CN" altLang="en-US" dirty="0"/>
              <a:t>，计算每个点的异常值分数</a:t>
            </a:r>
            <a:endParaRPr lang="en-US" altLang="zh-CN" dirty="0"/>
          </a:p>
          <a:p>
            <a:pPr lvl="1"/>
            <a:r>
              <a:rPr lang="en-US" altLang="zh-CN" dirty="0"/>
              <a:t>UDTFMatrixProfileAnomaly.java</a:t>
            </a:r>
          </a:p>
          <a:p>
            <a:pPr lvl="2"/>
            <a:r>
              <a:rPr lang="en-US" altLang="zh-CN" dirty="0"/>
              <a:t>UDF</a:t>
            </a:r>
            <a:r>
              <a:rPr lang="zh-CN" altLang="en-US" dirty="0"/>
              <a:t>，通过阈值判断每个点是否是异常值</a:t>
            </a:r>
            <a:endParaRPr lang="zh-CN" altLang="zh-CN" dirty="0"/>
          </a:p>
          <a:p>
            <a:endParaRPr lang="zh-CN" altLang="en-US" dirty="0"/>
          </a:p>
        </p:txBody>
      </p:sp>
      <p:sp>
        <p:nvSpPr>
          <p:cNvPr id="9" name="内容占位符 8">
            <a:extLst>
              <a:ext uri="{FF2B5EF4-FFF2-40B4-BE49-F238E27FC236}">
                <a16:creationId xmlns:a16="http://schemas.microsoft.com/office/drawing/2014/main" id="{B093FECE-EAF2-1E4D-1759-0EF90ECD6A70}"/>
              </a:ext>
            </a:extLst>
          </p:cNvPr>
          <p:cNvSpPr>
            <a:spLocks noGrp="1"/>
          </p:cNvSpPr>
          <p:nvPr>
            <p:ph sz="half" idx="2"/>
          </p:nvPr>
        </p:nvSpPr>
        <p:spPr>
          <a:xfrm>
            <a:off x="6172199" y="1445127"/>
            <a:ext cx="5563800" cy="4911225"/>
          </a:xfrm>
        </p:spPr>
        <p:txBody>
          <a:bodyPr/>
          <a:lstStyle/>
          <a:p>
            <a:pPr lvl="0"/>
            <a:r>
              <a:rPr lang="en-US" altLang="zh-CN" dirty="0" err="1"/>
              <a:t>实现架构</a:t>
            </a:r>
            <a:endParaRPr lang="zh-CN" altLang="zh-CN" dirty="0"/>
          </a:p>
          <a:p>
            <a:pPr marL="342900" indent="-342900" latinLnBrk="1">
              <a:spcAft>
                <a:spcPts val="1000"/>
              </a:spcAft>
              <a:buFont typeface="Arial" panose="020B0604020202020204" pitchFamily="34" charset="0"/>
              <a:buChar char=" "/>
            </a:pPr>
            <a:r>
              <a:rPr lang="en-US" altLang="zh-CN" sz="1800" dirty="0" err="1">
                <a:effectLst/>
                <a:latin typeface="Consolas" panose="020B0609020204030204" pitchFamily="49" charset="0"/>
                <a:ea typeface="等线" panose="02010600030101010101" pitchFamily="2" charset="-122"/>
                <a:cs typeface="Times New Roman" panose="02020603050405020304" pitchFamily="18" charset="0"/>
              </a:rPr>
              <a:t>IoTDB</a:t>
            </a:r>
            <a:br>
              <a:rPr lang="en-US" altLang="zh-CN" sz="1800" dirty="0">
                <a:effectLst/>
                <a:latin typeface="Consolas" panose="020B0609020204030204" pitchFamily="49" charset="0"/>
                <a:ea typeface="等线" panose="02010600030101010101" pitchFamily="2" charset="-122"/>
                <a:cs typeface="Times New Roman" panose="02020603050405020304" pitchFamily="18" charset="0"/>
              </a:rPr>
            </a:br>
            <a:r>
              <a:rPr lang="en-US" altLang="zh-CN" sz="1800" dirty="0">
                <a:effectLst/>
                <a:latin typeface="Consolas" panose="020B0609020204030204" pitchFamily="49" charset="0"/>
                <a:ea typeface="等线" panose="02010600030101010101" pitchFamily="2" charset="-122"/>
                <a:cs typeface="Times New Roman" panose="02020603050405020304" pitchFamily="18" charset="0"/>
              </a:rPr>
              <a:t>├── UDF Functions</a:t>
            </a:r>
            <a:br>
              <a:rPr lang="en-US" altLang="zh-CN" sz="1800" dirty="0">
                <a:effectLst/>
                <a:latin typeface="Consolas" panose="020B0609020204030204" pitchFamily="49" charset="0"/>
                <a:ea typeface="等线" panose="02010600030101010101" pitchFamily="2" charset="-122"/>
                <a:cs typeface="Times New Roman" panose="02020603050405020304" pitchFamily="18" charset="0"/>
              </a:rPr>
            </a:br>
            <a:r>
              <a:rPr lang="en-US" altLang="zh-CN" sz="1800" dirty="0">
                <a:effectLst/>
                <a:latin typeface="Consolas" panose="020B0609020204030204" pitchFamily="49" charset="0"/>
                <a:ea typeface="等线" panose="02010600030101010101" pitchFamily="2" charset="-122"/>
                <a:cs typeface="Times New Roman" panose="02020603050405020304" pitchFamily="18" charset="0"/>
              </a:rPr>
              <a:t>│   ├── </a:t>
            </a:r>
            <a:r>
              <a:rPr lang="en-US" altLang="zh-CN" sz="1800" dirty="0"/>
              <a:t>UDTFMatrixProfile.java</a:t>
            </a:r>
            <a:br>
              <a:rPr lang="en-US" altLang="zh-CN" sz="1800" dirty="0">
                <a:effectLst/>
                <a:latin typeface="Consolas" panose="020B0609020204030204" pitchFamily="49" charset="0"/>
                <a:ea typeface="等线" panose="02010600030101010101" pitchFamily="2" charset="-122"/>
                <a:cs typeface="Times New Roman" panose="02020603050405020304" pitchFamily="18" charset="0"/>
              </a:rPr>
            </a:br>
            <a:r>
              <a:rPr lang="en-US" altLang="zh-CN" sz="1800" dirty="0">
                <a:effectLst/>
                <a:latin typeface="Consolas" panose="020B0609020204030204" pitchFamily="49" charset="0"/>
                <a:ea typeface="等线" panose="02010600030101010101" pitchFamily="2" charset="-122"/>
                <a:cs typeface="Times New Roman" panose="02020603050405020304" pitchFamily="18" charset="0"/>
              </a:rPr>
              <a:t>│   └── </a:t>
            </a:r>
            <a:r>
              <a:rPr lang="en-US" altLang="zh-CN" sz="1800" dirty="0"/>
              <a:t>UDTFMatrixProfileAnomaly.java</a:t>
            </a:r>
            <a:br>
              <a:rPr lang="en-US" altLang="zh-CN" sz="1800">
                <a:effectLst/>
                <a:latin typeface="Consolas" panose="020B0609020204030204" pitchFamily="49" charset="0"/>
                <a:ea typeface="等线" panose="02010600030101010101" pitchFamily="2" charset="-122"/>
                <a:cs typeface="Times New Roman" panose="02020603050405020304" pitchFamily="18" charset="0"/>
              </a:rPr>
            </a:br>
            <a:r>
              <a:rPr lang="en-US" altLang="zh-CN" sz="1800">
                <a:effectLst/>
                <a:latin typeface="Consolas" panose="020B0609020204030204" pitchFamily="49" charset="0"/>
                <a:ea typeface="等线" panose="02010600030101010101" pitchFamily="2" charset="-122"/>
                <a:cs typeface="Times New Roman" panose="02020603050405020304" pitchFamily="18" charset="0"/>
              </a:rPr>
              <a:t>└── </a:t>
            </a:r>
            <a:r>
              <a:rPr lang="en-US" altLang="zh-CN" sz="1800" dirty="0">
                <a:effectLst/>
                <a:latin typeface="Consolas" panose="020B0609020204030204" pitchFamily="49" charset="0"/>
                <a:ea typeface="等线" panose="02010600030101010101" pitchFamily="2" charset="-122"/>
                <a:cs typeface="Times New Roman" panose="02020603050405020304" pitchFamily="18" charset="0"/>
              </a:rPr>
              <a:t>Core Algorithm(Stamp.java)</a:t>
            </a:r>
            <a:br>
              <a:rPr lang="en-US" altLang="zh-CN" sz="1800">
                <a:effectLst/>
                <a:latin typeface="Consolas" panose="020B0609020204030204" pitchFamily="49" charset="0"/>
                <a:ea typeface="等线" panose="02010600030101010101" pitchFamily="2" charset="-122"/>
                <a:cs typeface="Times New Roman" panose="02020603050405020304" pitchFamily="18" charset="0"/>
              </a:rPr>
            </a:br>
            <a:r>
              <a:rPr lang="en-US" altLang="zh-CN" sz="1800">
                <a:effectLst/>
                <a:latin typeface="Consolas" panose="020B0609020204030204" pitchFamily="49" charset="0"/>
                <a:ea typeface="等线" panose="02010600030101010101" pitchFamily="2" charset="-122"/>
                <a:cs typeface="Times New Roman" panose="02020603050405020304" pitchFamily="18" charset="0"/>
              </a:rPr>
              <a:t>    </a:t>
            </a:r>
            <a:r>
              <a:rPr lang="en-US" altLang="zh-CN" sz="1800" dirty="0">
                <a:effectLst/>
                <a:latin typeface="Consolas" panose="020B0609020204030204" pitchFamily="49" charset="0"/>
                <a:ea typeface="等线" panose="02010600030101010101" pitchFamily="2" charset="-122"/>
                <a:cs typeface="Times New Roman" panose="02020603050405020304" pitchFamily="18" charset="0"/>
              </a:rPr>
              <a:t>├── STAMP Implementation(Matrix Profile </a:t>
            </a:r>
            <a:r>
              <a:rPr lang="en-US" altLang="zh-CN" sz="1800">
                <a:effectLst/>
                <a:latin typeface="Consolas" panose="020B0609020204030204" pitchFamily="49" charset="0"/>
                <a:ea typeface="等线" panose="02010600030101010101" pitchFamily="2" charset="-122"/>
                <a:cs typeface="Times New Roman" panose="02020603050405020304" pitchFamily="18" charset="0"/>
              </a:rPr>
              <a:t>Computation) </a:t>
            </a:r>
            <a:br>
              <a:rPr lang="en-US" altLang="zh-CN" sz="1800">
                <a:effectLst/>
                <a:latin typeface="Consolas" panose="020B0609020204030204" pitchFamily="49" charset="0"/>
                <a:ea typeface="等线" panose="02010600030101010101" pitchFamily="2" charset="-122"/>
                <a:cs typeface="Times New Roman" panose="02020603050405020304" pitchFamily="18" charset="0"/>
              </a:rPr>
            </a:br>
            <a:r>
              <a:rPr lang="en-US" altLang="zh-CN" sz="1800">
                <a:effectLst/>
                <a:latin typeface="Consolas" panose="020B0609020204030204" pitchFamily="49" charset="0"/>
                <a:ea typeface="等线" panose="02010600030101010101" pitchFamily="2" charset="-122"/>
                <a:cs typeface="Times New Roman" panose="02020603050405020304" pitchFamily="18" charset="0"/>
              </a:rPr>
              <a:t>    ├── Z-Normalization</a:t>
            </a:r>
            <a:br>
              <a:rPr lang="en-US" altLang="zh-CN" sz="1800">
                <a:effectLst/>
                <a:latin typeface="Consolas" panose="020B0609020204030204" pitchFamily="49" charset="0"/>
                <a:ea typeface="等线" panose="02010600030101010101" pitchFamily="2" charset="-122"/>
                <a:cs typeface="Times New Roman" panose="02020603050405020304" pitchFamily="18" charset="0"/>
              </a:rPr>
            </a:br>
            <a:r>
              <a:rPr lang="en-US" altLang="zh-CN" sz="1800">
                <a:effectLst/>
                <a:latin typeface="Consolas" panose="020B0609020204030204" pitchFamily="49" charset="0"/>
                <a:ea typeface="等线" panose="02010600030101010101" pitchFamily="2" charset="-122"/>
                <a:cs typeface="Times New Roman" panose="02020603050405020304" pitchFamily="18" charset="0"/>
              </a:rPr>
              <a:t>    </a:t>
            </a:r>
            <a:r>
              <a:rPr lang="en-US" altLang="zh-CN" sz="1800" dirty="0">
                <a:effectLst/>
                <a:latin typeface="Consolas" panose="020B0609020204030204" pitchFamily="49" charset="0"/>
                <a:ea typeface="等线" panose="02010600030101010101" pitchFamily="2" charset="-122"/>
                <a:cs typeface="Times New Roman" panose="02020603050405020304" pitchFamily="18" charset="0"/>
              </a:rPr>
              <a:t>└── </a:t>
            </a:r>
            <a:r>
              <a:rPr lang="en-US" altLang="zh-CN" sz="1800">
                <a:effectLst/>
                <a:latin typeface="Consolas" panose="020B0609020204030204" pitchFamily="49" charset="0"/>
                <a:ea typeface="等线" panose="02010600030101010101" pitchFamily="2" charset="-122"/>
                <a:cs typeface="Times New Roman" panose="02020603050405020304" pitchFamily="18" charset="0"/>
              </a:rPr>
              <a:t>Distance Calculator</a:t>
            </a:r>
            <a:endParaRPr lang="zh-CN" altLang="en-US" dirty="0"/>
          </a:p>
        </p:txBody>
      </p:sp>
      <p:sp>
        <p:nvSpPr>
          <p:cNvPr id="5" name="灯片编号占位符 4">
            <a:extLst>
              <a:ext uri="{FF2B5EF4-FFF2-40B4-BE49-F238E27FC236}">
                <a16:creationId xmlns:a16="http://schemas.microsoft.com/office/drawing/2014/main" id="{96FD82AE-EC16-EE59-246E-5C6F72913AED}"/>
              </a:ext>
            </a:extLst>
          </p:cNvPr>
          <p:cNvSpPr>
            <a:spLocks noGrp="1"/>
          </p:cNvSpPr>
          <p:nvPr>
            <p:ph type="sldNum" sz="quarter" idx="12"/>
          </p:nvPr>
        </p:nvSpPr>
        <p:spPr>
          <a:xfrm>
            <a:off x="8643899" y="6356352"/>
            <a:ext cx="3092100" cy="365125"/>
          </a:xfrm>
        </p:spPr>
        <p:txBody>
          <a:bodyPr/>
          <a:lstStyle/>
          <a:p>
            <a:fld id="{8D0BA80A-DD45-4E53-A64F-B6712A67CF0B}" type="slidenum">
              <a:rPr lang="zh-CN" altLang="en-US" smtClean="0"/>
              <a:pPr/>
              <a:t>5</a:t>
            </a:fld>
            <a:endParaRPr lang="zh-CN" altLang="en-US"/>
          </a:p>
        </p:txBody>
      </p:sp>
    </p:spTree>
    <p:extLst>
      <p:ext uri="{BB962C8B-B14F-4D97-AF65-F5344CB8AC3E}">
        <p14:creationId xmlns:p14="http://schemas.microsoft.com/office/powerpoint/2010/main" val="4160429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44DE94-F867-241A-AF37-0A28E4AC70BA}"/>
              </a:ext>
            </a:extLst>
          </p:cNvPr>
          <p:cNvSpPr>
            <a:spLocks noGrp="1"/>
          </p:cNvSpPr>
          <p:nvPr>
            <p:ph type="title"/>
          </p:nvPr>
        </p:nvSpPr>
        <p:spPr/>
        <p:txBody>
          <a:bodyPr/>
          <a:lstStyle/>
          <a:p>
            <a:r>
              <a:rPr lang="en-US" altLang="zh-CN"/>
              <a:t>UDF函数设计</a:t>
            </a:r>
            <a:endParaRPr lang="zh-CN" altLang="en-US"/>
          </a:p>
        </p:txBody>
      </p:sp>
      <p:pic>
        <p:nvPicPr>
          <p:cNvPr id="6" name="内容占位符 5" descr="电脑萤幕的截图&#10;&#10;AI 生成的内容可能不正确。">
            <a:extLst>
              <a:ext uri="{FF2B5EF4-FFF2-40B4-BE49-F238E27FC236}">
                <a16:creationId xmlns:a16="http://schemas.microsoft.com/office/drawing/2014/main" id="{85DBF72C-DFD5-E5DB-E215-BE61EE1A873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35780" y="1439863"/>
            <a:ext cx="9120440" cy="4916487"/>
          </a:xfrm>
        </p:spPr>
      </p:pic>
      <p:sp>
        <p:nvSpPr>
          <p:cNvPr id="4" name="灯片编号占位符 3">
            <a:extLst>
              <a:ext uri="{FF2B5EF4-FFF2-40B4-BE49-F238E27FC236}">
                <a16:creationId xmlns:a16="http://schemas.microsoft.com/office/drawing/2014/main" id="{58D32C3A-86D2-529E-67E3-7B27A7614390}"/>
              </a:ext>
            </a:extLst>
          </p:cNvPr>
          <p:cNvSpPr>
            <a:spLocks noGrp="1"/>
          </p:cNvSpPr>
          <p:nvPr>
            <p:ph type="sldNum" sz="quarter" idx="12"/>
          </p:nvPr>
        </p:nvSpPr>
        <p:spPr/>
        <p:txBody>
          <a:bodyPr/>
          <a:lstStyle/>
          <a:p>
            <a:fld id="{8D0BA80A-DD45-4E53-A64F-B6712A67CF0B}" type="slidenum">
              <a:rPr lang="zh-CN" altLang="en-US" smtClean="0"/>
              <a:t>6</a:t>
            </a:fld>
            <a:endParaRPr lang="zh-CN" altLang="en-US"/>
          </a:p>
        </p:txBody>
      </p:sp>
    </p:spTree>
    <p:extLst>
      <p:ext uri="{BB962C8B-B14F-4D97-AF65-F5344CB8AC3E}">
        <p14:creationId xmlns:p14="http://schemas.microsoft.com/office/powerpoint/2010/main" val="1864694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7DE4E1-6131-5D1C-8669-0AD9522935C3}"/>
              </a:ext>
            </a:extLst>
          </p:cNvPr>
          <p:cNvSpPr>
            <a:spLocks noGrp="1"/>
          </p:cNvSpPr>
          <p:nvPr>
            <p:ph type="title"/>
          </p:nvPr>
        </p:nvSpPr>
        <p:spPr/>
        <p:txBody>
          <a:bodyPr/>
          <a:lstStyle/>
          <a:p>
            <a:r>
              <a:rPr lang="zh-CN" altLang="en-US" dirty="0"/>
              <a:t>与现有异常检测</a:t>
            </a:r>
            <a:r>
              <a:rPr lang="en-US" altLang="zh-CN" dirty="0"/>
              <a:t>UDF</a:t>
            </a:r>
            <a:r>
              <a:rPr lang="zh-CN" altLang="en-US" dirty="0"/>
              <a:t>的比较</a:t>
            </a:r>
          </a:p>
        </p:txBody>
      </p:sp>
      <p:sp>
        <p:nvSpPr>
          <p:cNvPr id="3" name="内容占位符 2">
            <a:extLst>
              <a:ext uri="{FF2B5EF4-FFF2-40B4-BE49-F238E27FC236}">
                <a16:creationId xmlns:a16="http://schemas.microsoft.com/office/drawing/2014/main" id="{0453E4A6-FEA6-89AA-9EBA-11C1C987C3BB}"/>
              </a:ext>
            </a:extLst>
          </p:cNvPr>
          <p:cNvSpPr>
            <a:spLocks noGrp="1"/>
          </p:cNvSpPr>
          <p:nvPr>
            <p:ph sz="half" idx="1"/>
          </p:nvPr>
        </p:nvSpPr>
        <p:spPr/>
        <p:txBody>
          <a:bodyPr/>
          <a:lstStyle/>
          <a:p>
            <a:r>
              <a:rPr lang="en-US" altLang="zh-CN" dirty="0" err="1"/>
              <a:t>IoTDB</a:t>
            </a:r>
            <a:r>
              <a:rPr lang="zh-CN" altLang="en-US" dirty="0"/>
              <a:t>中目前支持的异常检测</a:t>
            </a:r>
            <a:r>
              <a:rPr lang="en-US" altLang="zh-CN" dirty="0"/>
              <a:t>UDF</a:t>
            </a:r>
            <a:r>
              <a:rPr lang="zh-CN" altLang="en-US" dirty="0"/>
              <a:t>方法</a:t>
            </a:r>
            <a:endParaRPr lang="en-US" altLang="zh-CN" dirty="0"/>
          </a:p>
          <a:p>
            <a:pPr lvl="1"/>
            <a:r>
              <a:rPr lang="en-US" altLang="zh-CN" dirty="0"/>
              <a:t>IQR</a:t>
            </a:r>
            <a:r>
              <a:rPr lang="zh-CN" altLang="en-US" dirty="0"/>
              <a:t>：分位数</a:t>
            </a:r>
            <a:endParaRPr lang="en-US" altLang="zh-CN" dirty="0"/>
          </a:p>
          <a:p>
            <a:pPr lvl="1"/>
            <a:r>
              <a:rPr lang="en-US" altLang="zh-CN" dirty="0" err="1"/>
              <a:t>Ksigma</a:t>
            </a:r>
            <a:r>
              <a:rPr lang="zh-CN" altLang="en-US" dirty="0"/>
              <a:t>：平均值和标准差</a:t>
            </a:r>
            <a:endParaRPr lang="en-US" altLang="zh-CN" dirty="0"/>
          </a:p>
          <a:p>
            <a:pPr lvl="1"/>
            <a:r>
              <a:rPr lang="en-US" altLang="zh-CN" dirty="0"/>
              <a:t>LOF</a:t>
            </a:r>
            <a:r>
              <a:rPr lang="zh-CN" altLang="en-US" dirty="0"/>
              <a:t>：密度</a:t>
            </a:r>
            <a:endParaRPr lang="en-US" altLang="zh-CN" dirty="0"/>
          </a:p>
          <a:p>
            <a:pPr lvl="1"/>
            <a:r>
              <a:rPr lang="en-US" altLang="zh-CN" dirty="0" err="1"/>
              <a:t>MissDetect</a:t>
            </a:r>
            <a:r>
              <a:rPr lang="zh-CN" altLang="en-US" dirty="0"/>
              <a:t>：缺失型异常</a:t>
            </a:r>
            <a:endParaRPr lang="en-US" altLang="zh-CN" dirty="0"/>
          </a:p>
          <a:p>
            <a:pPr lvl="1"/>
            <a:r>
              <a:rPr lang="en-US" altLang="zh-CN" dirty="0"/>
              <a:t>Outlier</a:t>
            </a:r>
            <a:r>
              <a:rPr lang="zh-CN" altLang="en-US" dirty="0"/>
              <a:t>：</a:t>
            </a:r>
            <a:r>
              <a:rPr lang="en-US" altLang="zh-CN" dirty="0"/>
              <a:t>k-distance</a:t>
            </a:r>
          </a:p>
          <a:p>
            <a:pPr lvl="1"/>
            <a:r>
              <a:rPr lang="en-US" altLang="zh-CN" dirty="0"/>
              <a:t>Range</a:t>
            </a:r>
            <a:r>
              <a:rPr lang="zh-CN" altLang="en-US" dirty="0"/>
              <a:t>：区间范围</a:t>
            </a:r>
            <a:endParaRPr lang="en-US" altLang="zh-CN" dirty="0"/>
          </a:p>
          <a:p>
            <a:pPr lvl="1"/>
            <a:r>
              <a:rPr lang="en-US" altLang="zh-CN" dirty="0" err="1"/>
              <a:t>TwoSidedFilter</a:t>
            </a:r>
            <a:r>
              <a:rPr lang="zh-CN" altLang="en-US" dirty="0"/>
              <a:t>：两端窗口</a:t>
            </a:r>
          </a:p>
        </p:txBody>
      </p:sp>
      <p:sp>
        <p:nvSpPr>
          <p:cNvPr id="4" name="内容占位符 3">
            <a:extLst>
              <a:ext uri="{FF2B5EF4-FFF2-40B4-BE49-F238E27FC236}">
                <a16:creationId xmlns:a16="http://schemas.microsoft.com/office/drawing/2014/main" id="{FF2694EC-8BC3-74F1-4DF1-47010CE20BE2}"/>
              </a:ext>
            </a:extLst>
          </p:cNvPr>
          <p:cNvSpPr>
            <a:spLocks noGrp="1"/>
          </p:cNvSpPr>
          <p:nvPr>
            <p:ph sz="half" idx="2"/>
          </p:nvPr>
        </p:nvSpPr>
        <p:spPr/>
        <p:txBody>
          <a:bodyPr/>
          <a:lstStyle/>
          <a:p>
            <a:r>
              <a:rPr lang="en-US" altLang="zh-CN" dirty="0"/>
              <a:t>Matrix Profile</a:t>
            </a:r>
            <a:r>
              <a:rPr lang="zh-CN" altLang="en-US" dirty="0"/>
              <a:t>与现有方法比的特点</a:t>
            </a:r>
            <a:endParaRPr lang="en-US" altLang="zh-CN" dirty="0"/>
          </a:p>
          <a:p>
            <a:pPr lvl="1"/>
            <a:r>
              <a:rPr lang="zh-CN" altLang="en-US" dirty="0"/>
              <a:t>先验参数设置简单</a:t>
            </a:r>
            <a:endParaRPr lang="en-US" altLang="zh-CN" dirty="0"/>
          </a:p>
          <a:p>
            <a:pPr lvl="1"/>
            <a:r>
              <a:rPr lang="zh-CN" altLang="en-US" dirty="0"/>
              <a:t>适合复杂模式检测</a:t>
            </a:r>
            <a:endParaRPr lang="en-US" altLang="zh-CN" dirty="0"/>
          </a:p>
          <a:p>
            <a:pPr lvl="1"/>
            <a:r>
              <a:rPr lang="zh-CN" altLang="en-US" dirty="0"/>
              <a:t>能识别片段异常</a:t>
            </a:r>
            <a:endParaRPr lang="en-US" altLang="zh-CN" dirty="0"/>
          </a:p>
          <a:p>
            <a:pPr lvl="1"/>
            <a:r>
              <a:rPr lang="zh-CN" altLang="en-US" dirty="0"/>
              <a:t>具有语义解释性</a:t>
            </a:r>
            <a:endParaRPr lang="en-US" altLang="zh-CN" dirty="0"/>
          </a:p>
          <a:p>
            <a:pPr lvl="1"/>
            <a:r>
              <a:rPr lang="zh-CN" altLang="en-US" dirty="0"/>
              <a:t>计算复杂度较大</a:t>
            </a:r>
          </a:p>
        </p:txBody>
      </p:sp>
      <p:sp>
        <p:nvSpPr>
          <p:cNvPr id="5" name="灯片编号占位符 4">
            <a:extLst>
              <a:ext uri="{FF2B5EF4-FFF2-40B4-BE49-F238E27FC236}">
                <a16:creationId xmlns:a16="http://schemas.microsoft.com/office/drawing/2014/main" id="{D32018C4-08CC-301A-9D4E-4F04518174DB}"/>
              </a:ext>
            </a:extLst>
          </p:cNvPr>
          <p:cNvSpPr>
            <a:spLocks noGrp="1"/>
          </p:cNvSpPr>
          <p:nvPr>
            <p:ph type="sldNum" sz="quarter" idx="12"/>
          </p:nvPr>
        </p:nvSpPr>
        <p:spPr/>
        <p:txBody>
          <a:bodyPr/>
          <a:lstStyle/>
          <a:p>
            <a:fld id="{8D0BA80A-DD45-4E53-A64F-B6712A67CF0B}" type="slidenum">
              <a:rPr lang="zh-CN" altLang="en-US" smtClean="0"/>
              <a:t>7</a:t>
            </a:fld>
            <a:endParaRPr lang="zh-CN" altLang="en-US"/>
          </a:p>
        </p:txBody>
      </p:sp>
    </p:spTree>
    <p:extLst>
      <p:ext uri="{BB962C8B-B14F-4D97-AF65-F5344CB8AC3E}">
        <p14:creationId xmlns:p14="http://schemas.microsoft.com/office/powerpoint/2010/main" val="1075484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065A2D-D238-D9DC-9116-9E7D2CA2E016}"/>
              </a:ext>
            </a:extLst>
          </p:cNvPr>
          <p:cNvSpPr>
            <a:spLocks noGrp="1"/>
          </p:cNvSpPr>
          <p:nvPr>
            <p:ph type="title"/>
          </p:nvPr>
        </p:nvSpPr>
        <p:spPr>
          <a:xfrm>
            <a:off x="455999" y="360000"/>
            <a:ext cx="11279999" cy="1080000"/>
          </a:xfrm>
        </p:spPr>
        <p:txBody>
          <a:bodyPr/>
          <a:lstStyle/>
          <a:p>
            <a:r>
              <a:rPr lang="zh-CN" altLang="en-US" dirty="0"/>
              <a:t>实验准备</a:t>
            </a:r>
          </a:p>
        </p:txBody>
      </p:sp>
      <p:sp>
        <p:nvSpPr>
          <p:cNvPr id="3" name="内容占位符 2">
            <a:extLst>
              <a:ext uri="{FF2B5EF4-FFF2-40B4-BE49-F238E27FC236}">
                <a16:creationId xmlns:a16="http://schemas.microsoft.com/office/drawing/2014/main" id="{74F04F3F-04FF-C2C9-1719-2CB33BD6985C}"/>
              </a:ext>
            </a:extLst>
          </p:cNvPr>
          <p:cNvSpPr>
            <a:spLocks noGrp="1"/>
          </p:cNvSpPr>
          <p:nvPr>
            <p:ph idx="1"/>
          </p:nvPr>
        </p:nvSpPr>
        <p:spPr>
          <a:xfrm>
            <a:off x="455999" y="1440001"/>
            <a:ext cx="11279999" cy="4916351"/>
          </a:xfrm>
        </p:spPr>
        <p:txBody>
          <a:bodyPr/>
          <a:lstStyle/>
          <a:p>
            <a:pPr lvl="0"/>
            <a:r>
              <a:rPr lang="en-US" altLang="zh-CN" dirty="0"/>
              <a:t>Apache </a:t>
            </a:r>
            <a:r>
              <a:rPr lang="en-US" altLang="zh-CN" dirty="0" err="1"/>
              <a:t>IoTDB</a:t>
            </a:r>
            <a:r>
              <a:rPr lang="en-US" altLang="zh-CN" dirty="0"/>
              <a:t> </a:t>
            </a:r>
          </a:p>
          <a:p>
            <a:pPr lvl="0"/>
            <a:r>
              <a:rPr lang="zh-CN" altLang="en-US" dirty="0"/>
              <a:t>硬件</a:t>
            </a:r>
            <a:r>
              <a:rPr lang="zh-CN" altLang="en-US"/>
              <a:t>环境：</a:t>
            </a:r>
            <a:endParaRPr lang="en-US" altLang="zh-CN"/>
          </a:p>
          <a:p>
            <a:pPr lvl="1"/>
            <a:r>
              <a:rPr lang="en-US" altLang="zh-CN"/>
              <a:t>OS: Ubuntu 22.04.5 LTS x86_64</a:t>
            </a:r>
          </a:p>
          <a:p>
            <a:pPr lvl="1"/>
            <a:r>
              <a:rPr lang="en-US" altLang="zh-CN"/>
              <a:t>CPU: AMD EPYC 7542 (128) @ 2.900GHz</a:t>
            </a:r>
            <a:endParaRPr lang="en-US" altLang="zh-CN" dirty="0"/>
          </a:p>
          <a:p>
            <a:pPr lvl="0"/>
            <a:r>
              <a:rPr lang="zh-CN" altLang="en-US" dirty="0"/>
              <a:t>数据集：</a:t>
            </a:r>
            <a:endParaRPr lang="en-US" altLang="zh-CN" dirty="0"/>
          </a:p>
          <a:p>
            <a:pPr lvl="1"/>
            <a:r>
              <a:rPr lang="zh-CN" altLang="en-US" dirty="0"/>
              <a:t>电网数据集</a:t>
            </a:r>
            <a:endParaRPr lang="en-US" altLang="zh-CN" dirty="0"/>
          </a:p>
          <a:p>
            <a:pPr lvl="1"/>
            <a:r>
              <a:rPr lang="zh-CN" altLang="en-US" dirty="0"/>
              <a:t>通信数据集</a:t>
            </a:r>
            <a:endParaRPr lang="en-US" altLang="zh-CN" dirty="0"/>
          </a:p>
          <a:p>
            <a:pPr lvl="1"/>
            <a:r>
              <a:rPr lang="zh-CN" altLang="en-US"/>
              <a:t>银联数据</a:t>
            </a:r>
            <a:r>
              <a:rPr lang="zh-CN" altLang="en-US" dirty="0"/>
              <a:t>集</a:t>
            </a:r>
            <a:endParaRPr lang="zh-CN" altLang="zh-CN" dirty="0"/>
          </a:p>
        </p:txBody>
      </p:sp>
      <p:sp>
        <p:nvSpPr>
          <p:cNvPr id="4" name="灯片编号占位符 3">
            <a:extLst>
              <a:ext uri="{FF2B5EF4-FFF2-40B4-BE49-F238E27FC236}">
                <a16:creationId xmlns:a16="http://schemas.microsoft.com/office/drawing/2014/main" id="{4CBC978E-E896-5855-F36A-FE4070502660}"/>
              </a:ext>
            </a:extLst>
          </p:cNvPr>
          <p:cNvSpPr>
            <a:spLocks noGrp="1"/>
          </p:cNvSpPr>
          <p:nvPr>
            <p:ph type="sldNum" sz="quarter" idx="12"/>
          </p:nvPr>
        </p:nvSpPr>
        <p:spPr>
          <a:xfrm>
            <a:off x="8643899" y="6356352"/>
            <a:ext cx="3092100" cy="365125"/>
          </a:xfrm>
        </p:spPr>
        <p:txBody>
          <a:bodyPr/>
          <a:lstStyle/>
          <a:p>
            <a:fld id="{8D0BA80A-DD45-4E53-A64F-B6712A67CF0B}" type="slidenum">
              <a:rPr lang="zh-CN" altLang="en-US" smtClean="0"/>
              <a:pPr/>
              <a:t>8</a:t>
            </a:fld>
            <a:endParaRPr lang="zh-CN" altLang="en-US"/>
          </a:p>
        </p:txBody>
      </p:sp>
      <p:pic>
        <p:nvPicPr>
          <p:cNvPr id="6" name="图片 5">
            <a:extLst>
              <a:ext uri="{FF2B5EF4-FFF2-40B4-BE49-F238E27FC236}">
                <a16:creationId xmlns:a16="http://schemas.microsoft.com/office/drawing/2014/main" id="{DAFEFF8E-5131-400D-2A30-D21368A7C8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72933" y="4311058"/>
            <a:ext cx="3820413" cy="2546942"/>
          </a:xfrm>
          <a:prstGeom prst="rect">
            <a:avLst/>
          </a:prstGeom>
        </p:spPr>
      </p:pic>
      <p:pic>
        <p:nvPicPr>
          <p:cNvPr id="8" name="图片 7">
            <a:extLst>
              <a:ext uri="{FF2B5EF4-FFF2-40B4-BE49-F238E27FC236}">
                <a16:creationId xmlns:a16="http://schemas.microsoft.com/office/drawing/2014/main" id="{7B869E1A-2D8A-B081-3C3A-34DDEA17DC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72932" y="1764116"/>
            <a:ext cx="3820413" cy="2546942"/>
          </a:xfrm>
          <a:prstGeom prst="rect">
            <a:avLst/>
          </a:prstGeom>
        </p:spPr>
      </p:pic>
      <p:pic>
        <p:nvPicPr>
          <p:cNvPr id="10" name="图片 9">
            <a:extLst>
              <a:ext uri="{FF2B5EF4-FFF2-40B4-BE49-F238E27FC236}">
                <a16:creationId xmlns:a16="http://schemas.microsoft.com/office/drawing/2014/main" id="{A4979B76-C123-EE6D-209E-F748EF4519B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09867" y="4311058"/>
            <a:ext cx="3820413" cy="2546942"/>
          </a:xfrm>
          <a:prstGeom prst="rect">
            <a:avLst/>
          </a:prstGeom>
        </p:spPr>
      </p:pic>
    </p:spTree>
    <p:extLst>
      <p:ext uri="{BB962C8B-B14F-4D97-AF65-F5344CB8AC3E}">
        <p14:creationId xmlns:p14="http://schemas.microsoft.com/office/powerpoint/2010/main" val="672910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AA992-C3DC-7B22-BE3C-E6430E13C52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0B780F7-B063-0A00-FC55-EDE923FCA96C}"/>
              </a:ext>
            </a:extLst>
          </p:cNvPr>
          <p:cNvSpPr>
            <a:spLocks noGrp="1"/>
          </p:cNvSpPr>
          <p:nvPr>
            <p:ph type="title"/>
          </p:nvPr>
        </p:nvSpPr>
        <p:spPr>
          <a:xfrm>
            <a:off x="455999" y="360000"/>
            <a:ext cx="11279999" cy="1080000"/>
          </a:xfrm>
        </p:spPr>
        <p:txBody>
          <a:bodyPr/>
          <a:lstStyle/>
          <a:p>
            <a:r>
              <a:rPr lang="zh-CN" altLang="en-US" dirty="0"/>
              <a:t>实验效果及分析</a:t>
            </a:r>
          </a:p>
        </p:txBody>
      </p:sp>
      <p:sp>
        <p:nvSpPr>
          <p:cNvPr id="3" name="内容占位符 2">
            <a:extLst>
              <a:ext uri="{FF2B5EF4-FFF2-40B4-BE49-F238E27FC236}">
                <a16:creationId xmlns:a16="http://schemas.microsoft.com/office/drawing/2014/main" id="{D9651727-E6A3-A7F8-E7C0-21ABFA7B1678}"/>
              </a:ext>
            </a:extLst>
          </p:cNvPr>
          <p:cNvSpPr>
            <a:spLocks noGrp="1"/>
          </p:cNvSpPr>
          <p:nvPr>
            <p:ph idx="1"/>
          </p:nvPr>
        </p:nvSpPr>
        <p:spPr>
          <a:xfrm>
            <a:off x="455999" y="1440001"/>
            <a:ext cx="11279999" cy="4916351"/>
          </a:xfrm>
        </p:spPr>
        <p:txBody>
          <a:bodyPr/>
          <a:lstStyle/>
          <a:p>
            <a:pPr lvl="0"/>
            <a:r>
              <a:rPr lang="zh-CN" altLang="en-US"/>
              <a:t>实验结果中，</a:t>
            </a:r>
            <a:r>
              <a:rPr lang="en-US" altLang="zh-CN"/>
              <a:t>Matrix Profile</a:t>
            </a:r>
            <a:r>
              <a:rPr lang="zh-CN" altLang="en-US"/>
              <a:t>在以下场景的检测中表现较好：</a:t>
            </a:r>
            <a:endParaRPr lang="en-US" altLang="zh-CN" dirty="0"/>
          </a:p>
          <a:p>
            <a:pPr lvl="1"/>
            <a:r>
              <a:rPr lang="zh-CN" altLang="en-US"/>
              <a:t>子段形状</a:t>
            </a:r>
            <a:r>
              <a:rPr lang="zh-CN" altLang="en-US" dirty="0"/>
              <a:t>异常</a:t>
            </a:r>
            <a:endParaRPr lang="en-US" altLang="zh-CN" dirty="0"/>
          </a:p>
          <a:p>
            <a:pPr lvl="1"/>
            <a:r>
              <a:rPr lang="zh-CN" altLang="en-US" dirty="0"/>
              <a:t>变化点，短期波动异常</a:t>
            </a:r>
            <a:endParaRPr lang="en-US" altLang="zh-CN" dirty="0"/>
          </a:p>
          <a:p>
            <a:pPr lvl="1"/>
            <a:r>
              <a:rPr lang="zh-CN" altLang="en-US"/>
              <a:t>趋势变化位置</a:t>
            </a:r>
            <a:endParaRPr lang="zh-CN" altLang="zh-CN" dirty="0"/>
          </a:p>
        </p:txBody>
      </p:sp>
      <p:sp>
        <p:nvSpPr>
          <p:cNvPr id="4" name="灯片编号占位符 3">
            <a:extLst>
              <a:ext uri="{FF2B5EF4-FFF2-40B4-BE49-F238E27FC236}">
                <a16:creationId xmlns:a16="http://schemas.microsoft.com/office/drawing/2014/main" id="{FBB4E444-A457-490E-CD44-2A257FE6560D}"/>
              </a:ext>
            </a:extLst>
          </p:cNvPr>
          <p:cNvSpPr>
            <a:spLocks noGrp="1"/>
          </p:cNvSpPr>
          <p:nvPr>
            <p:ph type="sldNum" sz="quarter" idx="12"/>
          </p:nvPr>
        </p:nvSpPr>
        <p:spPr>
          <a:xfrm>
            <a:off x="8643899" y="6356352"/>
            <a:ext cx="3092100" cy="365125"/>
          </a:xfrm>
        </p:spPr>
        <p:txBody>
          <a:bodyPr/>
          <a:lstStyle/>
          <a:p>
            <a:fld id="{8D0BA80A-DD45-4E53-A64F-B6712A67CF0B}" type="slidenum">
              <a:rPr lang="zh-CN" altLang="en-US" smtClean="0"/>
              <a:pPr/>
              <a:t>9</a:t>
            </a:fld>
            <a:endParaRPr lang="zh-CN" altLang="en-US"/>
          </a:p>
        </p:txBody>
      </p:sp>
      <p:pic>
        <p:nvPicPr>
          <p:cNvPr id="10" name="图片 9">
            <a:extLst>
              <a:ext uri="{FF2B5EF4-FFF2-40B4-BE49-F238E27FC236}">
                <a16:creationId xmlns:a16="http://schemas.microsoft.com/office/drawing/2014/main" id="{8AAF6E82-1E17-852B-8D7F-C64961901D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52038" y="3633745"/>
            <a:ext cx="4083910" cy="2722606"/>
          </a:xfrm>
          <a:prstGeom prst="rect">
            <a:avLst/>
          </a:prstGeom>
        </p:spPr>
      </p:pic>
      <p:pic>
        <p:nvPicPr>
          <p:cNvPr id="12" name="图片 11">
            <a:extLst>
              <a:ext uri="{FF2B5EF4-FFF2-40B4-BE49-F238E27FC236}">
                <a16:creationId xmlns:a16="http://schemas.microsoft.com/office/drawing/2014/main" id="{1F87DE53-DB3D-2875-5C3A-51A3E187EF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39962" y="3633745"/>
            <a:ext cx="4083909" cy="2722606"/>
          </a:xfrm>
          <a:prstGeom prst="rect">
            <a:avLst/>
          </a:prstGeom>
        </p:spPr>
      </p:pic>
      <p:pic>
        <p:nvPicPr>
          <p:cNvPr id="6" name="图片 5" descr="图表&#10;&#10;AI 生成的内容可能不正确。">
            <a:extLst>
              <a:ext uri="{FF2B5EF4-FFF2-40B4-BE49-F238E27FC236}">
                <a16:creationId xmlns:a16="http://schemas.microsoft.com/office/drawing/2014/main" id="{1CA8F737-54A6-171F-9DBE-53DAF7AAFBD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3633746"/>
            <a:ext cx="4083908" cy="2722605"/>
          </a:xfrm>
          <a:prstGeom prst="rect">
            <a:avLst/>
          </a:prstGeom>
        </p:spPr>
      </p:pic>
    </p:spTree>
    <p:extLst>
      <p:ext uri="{BB962C8B-B14F-4D97-AF65-F5344CB8AC3E}">
        <p14:creationId xmlns:p14="http://schemas.microsoft.com/office/powerpoint/2010/main" val="2429516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2F5FF-6602-1972-46E0-82ED3C42A7E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F654694-1F11-DF9A-CEF8-CC0AA30A20FF}"/>
              </a:ext>
            </a:extLst>
          </p:cNvPr>
          <p:cNvSpPr>
            <a:spLocks noGrp="1"/>
          </p:cNvSpPr>
          <p:nvPr>
            <p:ph type="title"/>
          </p:nvPr>
        </p:nvSpPr>
        <p:spPr>
          <a:xfrm>
            <a:off x="455999" y="360000"/>
            <a:ext cx="11279999" cy="1080000"/>
          </a:xfrm>
        </p:spPr>
        <p:txBody>
          <a:bodyPr/>
          <a:lstStyle/>
          <a:p>
            <a:r>
              <a:rPr lang="zh-CN" altLang="en-US" dirty="0"/>
              <a:t>实验效果及分析</a:t>
            </a:r>
          </a:p>
        </p:txBody>
      </p:sp>
      <p:sp>
        <p:nvSpPr>
          <p:cNvPr id="3" name="内容占位符 2">
            <a:extLst>
              <a:ext uri="{FF2B5EF4-FFF2-40B4-BE49-F238E27FC236}">
                <a16:creationId xmlns:a16="http://schemas.microsoft.com/office/drawing/2014/main" id="{8B59D21F-80A9-7CC8-2FA5-1A3A41517029}"/>
              </a:ext>
            </a:extLst>
          </p:cNvPr>
          <p:cNvSpPr>
            <a:spLocks noGrp="1"/>
          </p:cNvSpPr>
          <p:nvPr>
            <p:ph idx="1"/>
          </p:nvPr>
        </p:nvSpPr>
        <p:spPr>
          <a:xfrm>
            <a:off x="455999" y="1440001"/>
            <a:ext cx="11279999" cy="4916351"/>
          </a:xfrm>
        </p:spPr>
        <p:txBody>
          <a:bodyPr/>
          <a:lstStyle/>
          <a:p>
            <a:pPr lvl="0"/>
            <a:r>
              <a:rPr lang="zh-CN" altLang="en-US" dirty="0"/>
              <a:t>该算法不适合于检测：</a:t>
            </a:r>
            <a:endParaRPr lang="en-US" altLang="zh-CN" dirty="0"/>
          </a:p>
          <a:p>
            <a:pPr lvl="1"/>
            <a:r>
              <a:rPr lang="zh-CN" altLang="en-US"/>
              <a:t>重复出现的异常模式</a:t>
            </a:r>
            <a:endParaRPr lang="en-US" altLang="zh-CN"/>
          </a:p>
          <a:p>
            <a:pPr lvl="1"/>
            <a:r>
              <a:rPr lang="zh-CN" altLang="en-US"/>
              <a:t>波动明显模式中的单点异常</a:t>
            </a:r>
            <a:endParaRPr lang="en-US" altLang="zh-CN" dirty="0"/>
          </a:p>
        </p:txBody>
      </p:sp>
      <p:sp>
        <p:nvSpPr>
          <p:cNvPr id="4" name="灯片编号占位符 3">
            <a:extLst>
              <a:ext uri="{FF2B5EF4-FFF2-40B4-BE49-F238E27FC236}">
                <a16:creationId xmlns:a16="http://schemas.microsoft.com/office/drawing/2014/main" id="{FF2DCAA6-C12B-1B74-BA71-66762F8F83F4}"/>
              </a:ext>
            </a:extLst>
          </p:cNvPr>
          <p:cNvSpPr>
            <a:spLocks noGrp="1"/>
          </p:cNvSpPr>
          <p:nvPr>
            <p:ph type="sldNum" sz="quarter" idx="12"/>
          </p:nvPr>
        </p:nvSpPr>
        <p:spPr>
          <a:xfrm>
            <a:off x="8643899" y="6356352"/>
            <a:ext cx="3092100" cy="365125"/>
          </a:xfrm>
        </p:spPr>
        <p:txBody>
          <a:bodyPr/>
          <a:lstStyle/>
          <a:p>
            <a:fld id="{8D0BA80A-DD45-4E53-A64F-B6712A67CF0B}" type="slidenum">
              <a:rPr lang="zh-CN" altLang="en-US" smtClean="0"/>
              <a:pPr/>
              <a:t>10</a:t>
            </a:fld>
            <a:endParaRPr lang="zh-CN" altLang="en-US"/>
          </a:p>
        </p:txBody>
      </p:sp>
      <p:pic>
        <p:nvPicPr>
          <p:cNvPr id="9" name="图片 8">
            <a:extLst>
              <a:ext uri="{FF2B5EF4-FFF2-40B4-BE49-F238E27FC236}">
                <a16:creationId xmlns:a16="http://schemas.microsoft.com/office/drawing/2014/main" id="{657441BC-EED5-2B06-61F4-0F73F5C1A3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90732" y="3063869"/>
            <a:ext cx="5486411" cy="3657607"/>
          </a:xfrm>
          <a:prstGeom prst="rect">
            <a:avLst/>
          </a:prstGeom>
        </p:spPr>
      </p:pic>
      <p:pic>
        <p:nvPicPr>
          <p:cNvPr id="7" name="图片 6" descr="图表&#10;&#10;AI 生成的内容可能不正确。">
            <a:extLst>
              <a:ext uri="{FF2B5EF4-FFF2-40B4-BE49-F238E27FC236}">
                <a16:creationId xmlns:a16="http://schemas.microsoft.com/office/drawing/2014/main" id="{E4D4A6C0-CE28-E6B8-6F9F-BA625F59C2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5998" y="3063868"/>
            <a:ext cx="5486411" cy="3657607"/>
          </a:xfrm>
          <a:prstGeom prst="rect">
            <a:avLst/>
          </a:prstGeom>
        </p:spPr>
      </p:pic>
    </p:spTree>
    <p:extLst>
      <p:ext uri="{BB962C8B-B14F-4D97-AF65-F5344CB8AC3E}">
        <p14:creationId xmlns:p14="http://schemas.microsoft.com/office/powerpoint/2010/main" val="19802967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762454-352B-7C56-A5A4-117ECC53BD2E}"/>
              </a:ext>
            </a:extLst>
          </p:cNvPr>
          <p:cNvSpPr>
            <a:spLocks noGrp="1"/>
          </p:cNvSpPr>
          <p:nvPr>
            <p:ph type="title"/>
          </p:nvPr>
        </p:nvSpPr>
        <p:spPr>
          <a:xfrm>
            <a:off x="455999" y="360000"/>
            <a:ext cx="11279999" cy="1080000"/>
          </a:xfrm>
        </p:spPr>
        <p:txBody>
          <a:bodyPr/>
          <a:lstStyle/>
          <a:p>
            <a:r>
              <a:rPr lang="en-US" altLang="zh-CN"/>
              <a:t>总结与展望</a:t>
            </a:r>
            <a:endParaRPr lang="zh-CN" altLang="en-US"/>
          </a:p>
        </p:txBody>
      </p:sp>
      <p:sp>
        <p:nvSpPr>
          <p:cNvPr id="3" name="内容占位符 2">
            <a:extLst>
              <a:ext uri="{FF2B5EF4-FFF2-40B4-BE49-F238E27FC236}">
                <a16:creationId xmlns:a16="http://schemas.microsoft.com/office/drawing/2014/main" id="{B145277B-2BFB-C79B-B1C8-292C76A83C21}"/>
              </a:ext>
            </a:extLst>
          </p:cNvPr>
          <p:cNvSpPr>
            <a:spLocks noGrp="1"/>
          </p:cNvSpPr>
          <p:nvPr>
            <p:ph idx="1"/>
          </p:nvPr>
        </p:nvSpPr>
        <p:spPr>
          <a:xfrm>
            <a:off x="455999" y="1440001"/>
            <a:ext cx="11279999" cy="4916351"/>
          </a:xfrm>
        </p:spPr>
        <p:txBody>
          <a:bodyPr/>
          <a:lstStyle/>
          <a:p>
            <a:pPr lvl="0"/>
            <a:r>
              <a:rPr lang="en-US" altLang="zh-CN"/>
              <a:t>预期贡献</a:t>
            </a:r>
            <a:endParaRPr lang="zh-CN" altLang="zh-CN"/>
          </a:p>
          <a:p>
            <a:pPr lvl="1"/>
            <a:r>
              <a:rPr lang="en-US" altLang="zh-CN"/>
              <a:t>为IoTDB提供高效的异常检测能力</a:t>
            </a:r>
            <a:endParaRPr lang="zh-CN" altLang="zh-CN"/>
          </a:p>
          <a:p>
            <a:pPr lvl="1"/>
            <a:r>
              <a:rPr lang="en-US" altLang="zh-CN"/>
              <a:t>降低时间序列异常检测的使用门槛</a:t>
            </a:r>
            <a:endParaRPr lang="zh-CN" altLang="zh-CN"/>
          </a:p>
          <a:p>
            <a:pPr lvl="0"/>
            <a:r>
              <a:rPr lang="en-US" altLang="zh-CN"/>
              <a:t>未来扩展</a:t>
            </a:r>
            <a:endParaRPr lang="zh-CN" altLang="zh-CN"/>
          </a:p>
          <a:p>
            <a:pPr lvl="1"/>
            <a:r>
              <a:rPr lang="en-US" altLang="zh-CN"/>
              <a:t>支持多维时间序列</a:t>
            </a:r>
            <a:endParaRPr lang="zh-CN" altLang="zh-CN"/>
          </a:p>
          <a:p>
            <a:pPr lvl="1"/>
            <a:r>
              <a:rPr lang="en-US" altLang="zh-CN"/>
              <a:t>Matrix Profile</a:t>
            </a:r>
            <a:r>
              <a:rPr lang="zh-CN" altLang="en-US"/>
              <a:t>加速</a:t>
            </a:r>
            <a:r>
              <a:rPr lang="en-US" altLang="zh-CN"/>
              <a:t>计算支持</a:t>
            </a:r>
            <a:endParaRPr lang="zh-CN" altLang="zh-CN"/>
          </a:p>
          <a:p>
            <a:endParaRPr lang="zh-CN" altLang="en-US"/>
          </a:p>
        </p:txBody>
      </p:sp>
      <p:sp>
        <p:nvSpPr>
          <p:cNvPr id="4" name="灯片编号占位符 3">
            <a:extLst>
              <a:ext uri="{FF2B5EF4-FFF2-40B4-BE49-F238E27FC236}">
                <a16:creationId xmlns:a16="http://schemas.microsoft.com/office/drawing/2014/main" id="{609D69B0-38CE-DB18-362C-E8AC9AD24BCD}"/>
              </a:ext>
            </a:extLst>
          </p:cNvPr>
          <p:cNvSpPr>
            <a:spLocks noGrp="1"/>
          </p:cNvSpPr>
          <p:nvPr>
            <p:ph type="sldNum" sz="quarter" idx="12"/>
          </p:nvPr>
        </p:nvSpPr>
        <p:spPr>
          <a:xfrm>
            <a:off x="8643899" y="6356352"/>
            <a:ext cx="3092100" cy="365125"/>
          </a:xfrm>
        </p:spPr>
        <p:txBody>
          <a:bodyPr/>
          <a:lstStyle/>
          <a:p>
            <a:fld id="{8D0BA80A-DD45-4E53-A64F-B6712A67CF0B}" type="slidenum">
              <a:rPr lang="zh-CN" altLang="en-US" smtClean="0"/>
              <a:pPr/>
              <a:t>11</a:t>
            </a:fld>
            <a:endParaRPr lang="zh-CN" altLang="en-US"/>
          </a:p>
        </p:txBody>
      </p:sp>
      <p:pic>
        <p:nvPicPr>
          <p:cNvPr id="9" name="图片 8" descr="徽标&#10;&#10;AI 生成的内容可能不正确。">
            <a:extLst>
              <a:ext uri="{FF2B5EF4-FFF2-40B4-BE49-F238E27FC236}">
                <a16:creationId xmlns:a16="http://schemas.microsoft.com/office/drawing/2014/main" id="{497456F3-A506-2FA0-1144-16AD20D431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5012" y="4456088"/>
            <a:ext cx="3201976" cy="1022854"/>
          </a:xfrm>
          <a:prstGeom prst="rect">
            <a:avLst/>
          </a:prstGeom>
        </p:spPr>
      </p:pic>
    </p:spTree>
    <p:extLst>
      <p:ext uri="{BB962C8B-B14F-4D97-AF65-F5344CB8AC3E}">
        <p14:creationId xmlns:p14="http://schemas.microsoft.com/office/powerpoint/2010/main" val="3836489398"/>
      </p:ext>
    </p:extLst>
  </p:cSld>
  <p:clrMapOvr>
    <a:masterClrMapping/>
  </p:clrMapOvr>
</p:sld>
</file>

<file path=ppt/theme/theme1.xml><?xml version="1.0" encoding="utf-8"?>
<a:theme xmlns:a="http://schemas.openxmlformats.org/drawingml/2006/main" name="d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onsolas-Verdana">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g" id="{B554DF15-F9A5-478E-BAC3-AEC37B4082E2}" vid="{1C525413-CC54-4855-AE5C-1E0FFB14D925}"/>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dg</Template>
  <TotalTime>2912</TotalTime>
  <Words>1185</Words>
  <Application>Microsoft Office PowerPoint</Application>
  <PresentationFormat>宽屏</PresentationFormat>
  <Paragraphs>123</Paragraphs>
  <Slides>11</Slides>
  <Notes>9</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11</vt:i4>
      </vt:variant>
    </vt:vector>
  </HeadingPairs>
  <TitlesOfParts>
    <vt:vector size="20" baseType="lpstr">
      <vt:lpstr>-apple-system</vt:lpstr>
      <vt:lpstr>等线</vt:lpstr>
      <vt:lpstr>微软雅黑</vt:lpstr>
      <vt:lpstr>Aptos</vt:lpstr>
      <vt:lpstr>Arial</vt:lpstr>
      <vt:lpstr>Consolas</vt:lpstr>
      <vt:lpstr>Verdana</vt:lpstr>
      <vt:lpstr>Wingdings</vt:lpstr>
      <vt:lpstr>dg</vt:lpstr>
      <vt:lpstr>基于Matrix Profile的 时间序列异常检测</vt:lpstr>
      <vt:lpstr>研究背景与动机</vt:lpstr>
      <vt:lpstr>问题定义</vt:lpstr>
      <vt:lpstr>Matrix Profile方法原理</vt:lpstr>
      <vt:lpstr>UDF函数设计</vt:lpstr>
      <vt:lpstr>UDF函数设计</vt:lpstr>
      <vt:lpstr>与现有异常检测UDF的比较</vt:lpstr>
      <vt:lpstr>实验准备</vt:lpstr>
      <vt:lpstr>实验效果及分析</vt:lpstr>
      <vt:lpstr>实验效果及分析</vt:lpstr>
      <vt:lpstr>总结与展望</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天睿 夏</dc:creator>
  <cp:lastModifiedBy>天睿 夏</cp:lastModifiedBy>
  <cp:revision>51</cp:revision>
  <dcterms:created xsi:type="dcterms:W3CDTF">2025-04-05T06:38:34Z</dcterms:created>
  <dcterms:modified xsi:type="dcterms:W3CDTF">2025-06-04T06:21:56Z</dcterms:modified>
</cp:coreProperties>
</file>